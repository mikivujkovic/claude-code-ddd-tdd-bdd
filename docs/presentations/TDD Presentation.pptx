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7.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41.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2.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3.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4.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5.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46.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1"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42832"/>
  </p:normalViewPr>
  <p:slideViewPr>
    <p:cSldViewPr snapToGrid="0" snapToObjects="1">
      <p:cViewPr varScale="1">
        <p:scale>
          <a:sx n="47" d="100"/>
          <a:sy n="47" d="100"/>
        </p:scale>
        <p:origin x="4648"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ata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ata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ata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55.svg"/></Relationships>
</file>

<file path=ppt/diagrams/_rels/data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ata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55.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rawing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66C386-0057-429C-920A-F6E337D465E6}" type="doc">
      <dgm:prSet loTypeId="urn:microsoft.com/office/officeart/2016/7/layout/LinearBlockProcessNumbered" loCatId="process" qsTypeId="urn:microsoft.com/office/officeart/2005/8/quickstyle/simple2" qsCatId="simple" csTypeId="urn:microsoft.com/office/officeart/2005/8/colors/colorful5" csCatId="colorful"/>
      <dgm:spPr/>
      <dgm:t>
        <a:bodyPr/>
        <a:lstStyle/>
        <a:p>
          <a:endParaRPr lang="en-US"/>
        </a:p>
      </dgm:t>
    </dgm:pt>
    <dgm:pt modelId="{0054D331-7099-4DE7-8880-9AF4B393E7E8}">
      <dgm:prSet/>
      <dgm:spPr/>
      <dgm:t>
        <a:bodyPr/>
        <a:lstStyle/>
        <a:p>
          <a:r>
            <a:rPr lang="en-US"/>
            <a:t>Catch bugs early (cheap) instead of late (expensive)</a:t>
          </a:r>
        </a:p>
      </dgm:t>
    </dgm:pt>
    <dgm:pt modelId="{0DD97EF9-789A-4257-B0E8-8FABB1D09593}" type="parTrans" cxnId="{3EE017A7-A02C-4EDA-91C8-23632E6DB7A1}">
      <dgm:prSet/>
      <dgm:spPr/>
      <dgm:t>
        <a:bodyPr/>
        <a:lstStyle/>
        <a:p>
          <a:endParaRPr lang="en-US"/>
        </a:p>
      </dgm:t>
    </dgm:pt>
    <dgm:pt modelId="{20B47916-59F9-44E8-A09F-4977070E953F}" type="sibTrans" cxnId="{3EE017A7-A02C-4EDA-91C8-23632E6DB7A1}">
      <dgm:prSet phldrT="01" phldr="0"/>
      <dgm:spPr/>
      <dgm:t>
        <a:bodyPr/>
        <a:lstStyle/>
        <a:p>
          <a:r>
            <a:rPr lang="en-US"/>
            <a:t>01</a:t>
          </a:r>
        </a:p>
      </dgm:t>
    </dgm:pt>
    <dgm:pt modelId="{F2B36632-D4F9-4373-A461-7592B11910C2}">
      <dgm:prSet/>
      <dgm:spPr/>
      <dgm:t>
        <a:bodyPr/>
        <a:lstStyle/>
        <a:p>
          <a:r>
            <a:rPr lang="en-US"/>
            <a:t>Protect against regressions</a:t>
          </a:r>
        </a:p>
      </dgm:t>
    </dgm:pt>
    <dgm:pt modelId="{55A9387C-ACE7-4A50-8094-CBACFBA3D169}" type="parTrans" cxnId="{A502F291-4B46-4DB2-91F3-D431844BD403}">
      <dgm:prSet/>
      <dgm:spPr/>
      <dgm:t>
        <a:bodyPr/>
        <a:lstStyle/>
        <a:p>
          <a:endParaRPr lang="en-US"/>
        </a:p>
      </dgm:t>
    </dgm:pt>
    <dgm:pt modelId="{A4465D67-7CA7-4145-94BE-F6E337622062}" type="sibTrans" cxnId="{A502F291-4B46-4DB2-91F3-D431844BD403}">
      <dgm:prSet phldrT="02" phldr="0"/>
      <dgm:spPr/>
      <dgm:t>
        <a:bodyPr/>
        <a:lstStyle/>
        <a:p>
          <a:r>
            <a:rPr lang="en-US"/>
            <a:t>02</a:t>
          </a:r>
        </a:p>
      </dgm:t>
    </dgm:pt>
    <dgm:pt modelId="{73C0B6C6-B8F0-408F-82F8-7C2728BDDDDB}">
      <dgm:prSet/>
      <dgm:spPr/>
      <dgm:t>
        <a:bodyPr/>
        <a:lstStyle/>
        <a:p>
          <a:r>
            <a:rPr lang="en-US"/>
            <a:t>Enable safe refactoring and faster change</a:t>
          </a:r>
        </a:p>
      </dgm:t>
    </dgm:pt>
    <dgm:pt modelId="{4A7D6436-F679-40F5-B680-C33428178439}" type="parTrans" cxnId="{94D2FF42-61C1-45D7-B350-BB4F8210058A}">
      <dgm:prSet/>
      <dgm:spPr/>
      <dgm:t>
        <a:bodyPr/>
        <a:lstStyle/>
        <a:p>
          <a:endParaRPr lang="en-US"/>
        </a:p>
      </dgm:t>
    </dgm:pt>
    <dgm:pt modelId="{400B75CF-DD92-4167-9B07-93F95A501AA4}" type="sibTrans" cxnId="{94D2FF42-61C1-45D7-B350-BB4F8210058A}">
      <dgm:prSet phldrT="03" phldr="0"/>
      <dgm:spPr/>
      <dgm:t>
        <a:bodyPr/>
        <a:lstStyle/>
        <a:p>
          <a:r>
            <a:rPr lang="en-US"/>
            <a:t>03</a:t>
          </a:r>
        </a:p>
      </dgm:t>
    </dgm:pt>
    <dgm:pt modelId="{DB340EE9-03AD-344E-943C-3D63C5CAD3FB}" type="pres">
      <dgm:prSet presAssocID="{B666C386-0057-429C-920A-F6E337D465E6}" presName="Name0" presStyleCnt="0">
        <dgm:presLayoutVars>
          <dgm:animLvl val="lvl"/>
          <dgm:resizeHandles val="exact"/>
        </dgm:presLayoutVars>
      </dgm:prSet>
      <dgm:spPr/>
    </dgm:pt>
    <dgm:pt modelId="{678135AB-7AD6-6740-957F-F502AF1F03F9}" type="pres">
      <dgm:prSet presAssocID="{0054D331-7099-4DE7-8880-9AF4B393E7E8}" presName="compositeNode" presStyleCnt="0">
        <dgm:presLayoutVars>
          <dgm:bulletEnabled val="1"/>
        </dgm:presLayoutVars>
      </dgm:prSet>
      <dgm:spPr/>
    </dgm:pt>
    <dgm:pt modelId="{6CA3BE12-EDF8-E448-A463-E93F918E8458}" type="pres">
      <dgm:prSet presAssocID="{0054D331-7099-4DE7-8880-9AF4B393E7E8}" presName="bgRect" presStyleLbl="alignNode1" presStyleIdx="0" presStyleCnt="3"/>
      <dgm:spPr/>
    </dgm:pt>
    <dgm:pt modelId="{B60B741D-2814-8F41-B736-00B0BBA20DB3}" type="pres">
      <dgm:prSet presAssocID="{20B47916-59F9-44E8-A09F-4977070E953F}" presName="sibTransNodeRect" presStyleLbl="alignNode1" presStyleIdx="0" presStyleCnt="3">
        <dgm:presLayoutVars>
          <dgm:chMax val="0"/>
          <dgm:bulletEnabled val="1"/>
        </dgm:presLayoutVars>
      </dgm:prSet>
      <dgm:spPr/>
    </dgm:pt>
    <dgm:pt modelId="{CC92DDC2-A523-4740-BC0A-E556E011D7BA}" type="pres">
      <dgm:prSet presAssocID="{0054D331-7099-4DE7-8880-9AF4B393E7E8}" presName="nodeRect" presStyleLbl="alignNode1" presStyleIdx="0" presStyleCnt="3">
        <dgm:presLayoutVars>
          <dgm:bulletEnabled val="1"/>
        </dgm:presLayoutVars>
      </dgm:prSet>
      <dgm:spPr/>
    </dgm:pt>
    <dgm:pt modelId="{C3799BE8-F514-874B-8601-24D9E4F462E0}" type="pres">
      <dgm:prSet presAssocID="{20B47916-59F9-44E8-A09F-4977070E953F}" presName="sibTrans" presStyleCnt="0"/>
      <dgm:spPr/>
    </dgm:pt>
    <dgm:pt modelId="{BF39E8F5-B8EF-8A4D-A702-5ADB63FEA54F}" type="pres">
      <dgm:prSet presAssocID="{F2B36632-D4F9-4373-A461-7592B11910C2}" presName="compositeNode" presStyleCnt="0">
        <dgm:presLayoutVars>
          <dgm:bulletEnabled val="1"/>
        </dgm:presLayoutVars>
      </dgm:prSet>
      <dgm:spPr/>
    </dgm:pt>
    <dgm:pt modelId="{62472176-B72E-7745-AC95-0604A6E60359}" type="pres">
      <dgm:prSet presAssocID="{F2B36632-D4F9-4373-A461-7592B11910C2}" presName="bgRect" presStyleLbl="alignNode1" presStyleIdx="1" presStyleCnt="3"/>
      <dgm:spPr/>
    </dgm:pt>
    <dgm:pt modelId="{EA6DAA94-E1EE-414D-9F5A-44FF0C3E26D2}" type="pres">
      <dgm:prSet presAssocID="{A4465D67-7CA7-4145-94BE-F6E337622062}" presName="sibTransNodeRect" presStyleLbl="alignNode1" presStyleIdx="1" presStyleCnt="3">
        <dgm:presLayoutVars>
          <dgm:chMax val="0"/>
          <dgm:bulletEnabled val="1"/>
        </dgm:presLayoutVars>
      </dgm:prSet>
      <dgm:spPr/>
    </dgm:pt>
    <dgm:pt modelId="{D5EB86C6-D75E-BC4F-9470-64A83E914914}" type="pres">
      <dgm:prSet presAssocID="{F2B36632-D4F9-4373-A461-7592B11910C2}" presName="nodeRect" presStyleLbl="alignNode1" presStyleIdx="1" presStyleCnt="3">
        <dgm:presLayoutVars>
          <dgm:bulletEnabled val="1"/>
        </dgm:presLayoutVars>
      </dgm:prSet>
      <dgm:spPr/>
    </dgm:pt>
    <dgm:pt modelId="{765890F7-459F-C94C-ABFC-A967A9EB77E3}" type="pres">
      <dgm:prSet presAssocID="{A4465D67-7CA7-4145-94BE-F6E337622062}" presName="sibTrans" presStyleCnt="0"/>
      <dgm:spPr/>
    </dgm:pt>
    <dgm:pt modelId="{6D0C9879-70B5-9A43-B18A-08B478F064EE}" type="pres">
      <dgm:prSet presAssocID="{73C0B6C6-B8F0-408F-82F8-7C2728BDDDDB}" presName="compositeNode" presStyleCnt="0">
        <dgm:presLayoutVars>
          <dgm:bulletEnabled val="1"/>
        </dgm:presLayoutVars>
      </dgm:prSet>
      <dgm:spPr/>
    </dgm:pt>
    <dgm:pt modelId="{EB7939BA-40BA-E247-8719-0857C509BC23}" type="pres">
      <dgm:prSet presAssocID="{73C0B6C6-B8F0-408F-82F8-7C2728BDDDDB}" presName="bgRect" presStyleLbl="alignNode1" presStyleIdx="2" presStyleCnt="3"/>
      <dgm:spPr/>
    </dgm:pt>
    <dgm:pt modelId="{DADB35F0-8A56-6940-9EC9-1834D96AF1D5}" type="pres">
      <dgm:prSet presAssocID="{400B75CF-DD92-4167-9B07-93F95A501AA4}" presName="sibTransNodeRect" presStyleLbl="alignNode1" presStyleIdx="2" presStyleCnt="3">
        <dgm:presLayoutVars>
          <dgm:chMax val="0"/>
          <dgm:bulletEnabled val="1"/>
        </dgm:presLayoutVars>
      </dgm:prSet>
      <dgm:spPr/>
    </dgm:pt>
    <dgm:pt modelId="{8B531E4A-AAEE-3A4E-AD74-B0833546DB95}" type="pres">
      <dgm:prSet presAssocID="{73C0B6C6-B8F0-408F-82F8-7C2728BDDDDB}" presName="nodeRect" presStyleLbl="alignNode1" presStyleIdx="2" presStyleCnt="3">
        <dgm:presLayoutVars>
          <dgm:bulletEnabled val="1"/>
        </dgm:presLayoutVars>
      </dgm:prSet>
      <dgm:spPr/>
    </dgm:pt>
  </dgm:ptLst>
  <dgm:cxnLst>
    <dgm:cxn modelId="{D08F2211-D675-034A-BFB0-5340D34E17A9}" type="presOf" srcId="{A4465D67-7CA7-4145-94BE-F6E337622062}" destId="{EA6DAA94-E1EE-414D-9F5A-44FF0C3E26D2}" srcOrd="0" destOrd="0" presId="urn:microsoft.com/office/officeart/2016/7/layout/LinearBlockProcessNumbered"/>
    <dgm:cxn modelId="{B6A5AF34-CC2A-314A-8ABF-9C9A453AD728}" type="presOf" srcId="{F2B36632-D4F9-4373-A461-7592B11910C2}" destId="{D5EB86C6-D75E-BC4F-9470-64A83E914914}" srcOrd="1" destOrd="0" presId="urn:microsoft.com/office/officeart/2016/7/layout/LinearBlockProcessNumbered"/>
    <dgm:cxn modelId="{94D2FF42-61C1-45D7-B350-BB4F8210058A}" srcId="{B666C386-0057-429C-920A-F6E337D465E6}" destId="{73C0B6C6-B8F0-408F-82F8-7C2728BDDDDB}" srcOrd="2" destOrd="0" parTransId="{4A7D6436-F679-40F5-B680-C33428178439}" sibTransId="{400B75CF-DD92-4167-9B07-93F95A501AA4}"/>
    <dgm:cxn modelId="{E6E2176A-0D78-1D48-A639-5F845558630B}" type="presOf" srcId="{400B75CF-DD92-4167-9B07-93F95A501AA4}" destId="{DADB35F0-8A56-6940-9EC9-1834D96AF1D5}" srcOrd="0" destOrd="0" presId="urn:microsoft.com/office/officeart/2016/7/layout/LinearBlockProcessNumbered"/>
    <dgm:cxn modelId="{B3823672-1CD2-C943-8491-9424B40177A1}" type="presOf" srcId="{B666C386-0057-429C-920A-F6E337D465E6}" destId="{DB340EE9-03AD-344E-943C-3D63C5CAD3FB}" srcOrd="0" destOrd="0" presId="urn:microsoft.com/office/officeart/2016/7/layout/LinearBlockProcessNumbered"/>
    <dgm:cxn modelId="{93A61A78-294B-0644-BEED-7259655942DA}" type="presOf" srcId="{0054D331-7099-4DE7-8880-9AF4B393E7E8}" destId="{6CA3BE12-EDF8-E448-A463-E93F918E8458}" srcOrd="0" destOrd="0" presId="urn:microsoft.com/office/officeart/2016/7/layout/LinearBlockProcessNumbered"/>
    <dgm:cxn modelId="{A502F291-4B46-4DB2-91F3-D431844BD403}" srcId="{B666C386-0057-429C-920A-F6E337D465E6}" destId="{F2B36632-D4F9-4373-A461-7592B11910C2}" srcOrd="1" destOrd="0" parTransId="{55A9387C-ACE7-4A50-8094-CBACFBA3D169}" sibTransId="{A4465D67-7CA7-4145-94BE-F6E337622062}"/>
    <dgm:cxn modelId="{D3B20796-C241-7B4C-BABF-CC1C44D78F61}" type="presOf" srcId="{73C0B6C6-B8F0-408F-82F8-7C2728BDDDDB}" destId="{EB7939BA-40BA-E247-8719-0857C509BC23}" srcOrd="0" destOrd="0" presId="urn:microsoft.com/office/officeart/2016/7/layout/LinearBlockProcessNumbered"/>
    <dgm:cxn modelId="{3EE017A7-A02C-4EDA-91C8-23632E6DB7A1}" srcId="{B666C386-0057-429C-920A-F6E337D465E6}" destId="{0054D331-7099-4DE7-8880-9AF4B393E7E8}" srcOrd="0" destOrd="0" parTransId="{0DD97EF9-789A-4257-B0E8-8FABB1D09593}" sibTransId="{20B47916-59F9-44E8-A09F-4977070E953F}"/>
    <dgm:cxn modelId="{FD40AFCB-11D8-E440-A4EC-7F09C36CF7AD}" type="presOf" srcId="{73C0B6C6-B8F0-408F-82F8-7C2728BDDDDB}" destId="{8B531E4A-AAEE-3A4E-AD74-B0833546DB95}" srcOrd="1" destOrd="0" presId="urn:microsoft.com/office/officeart/2016/7/layout/LinearBlockProcessNumbered"/>
    <dgm:cxn modelId="{DFEDB9CB-8F4F-104B-B131-92A4E46875E4}" type="presOf" srcId="{F2B36632-D4F9-4373-A461-7592B11910C2}" destId="{62472176-B72E-7745-AC95-0604A6E60359}" srcOrd="0" destOrd="0" presId="urn:microsoft.com/office/officeart/2016/7/layout/LinearBlockProcessNumbered"/>
    <dgm:cxn modelId="{1EFF89D6-38C2-354D-9158-A314FB3AEF79}" type="presOf" srcId="{20B47916-59F9-44E8-A09F-4977070E953F}" destId="{B60B741D-2814-8F41-B736-00B0BBA20DB3}" srcOrd="0" destOrd="0" presId="urn:microsoft.com/office/officeart/2016/7/layout/LinearBlockProcessNumbered"/>
    <dgm:cxn modelId="{8746B3E3-D0F3-614E-827E-34AAC0D97F8A}" type="presOf" srcId="{0054D331-7099-4DE7-8880-9AF4B393E7E8}" destId="{CC92DDC2-A523-4740-BC0A-E556E011D7BA}" srcOrd="1" destOrd="0" presId="urn:microsoft.com/office/officeart/2016/7/layout/LinearBlockProcessNumbered"/>
    <dgm:cxn modelId="{1A939A60-C646-F445-8543-34685574B868}" type="presParOf" srcId="{DB340EE9-03AD-344E-943C-3D63C5CAD3FB}" destId="{678135AB-7AD6-6740-957F-F502AF1F03F9}" srcOrd="0" destOrd="0" presId="urn:microsoft.com/office/officeart/2016/7/layout/LinearBlockProcessNumbered"/>
    <dgm:cxn modelId="{27F5456F-8C0F-AE41-B566-1C054F2F865F}" type="presParOf" srcId="{678135AB-7AD6-6740-957F-F502AF1F03F9}" destId="{6CA3BE12-EDF8-E448-A463-E93F918E8458}" srcOrd="0" destOrd="0" presId="urn:microsoft.com/office/officeart/2016/7/layout/LinearBlockProcessNumbered"/>
    <dgm:cxn modelId="{2CC51314-DC02-D34E-881D-F4367E2E22DF}" type="presParOf" srcId="{678135AB-7AD6-6740-957F-F502AF1F03F9}" destId="{B60B741D-2814-8F41-B736-00B0BBA20DB3}" srcOrd="1" destOrd="0" presId="urn:microsoft.com/office/officeart/2016/7/layout/LinearBlockProcessNumbered"/>
    <dgm:cxn modelId="{DC0DFD65-B1C0-A84E-933A-2D6C0E9A70B6}" type="presParOf" srcId="{678135AB-7AD6-6740-957F-F502AF1F03F9}" destId="{CC92DDC2-A523-4740-BC0A-E556E011D7BA}" srcOrd="2" destOrd="0" presId="urn:microsoft.com/office/officeart/2016/7/layout/LinearBlockProcessNumbered"/>
    <dgm:cxn modelId="{664AB854-B984-0348-A103-297300C35261}" type="presParOf" srcId="{DB340EE9-03AD-344E-943C-3D63C5CAD3FB}" destId="{C3799BE8-F514-874B-8601-24D9E4F462E0}" srcOrd="1" destOrd="0" presId="urn:microsoft.com/office/officeart/2016/7/layout/LinearBlockProcessNumbered"/>
    <dgm:cxn modelId="{A5E1A083-A0B2-9443-BA73-FF9385202BE4}" type="presParOf" srcId="{DB340EE9-03AD-344E-943C-3D63C5CAD3FB}" destId="{BF39E8F5-B8EF-8A4D-A702-5ADB63FEA54F}" srcOrd="2" destOrd="0" presId="urn:microsoft.com/office/officeart/2016/7/layout/LinearBlockProcessNumbered"/>
    <dgm:cxn modelId="{96344B89-79D8-1E48-88C2-99A9480E247A}" type="presParOf" srcId="{BF39E8F5-B8EF-8A4D-A702-5ADB63FEA54F}" destId="{62472176-B72E-7745-AC95-0604A6E60359}" srcOrd="0" destOrd="0" presId="urn:microsoft.com/office/officeart/2016/7/layout/LinearBlockProcessNumbered"/>
    <dgm:cxn modelId="{1AE60F61-8470-C943-BB8C-29EEEB1B3DEB}" type="presParOf" srcId="{BF39E8F5-B8EF-8A4D-A702-5ADB63FEA54F}" destId="{EA6DAA94-E1EE-414D-9F5A-44FF0C3E26D2}" srcOrd="1" destOrd="0" presId="urn:microsoft.com/office/officeart/2016/7/layout/LinearBlockProcessNumbered"/>
    <dgm:cxn modelId="{5C36B174-F505-B348-ACBA-7EFC2024405A}" type="presParOf" srcId="{BF39E8F5-B8EF-8A4D-A702-5ADB63FEA54F}" destId="{D5EB86C6-D75E-BC4F-9470-64A83E914914}" srcOrd="2" destOrd="0" presId="urn:microsoft.com/office/officeart/2016/7/layout/LinearBlockProcessNumbered"/>
    <dgm:cxn modelId="{D24CB0ED-49F1-5941-A091-ED5FC83039E6}" type="presParOf" srcId="{DB340EE9-03AD-344E-943C-3D63C5CAD3FB}" destId="{765890F7-459F-C94C-ABFC-A967A9EB77E3}" srcOrd="3" destOrd="0" presId="urn:microsoft.com/office/officeart/2016/7/layout/LinearBlockProcessNumbered"/>
    <dgm:cxn modelId="{25E7A96C-687C-334F-AB92-DEBFF052D66D}" type="presParOf" srcId="{DB340EE9-03AD-344E-943C-3D63C5CAD3FB}" destId="{6D0C9879-70B5-9A43-B18A-08B478F064EE}" srcOrd="4" destOrd="0" presId="urn:microsoft.com/office/officeart/2016/7/layout/LinearBlockProcessNumbered"/>
    <dgm:cxn modelId="{19B3011C-17D6-714A-9778-1C5C6B34D231}" type="presParOf" srcId="{6D0C9879-70B5-9A43-B18A-08B478F064EE}" destId="{EB7939BA-40BA-E247-8719-0857C509BC23}" srcOrd="0" destOrd="0" presId="urn:microsoft.com/office/officeart/2016/7/layout/LinearBlockProcessNumbered"/>
    <dgm:cxn modelId="{7F9AA0A0-AEB8-4045-A64F-44C384CBE3E3}" type="presParOf" srcId="{6D0C9879-70B5-9A43-B18A-08B478F064EE}" destId="{DADB35F0-8A56-6940-9EC9-1834D96AF1D5}" srcOrd="1" destOrd="0" presId="urn:microsoft.com/office/officeart/2016/7/layout/LinearBlockProcessNumbered"/>
    <dgm:cxn modelId="{B00F35C8-A9AB-DE42-90BF-FAC3B8B01310}" type="presParOf" srcId="{6D0C9879-70B5-9A43-B18A-08B478F064EE}" destId="{8B531E4A-AAEE-3A4E-AD74-B0833546DB95}"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E03EA7-F3BA-4001-99E7-DFE00D8D9927}"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F71B0589-588E-4082-978C-D1F5DE22CE04}">
      <dgm:prSet/>
      <dgm:spPr/>
      <dgm:t>
        <a:bodyPr/>
        <a:lstStyle/>
        <a:p>
          <a:r>
            <a:rPr lang="en-US"/>
            <a:t>Write a test before production code</a:t>
          </a:r>
        </a:p>
      </dgm:t>
    </dgm:pt>
    <dgm:pt modelId="{B66DE3D0-6D2E-496B-ADA3-B63BAA4CC8A7}" type="parTrans" cxnId="{DFDFB224-78EE-45D7-BED1-4475AAD59BFE}">
      <dgm:prSet/>
      <dgm:spPr/>
      <dgm:t>
        <a:bodyPr/>
        <a:lstStyle/>
        <a:p>
          <a:endParaRPr lang="en-US"/>
        </a:p>
      </dgm:t>
    </dgm:pt>
    <dgm:pt modelId="{ADF95492-4DA4-4828-AAF6-B77C14ADD1EC}" type="sibTrans" cxnId="{DFDFB224-78EE-45D7-BED1-4475AAD59BFE}">
      <dgm:prSet/>
      <dgm:spPr/>
      <dgm:t>
        <a:bodyPr/>
        <a:lstStyle/>
        <a:p>
          <a:endParaRPr lang="en-US"/>
        </a:p>
      </dgm:t>
    </dgm:pt>
    <dgm:pt modelId="{020037BF-2652-43A3-BB3F-90337EE9F54A}">
      <dgm:prSet/>
      <dgm:spPr/>
      <dgm:t>
        <a:bodyPr/>
        <a:lstStyle/>
        <a:p>
          <a:r>
            <a:rPr lang="en-US"/>
            <a:t>Use the test to guide the next tiny behavior</a:t>
          </a:r>
        </a:p>
      </dgm:t>
    </dgm:pt>
    <dgm:pt modelId="{B55308E8-F876-47F0-8FCA-9EA03E8BF516}" type="parTrans" cxnId="{1EA3B412-3596-4A8E-AFE3-E1E9B1BB42DE}">
      <dgm:prSet/>
      <dgm:spPr/>
      <dgm:t>
        <a:bodyPr/>
        <a:lstStyle/>
        <a:p>
          <a:endParaRPr lang="en-US"/>
        </a:p>
      </dgm:t>
    </dgm:pt>
    <dgm:pt modelId="{76B45032-DCFC-41EE-A5A4-208E15860448}" type="sibTrans" cxnId="{1EA3B412-3596-4A8E-AFE3-E1E9B1BB42DE}">
      <dgm:prSet/>
      <dgm:spPr/>
      <dgm:t>
        <a:bodyPr/>
        <a:lstStyle/>
        <a:p>
          <a:endParaRPr lang="en-US"/>
        </a:p>
      </dgm:t>
    </dgm:pt>
    <dgm:pt modelId="{4B631483-C403-4F14-AD1D-CC965949B191}">
      <dgm:prSet/>
      <dgm:spPr/>
      <dgm:t>
        <a:bodyPr/>
        <a:lstStyle/>
        <a:p>
          <a:r>
            <a:rPr lang="en-US"/>
            <a:t>Refactor continuously with tests as a safety net</a:t>
          </a:r>
        </a:p>
      </dgm:t>
    </dgm:pt>
    <dgm:pt modelId="{CFF82F73-46D3-48CE-BFA1-78C9AFEA7254}" type="parTrans" cxnId="{66519A97-8203-42CF-886E-8C2E4B191B93}">
      <dgm:prSet/>
      <dgm:spPr/>
      <dgm:t>
        <a:bodyPr/>
        <a:lstStyle/>
        <a:p>
          <a:endParaRPr lang="en-US"/>
        </a:p>
      </dgm:t>
    </dgm:pt>
    <dgm:pt modelId="{6E51B694-5AE7-47A4-AC03-1314C7002B13}" type="sibTrans" cxnId="{66519A97-8203-42CF-886E-8C2E4B191B93}">
      <dgm:prSet/>
      <dgm:spPr/>
      <dgm:t>
        <a:bodyPr/>
        <a:lstStyle/>
        <a:p>
          <a:endParaRPr lang="en-US"/>
        </a:p>
      </dgm:t>
    </dgm:pt>
    <dgm:pt modelId="{4387C8F6-C743-4885-9C37-E7E9DA1423D2}" type="pres">
      <dgm:prSet presAssocID="{9CE03EA7-F3BA-4001-99E7-DFE00D8D9927}" presName="root" presStyleCnt="0">
        <dgm:presLayoutVars>
          <dgm:dir/>
          <dgm:resizeHandles val="exact"/>
        </dgm:presLayoutVars>
      </dgm:prSet>
      <dgm:spPr/>
    </dgm:pt>
    <dgm:pt modelId="{28A540B9-0B2C-4254-8750-952B5082B393}" type="pres">
      <dgm:prSet presAssocID="{F71B0589-588E-4082-978C-D1F5DE22CE04}" presName="compNode" presStyleCnt="0"/>
      <dgm:spPr/>
    </dgm:pt>
    <dgm:pt modelId="{736042DB-A94B-4205-A402-D1BFBAD6598F}" type="pres">
      <dgm:prSet presAssocID="{F71B0589-588E-4082-978C-D1F5DE22CE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49E34A52-DB6D-4190-B061-75B43DA6D308}" type="pres">
      <dgm:prSet presAssocID="{F71B0589-588E-4082-978C-D1F5DE22CE04}" presName="spaceRect" presStyleCnt="0"/>
      <dgm:spPr/>
    </dgm:pt>
    <dgm:pt modelId="{0AEB50B1-5534-474A-839A-22771CAC5510}" type="pres">
      <dgm:prSet presAssocID="{F71B0589-588E-4082-978C-D1F5DE22CE04}" presName="textRect" presStyleLbl="revTx" presStyleIdx="0" presStyleCnt="3">
        <dgm:presLayoutVars>
          <dgm:chMax val="1"/>
          <dgm:chPref val="1"/>
        </dgm:presLayoutVars>
      </dgm:prSet>
      <dgm:spPr/>
    </dgm:pt>
    <dgm:pt modelId="{098EBFB4-AAB6-4F6B-84E3-573534F9D114}" type="pres">
      <dgm:prSet presAssocID="{ADF95492-4DA4-4828-AAF6-B77C14ADD1EC}" presName="sibTrans" presStyleCnt="0"/>
      <dgm:spPr/>
    </dgm:pt>
    <dgm:pt modelId="{DD65BF8D-D208-46C9-B9D4-A813A0891EA3}" type="pres">
      <dgm:prSet presAssocID="{020037BF-2652-43A3-BB3F-90337EE9F54A}" presName="compNode" presStyleCnt="0"/>
      <dgm:spPr/>
    </dgm:pt>
    <dgm:pt modelId="{047F04D2-1E8D-4FCE-AACB-B795FBDF8C6E}" type="pres">
      <dgm:prSet presAssocID="{020037BF-2652-43A3-BB3F-90337EE9F54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34A804A2-3207-491D-A82E-114B4D92E171}" type="pres">
      <dgm:prSet presAssocID="{020037BF-2652-43A3-BB3F-90337EE9F54A}" presName="spaceRect" presStyleCnt="0"/>
      <dgm:spPr/>
    </dgm:pt>
    <dgm:pt modelId="{D0CC2F34-5C87-41B7-A65A-99DAAF33848F}" type="pres">
      <dgm:prSet presAssocID="{020037BF-2652-43A3-BB3F-90337EE9F54A}" presName="textRect" presStyleLbl="revTx" presStyleIdx="1" presStyleCnt="3">
        <dgm:presLayoutVars>
          <dgm:chMax val="1"/>
          <dgm:chPref val="1"/>
        </dgm:presLayoutVars>
      </dgm:prSet>
      <dgm:spPr/>
    </dgm:pt>
    <dgm:pt modelId="{222BA9B8-47DE-4554-A7CC-4DB8199F83EF}" type="pres">
      <dgm:prSet presAssocID="{76B45032-DCFC-41EE-A5A4-208E15860448}" presName="sibTrans" presStyleCnt="0"/>
      <dgm:spPr/>
    </dgm:pt>
    <dgm:pt modelId="{D8D7FC4A-4105-4DB2-9B9D-AB9F8504E065}" type="pres">
      <dgm:prSet presAssocID="{4B631483-C403-4F14-AD1D-CC965949B191}" presName="compNode" presStyleCnt="0"/>
      <dgm:spPr/>
    </dgm:pt>
    <dgm:pt modelId="{BF731E71-7B4E-4128-9249-FB4A074C816C}" type="pres">
      <dgm:prSet presAssocID="{4B631483-C403-4F14-AD1D-CC965949B19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79C06275-1C2A-4234-B9E1-F21AE6B0AD24}" type="pres">
      <dgm:prSet presAssocID="{4B631483-C403-4F14-AD1D-CC965949B191}" presName="spaceRect" presStyleCnt="0"/>
      <dgm:spPr/>
    </dgm:pt>
    <dgm:pt modelId="{B76839C9-2961-4A5D-8510-E311CB107478}" type="pres">
      <dgm:prSet presAssocID="{4B631483-C403-4F14-AD1D-CC965949B191}" presName="textRect" presStyleLbl="revTx" presStyleIdx="2" presStyleCnt="3">
        <dgm:presLayoutVars>
          <dgm:chMax val="1"/>
          <dgm:chPref val="1"/>
        </dgm:presLayoutVars>
      </dgm:prSet>
      <dgm:spPr/>
    </dgm:pt>
  </dgm:ptLst>
  <dgm:cxnLst>
    <dgm:cxn modelId="{1EA3B412-3596-4A8E-AFE3-E1E9B1BB42DE}" srcId="{9CE03EA7-F3BA-4001-99E7-DFE00D8D9927}" destId="{020037BF-2652-43A3-BB3F-90337EE9F54A}" srcOrd="1" destOrd="0" parTransId="{B55308E8-F876-47F0-8FCA-9EA03E8BF516}" sibTransId="{76B45032-DCFC-41EE-A5A4-208E15860448}"/>
    <dgm:cxn modelId="{DFDFB224-78EE-45D7-BED1-4475AAD59BFE}" srcId="{9CE03EA7-F3BA-4001-99E7-DFE00D8D9927}" destId="{F71B0589-588E-4082-978C-D1F5DE22CE04}" srcOrd="0" destOrd="0" parTransId="{B66DE3D0-6D2E-496B-ADA3-B63BAA4CC8A7}" sibTransId="{ADF95492-4DA4-4828-AAF6-B77C14ADD1EC}"/>
    <dgm:cxn modelId="{B2715338-B325-46A4-BE17-BA0BC121D6D8}" type="presOf" srcId="{020037BF-2652-43A3-BB3F-90337EE9F54A}" destId="{D0CC2F34-5C87-41B7-A65A-99DAAF33848F}" srcOrd="0" destOrd="0" presId="urn:microsoft.com/office/officeart/2018/2/layout/IconLabelList"/>
    <dgm:cxn modelId="{0BBB6E79-2662-4105-A7A3-1A4472C7A4BD}" type="presOf" srcId="{9CE03EA7-F3BA-4001-99E7-DFE00D8D9927}" destId="{4387C8F6-C743-4885-9C37-E7E9DA1423D2}" srcOrd="0" destOrd="0" presId="urn:microsoft.com/office/officeart/2018/2/layout/IconLabelList"/>
    <dgm:cxn modelId="{66519A97-8203-42CF-886E-8C2E4B191B93}" srcId="{9CE03EA7-F3BA-4001-99E7-DFE00D8D9927}" destId="{4B631483-C403-4F14-AD1D-CC965949B191}" srcOrd="2" destOrd="0" parTransId="{CFF82F73-46D3-48CE-BFA1-78C9AFEA7254}" sibTransId="{6E51B694-5AE7-47A4-AC03-1314C7002B13}"/>
    <dgm:cxn modelId="{B359B7AB-1BAA-4A06-A4A5-913A344D7C2F}" type="presOf" srcId="{F71B0589-588E-4082-978C-D1F5DE22CE04}" destId="{0AEB50B1-5534-474A-839A-22771CAC5510}" srcOrd="0" destOrd="0" presId="urn:microsoft.com/office/officeart/2018/2/layout/IconLabelList"/>
    <dgm:cxn modelId="{0846B5DA-BCEA-4094-B9C0-79071EFA15A7}" type="presOf" srcId="{4B631483-C403-4F14-AD1D-CC965949B191}" destId="{B76839C9-2961-4A5D-8510-E311CB107478}" srcOrd="0" destOrd="0" presId="urn:microsoft.com/office/officeart/2018/2/layout/IconLabelList"/>
    <dgm:cxn modelId="{88793D0B-6F80-491D-A15C-8B78F9F90CCA}" type="presParOf" srcId="{4387C8F6-C743-4885-9C37-E7E9DA1423D2}" destId="{28A540B9-0B2C-4254-8750-952B5082B393}" srcOrd="0" destOrd="0" presId="urn:microsoft.com/office/officeart/2018/2/layout/IconLabelList"/>
    <dgm:cxn modelId="{9FB7F5B4-CA18-47A1-AB97-BB08F7EA3DAB}" type="presParOf" srcId="{28A540B9-0B2C-4254-8750-952B5082B393}" destId="{736042DB-A94B-4205-A402-D1BFBAD6598F}" srcOrd="0" destOrd="0" presId="urn:microsoft.com/office/officeart/2018/2/layout/IconLabelList"/>
    <dgm:cxn modelId="{1F4FE9FC-327A-4568-93EC-588457E1779D}" type="presParOf" srcId="{28A540B9-0B2C-4254-8750-952B5082B393}" destId="{49E34A52-DB6D-4190-B061-75B43DA6D308}" srcOrd="1" destOrd="0" presId="urn:microsoft.com/office/officeart/2018/2/layout/IconLabelList"/>
    <dgm:cxn modelId="{B5CBC187-A976-409F-AC1A-6BFC67D5A0E7}" type="presParOf" srcId="{28A540B9-0B2C-4254-8750-952B5082B393}" destId="{0AEB50B1-5534-474A-839A-22771CAC5510}" srcOrd="2" destOrd="0" presId="urn:microsoft.com/office/officeart/2018/2/layout/IconLabelList"/>
    <dgm:cxn modelId="{CFC87522-C7E0-4BF3-B8ED-47F83A6733DB}" type="presParOf" srcId="{4387C8F6-C743-4885-9C37-E7E9DA1423D2}" destId="{098EBFB4-AAB6-4F6B-84E3-573534F9D114}" srcOrd="1" destOrd="0" presId="urn:microsoft.com/office/officeart/2018/2/layout/IconLabelList"/>
    <dgm:cxn modelId="{B71B9772-1FCB-4A4E-8CDC-3318D9A06F67}" type="presParOf" srcId="{4387C8F6-C743-4885-9C37-E7E9DA1423D2}" destId="{DD65BF8D-D208-46C9-B9D4-A813A0891EA3}" srcOrd="2" destOrd="0" presId="urn:microsoft.com/office/officeart/2018/2/layout/IconLabelList"/>
    <dgm:cxn modelId="{4058D80E-3F25-46C0-A751-F48EBCE9A58A}" type="presParOf" srcId="{DD65BF8D-D208-46C9-B9D4-A813A0891EA3}" destId="{047F04D2-1E8D-4FCE-AACB-B795FBDF8C6E}" srcOrd="0" destOrd="0" presId="urn:microsoft.com/office/officeart/2018/2/layout/IconLabelList"/>
    <dgm:cxn modelId="{1EC47DB2-8754-4C70-A605-53E9A6D53C3A}" type="presParOf" srcId="{DD65BF8D-D208-46C9-B9D4-A813A0891EA3}" destId="{34A804A2-3207-491D-A82E-114B4D92E171}" srcOrd="1" destOrd="0" presId="urn:microsoft.com/office/officeart/2018/2/layout/IconLabelList"/>
    <dgm:cxn modelId="{DCC0BBC2-DB78-4537-A9BB-3EFC86AC962F}" type="presParOf" srcId="{DD65BF8D-D208-46C9-B9D4-A813A0891EA3}" destId="{D0CC2F34-5C87-41B7-A65A-99DAAF33848F}" srcOrd="2" destOrd="0" presId="urn:microsoft.com/office/officeart/2018/2/layout/IconLabelList"/>
    <dgm:cxn modelId="{31BADFBE-3697-4564-B522-F33A5D22EF73}" type="presParOf" srcId="{4387C8F6-C743-4885-9C37-E7E9DA1423D2}" destId="{222BA9B8-47DE-4554-A7CC-4DB8199F83EF}" srcOrd="3" destOrd="0" presId="urn:microsoft.com/office/officeart/2018/2/layout/IconLabelList"/>
    <dgm:cxn modelId="{8B7C70A6-4F35-41E1-8FBB-4694CB86D36B}" type="presParOf" srcId="{4387C8F6-C743-4885-9C37-E7E9DA1423D2}" destId="{D8D7FC4A-4105-4DB2-9B9D-AB9F8504E065}" srcOrd="4" destOrd="0" presId="urn:microsoft.com/office/officeart/2018/2/layout/IconLabelList"/>
    <dgm:cxn modelId="{E96C6D09-7CC3-486B-A81F-91982A9FDC24}" type="presParOf" srcId="{D8D7FC4A-4105-4DB2-9B9D-AB9F8504E065}" destId="{BF731E71-7B4E-4128-9249-FB4A074C816C}" srcOrd="0" destOrd="0" presId="urn:microsoft.com/office/officeart/2018/2/layout/IconLabelList"/>
    <dgm:cxn modelId="{46232390-5215-4F5A-B1E7-DEE06FF49166}" type="presParOf" srcId="{D8D7FC4A-4105-4DB2-9B9D-AB9F8504E065}" destId="{79C06275-1C2A-4234-B9E1-F21AE6B0AD24}" srcOrd="1" destOrd="0" presId="urn:microsoft.com/office/officeart/2018/2/layout/IconLabelList"/>
    <dgm:cxn modelId="{6B5AD906-8103-4916-8588-72D0910DBC4D}" type="presParOf" srcId="{D8D7FC4A-4105-4DB2-9B9D-AB9F8504E065}" destId="{B76839C9-2961-4A5D-8510-E311CB107478}"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41AB4E-997A-402D-B2E5-8A02E16B1999}"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en-US"/>
        </a:p>
      </dgm:t>
    </dgm:pt>
    <dgm:pt modelId="{592A3474-B3D0-4D8E-81BD-DD7673CBC128}">
      <dgm:prSet/>
      <dgm:spPr/>
      <dgm:t>
        <a:bodyPr/>
        <a:lstStyle/>
        <a:p>
          <a:r>
            <a:rPr lang="en-US"/>
            <a:t>1) Red: write a failing test</a:t>
          </a:r>
        </a:p>
      </dgm:t>
    </dgm:pt>
    <dgm:pt modelId="{193F7AC3-4BC5-4180-B61E-9D8852A543C5}" type="parTrans" cxnId="{D84F59CF-5F35-4147-843E-E270C97A9961}">
      <dgm:prSet/>
      <dgm:spPr/>
      <dgm:t>
        <a:bodyPr/>
        <a:lstStyle/>
        <a:p>
          <a:endParaRPr lang="en-US"/>
        </a:p>
      </dgm:t>
    </dgm:pt>
    <dgm:pt modelId="{1ADCB8B8-4440-44B5-B30F-CED921B46876}" type="sibTrans" cxnId="{D84F59CF-5F35-4147-843E-E270C97A9961}">
      <dgm:prSet phldrT="01" phldr="0"/>
      <dgm:spPr/>
      <dgm:t>
        <a:bodyPr/>
        <a:lstStyle/>
        <a:p>
          <a:r>
            <a:rPr lang="en-US"/>
            <a:t>01</a:t>
          </a:r>
        </a:p>
      </dgm:t>
    </dgm:pt>
    <dgm:pt modelId="{A9D20920-89FE-408E-A5EC-6A421518A095}">
      <dgm:prSet/>
      <dgm:spPr/>
      <dgm:t>
        <a:bodyPr/>
        <a:lstStyle/>
        <a:p>
          <a:r>
            <a:rPr lang="en-US"/>
            <a:t>2) Green: write the smallest code to pass</a:t>
          </a:r>
        </a:p>
      </dgm:t>
    </dgm:pt>
    <dgm:pt modelId="{EF8C9485-626E-437D-AF37-92F721E4C2BA}" type="parTrans" cxnId="{212DDD85-CFD2-457F-BFD8-F689DD97E543}">
      <dgm:prSet/>
      <dgm:spPr/>
      <dgm:t>
        <a:bodyPr/>
        <a:lstStyle/>
        <a:p>
          <a:endParaRPr lang="en-US"/>
        </a:p>
      </dgm:t>
    </dgm:pt>
    <dgm:pt modelId="{1DF83DE6-3831-4E21-A9AA-1CC89A85C023}" type="sibTrans" cxnId="{212DDD85-CFD2-457F-BFD8-F689DD97E543}">
      <dgm:prSet phldrT="02" phldr="0"/>
      <dgm:spPr/>
      <dgm:t>
        <a:bodyPr/>
        <a:lstStyle/>
        <a:p>
          <a:r>
            <a:rPr lang="en-US"/>
            <a:t>02</a:t>
          </a:r>
        </a:p>
      </dgm:t>
    </dgm:pt>
    <dgm:pt modelId="{4E271102-4265-445D-8AA0-300A61BE0DA1}">
      <dgm:prSet/>
      <dgm:spPr/>
      <dgm:t>
        <a:bodyPr/>
        <a:lstStyle/>
        <a:p>
          <a:r>
            <a:rPr lang="en-US"/>
            <a:t>3) Refactor: improve structure with tests green</a:t>
          </a:r>
        </a:p>
      </dgm:t>
    </dgm:pt>
    <dgm:pt modelId="{BA53B268-4FC0-49F3-8547-2718A7F3AE78}" type="parTrans" cxnId="{8E820A13-33C4-42C0-B982-0981CE861717}">
      <dgm:prSet/>
      <dgm:spPr/>
      <dgm:t>
        <a:bodyPr/>
        <a:lstStyle/>
        <a:p>
          <a:endParaRPr lang="en-US"/>
        </a:p>
      </dgm:t>
    </dgm:pt>
    <dgm:pt modelId="{3383E9F6-B4D1-4216-B28C-AAA4BAF3AAAF}" type="sibTrans" cxnId="{8E820A13-33C4-42C0-B982-0981CE861717}">
      <dgm:prSet phldrT="03" phldr="0"/>
      <dgm:spPr/>
      <dgm:t>
        <a:bodyPr/>
        <a:lstStyle/>
        <a:p>
          <a:r>
            <a:rPr lang="en-US"/>
            <a:t>03</a:t>
          </a:r>
        </a:p>
      </dgm:t>
    </dgm:pt>
    <dgm:pt modelId="{8A6F166D-1C37-4443-842E-FD54EA86FCA3}" type="pres">
      <dgm:prSet presAssocID="{CA41AB4E-997A-402D-B2E5-8A02E16B1999}" presName="Name0" presStyleCnt="0">
        <dgm:presLayoutVars>
          <dgm:animLvl val="lvl"/>
          <dgm:resizeHandles val="exact"/>
        </dgm:presLayoutVars>
      </dgm:prSet>
      <dgm:spPr/>
    </dgm:pt>
    <dgm:pt modelId="{F8A5C548-A497-9B43-8AF8-7A7F40062542}" type="pres">
      <dgm:prSet presAssocID="{592A3474-B3D0-4D8E-81BD-DD7673CBC128}" presName="compositeNode" presStyleCnt="0">
        <dgm:presLayoutVars>
          <dgm:bulletEnabled val="1"/>
        </dgm:presLayoutVars>
      </dgm:prSet>
      <dgm:spPr/>
    </dgm:pt>
    <dgm:pt modelId="{FAFD1B10-778C-7E46-9EB5-8FC8476B1017}" type="pres">
      <dgm:prSet presAssocID="{592A3474-B3D0-4D8E-81BD-DD7673CBC128}" presName="bgRect" presStyleLbl="alignNode1" presStyleIdx="0" presStyleCnt="3"/>
      <dgm:spPr/>
    </dgm:pt>
    <dgm:pt modelId="{C093BAAC-0B1F-0E40-8FA1-77FBB31A82E3}" type="pres">
      <dgm:prSet presAssocID="{1ADCB8B8-4440-44B5-B30F-CED921B46876}" presName="sibTransNodeRect" presStyleLbl="alignNode1" presStyleIdx="0" presStyleCnt="3">
        <dgm:presLayoutVars>
          <dgm:chMax val="0"/>
          <dgm:bulletEnabled val="1"/>
        </dgm:presLayoutVars>
      </dgm:prSet>
      <dgm:spPr/>
    </dgm:pt>
    <dgm:pt modelId="{7F18A86A-A6E0-964C-A427-20BE28AA7B84}" type="pres">
      <dgm:prSet presAssocID="{592A3474-B3D0-4D8E-81BD-DD7673CBC128}" presName="nodeRect" presStyleLbl="alignNode1" presStyleIdx="0" presStyleCnt="3">
        <dgm:presLayoutVars>
          <dgm:bulletEnabled val="1"/>
        </dgm:presLayoutVars>
      </dgm:prSet>
      <dgm:spPr/>
    </dgm:pt>
    <dgm:pt modelId="{C89F2F1C-CE64-8E4F-922A-84E06119FFDD}" type="pres">
      <dgm:prSet presAssocID="{1ADCB8B8-4440-44B5-B30F-CED921B46876}" presName="sibTrans" presStyleCnt="0"/>
      <dgm:spPr/>
    </dgm:pt>
    <dgm:pt modelId="{B6A13B40-5A9B-B34B-9412-263683962383}" type="pres">
      <dgm:prSet presAssocID="{A9D20920-89FE-408E-A5EC-6A421518A095}" presName="compositeNode" presStyleCnt="0">
        <dgm:presLayoutVars>
          <dgm:bulletEnabled val="1"/>
        </dgm:presLayoutVars>
      </dgm:prSet>
      <dgm:spPr/>
    </dgm:pt>
    <dgm:pt modelId="{D3F9AC9A-20F7-3249-8364-38C31F31ACD2}" type="pres">
      <dgm:prSet presAssocID="{A9D20920-89FE-408E-A5EC-6A421518A095}" presName="bgRect" presStyleLbl="alignNode1" presStyleIdx="1" presStyleCnt="3"/>
      <dgm:spPr/>
    </dgm:pt>
    <dgm:pt modelId="{E999359D-EC0C-C24C-A9B8-F086A760D895}" type="pres">
      <dgm:prSet presAssocID="{1DF83DE6-3831-4E21-A9AA-1CC89A85C023}" presName="sibTransNodeRect" presStyleLbl="alignNode1" presStyleIdx="1" presStyleCnt="3">
        <dgm:presLayoutVars>
          <dgm:chMax val="0"/>
          <dgm:bulletEnabled val="1"/>
        </dgm:presLayoutVars>
      </dgm:prSet>
      <dgm:spPr/>
    </dgm:pt>
    <dgm:pt modelId="{B6E9E0C8-BB0D-8341-8FDB-51315D2A933B}" type="pres">
      <dgm:prSet presAssocID="{A9D20920-89FE-408E-A5EC-6A421518A095}" presName="nodeRect" presStyleLbl="alignNode1" presStyleIdx="1" presStyleCnt="3">
        <dgm:presLayoutVars>
          <dgm:bulletEnabled val="1"/>
        </dgm:presLayoutVars>
      </dgm:prSet>
      <dgm:spPr/>
    </dgm:pt>
    <dgm:pt modelId="{47380FA3-1F33-7D44-9743-7FC2FBBCF6A4}" type="pres">
      <dgm:prSet presAssocID="{1DF83DE6-3831-4E21-A9AA-1CC89A85C023}" presName="sibTrans" presStyleCnt="0"/>
      <dgm:spPr/>
    </dgm:pt>
    <dgm:pt modelId="{DABAB949-1AF7-2947-8537-EE775CCD125E}" type="pres">
      <dgm:prSet presAssocID="{4E271102-4265-445D-8AA0-300A61BE0DA1}" presName="compositeNode" presStyleCnt="0">
        <dgm:presLayoutVars>
          <dgm:bulletEnabled val="1"/>
        </dgm:presLayoutVars>
      </dgm:prSet>
      <dgm:spPr/>
    </dgm:pt>
    <dgm:pt modelId="{D834359C-5A8D-A04E-BD22-4FA17B49A69F}" type="pres">
      <dgm:prSet presAssocID="{4E271102-4265-445D-8AA0-300A61BE0DA1}" presName="bgRect" presStyleLbl="alignNode1" presStyleIdx="2" presStyleCnt="3"/>
      <dgm:spPr/>
    </dgm:pt>
    <dgm:pt modelId="{6BBC4490-D9F4-A646-B990-96D823B5D888}" type="pres">
      <dgm:prSet presAssocID="{3383E9F6-B4D1-4216-B28C-AAA4BAF3AAAF}" presName="sibTransNodeRect" presStyleLbl="alignNode1" presStyleIdx="2" presStyleCnt="3">
        <dgm:presLayoutVars>
          <dgm:chMax val="0"/>
          <dgm:bulletEnabled val="1"/>
        </dgm:presLayoutVars>
      </dgm:prSet>
      <dgm:spPr/>
    </dgm:pt>
    <dgm:pt modelId="{92816F52-0B41-5142-802B-24DADD52048D}" type="pres">
      <dgm:prSet presAssocID="{4E271102-4265-445D-8AA0-300A61BE0DA1}" presName="nodeRect" presStyleLbl="alignNode1" presStyleIdx="2" presStyleCnt="3">
        <dgm:presLayoutVars>
          <dgm:bulletEnabled val="1"/>
        </dgm:presLayoutVars>
      </dgm:prSet>
      <dgm:spPr/>
    </dgm:pt>
  </dgm:ptLst>
  <dgm:cxnLst>
    <dgm:cxn modelId="{6C98B40E-88A9-3244-9B4A-1E84C464D20E}" type="presOf" srcId="{3383E9F6-B4D1-4216-B28C-AAA4BAF3AAAF}" destId="{6BBC4490-D9F4-A646-B990-96D823B5D888}" srcOrd="0" destOrd="0" presId="urn:microsoft.com/office/officeart/2016/7/layout/LinearBlockProcessNumbered"/>
    <dgm:cxn modelId="{8E820A13-33C4-42C0-B982-0981CE861717}" srcId="{CA41AB4E-997A-402D-B2E5-8A02E16B1999}" destId="{4E271102-4265-445D-8AA0-300A61BE0DA1}" srcOrd="2" destOrd="0" parTransId="{BA53B268-4FC0-49F3-8547-2718A7F3AE78}" sibTransId="{3383E9F6-B4D1-4216-B28C-AAA4BAF3AAAF}"/>
    <dgm:cxn modelId="{ADFC3729-77EA-0947-BD3B-4FBA9C7FC3C1}" type="presOf" srcId="{A9D20920-89FE-408E-A5EC-6A421518A095}" destId="{B6E9E0C8-BB0D-8341-8FDB-51315D2A933B}" srcOrd="1" destOrd="0" presId="urn:microsoft.com/office/officeart/2016/7/layout/LinearBlockProcessNumbered"/>
    <dgm:cxn modelId="{B74EDD35-BAA5-2543-9E5B-BB5C5A77D1CF}" type="presOf" srcId="{592A3474-B3D0-4D8E-81BD-DD7673CBC128}" destId="{FAFD1B10-778C-7E46-9EB5-8FC8476B1017}" srcOrd="0" destOrd="0" presId="urn:microsoft.com/office/officeart/2016/7/layout/LinearBlockProcessNumbered"/>
    <dgm:cxn modelId="{24ACFC50-292D-884D-8460-0A0856F80290}" type="presOf" srcId="{4E271102-4265-445D-8AA0-300A61BE0DA1}" destId="{92816F52-0B41-5142-802B-24DADD52048D}" srcOrd="1" destOrd="0" presId="urn:microsoft.com/office/officeart/2016/7/layout/LinearBlockProcessNumbered"/>
    <dgm:cxn modelId="{212DDD85-CFD2-457F-BFD8-F689DD97E543}" srcId="{CA41AB4E-997A-402D-B2E5-8A02E16B1999}" destId="{A9D20920-89FE-408E-A5EC-6A421518A095}" srcOrd="1" destOrd="0" parTransId="{EF8C9485-626E-437D-AF37-92F721E4C2BA}" sibTransId="{1DF83DE6-3831-4E21-A9AA-1CC89A85C023}"/>
    <dgm:cxn modelId="{70B8CB97-3508-5F48-81C6-05E968003D15}" type="presOf" srcId="{4E271102-4265-445D-8AA0-300A61BE0DA1}" destId="{D834359C-5A8D-A04E-BD22-4FA17B49A69F}" srcOrd="0" destOrd="0" presId="urn:microsoft.com/office/officeart/2016/7/layout/LinearBlockProcessNumbered"/>
    <dgm:cxn modelId="{ABB2AD9D-61D2-244B-9BBA-C9FF66FF49A0}" type="presOf" srcId="{1ADCB8B8-4440-44B5-B30F-CED921B46876}" destId="{C093BAAC-0B1F-0E40-8FA1-77FBB31A82E3}" srcOrd="0" destOrd="0" presId="urn:microsoft.com/office/officeart/2016/7/layout/LinearBlockProcessNumbered"/>
    <dgm:cxn modelId="{925FE7A6-F338-DA41-8C6A-82C70BDC2A0B}" type="presOf" srcId="{CA41AB4E-997A-402D-B2E5-8A02E16B1999}" destId="{8A6F166D-1C37-4443-842E-FD54EA86FCA3}" srcOrd="0" destOrd="0" presId="urn:microsoft.com/office/officeart/2016/7/layout/LinearBlockProcessNumbered"/>
    <dgm:cxn modelId="{56F491C2-9E6F-7343-AAC1-39B393BAA31E}" type="presOf" srcId="{1DF83DE6-3831-4E21-A9AA-1CC89A85C023}" destId="{E999359D-EC0C-C24C-A9B8-F086A760D895}" srcOrd="0" destOrd="0" presId="urn:microsoft.com/office/officeart/2016/7/layout/LinearBlockProcessNumbered"/>
    <dgm:cxn modelId="{866254CA-D00D-FC4A-A412-FB2FF72A38C6}" type="presOf" srcId="{592A3474-B3D0-4D8E-81BD-DD7673CBC128}" destId="{7F18A86A-A6E0-964C-A427-20BE28AA7B84}" srcOrd="1" destOrd="0" presId="urn:microsoft.com/office/officeart/2016/7/layout/LinearBlockProcessNumbered"/>
    <dgm:cxn modelId="{D84F59CF-5F35-4147-843E-E270C97A9961}" srcId="{CA41AB4E-997A-402D-B2E5-8A02E16B1999}" destId="{592A3474-B3D0-4D8E-81BD-DD7673CBC128}" srcOrd="0" destOrd="0" parTransId="{193F7AC3-4BC5-4180-B61E-9D8852A543C5}" sibTransId="{1ADCB8B8-4440-44B5-B30F-CED921B46876}"/>
    <dgm:cxn modelId="{1E8F77DE-5A94-0E4C-8748-F7B6780FB213}" type="presOf" srcId="{A9D20920-89FE-408E-A5EC-6A421518A095}" destId="{D3F9AC9A-20F7-3249-8364-38C31F31ACD2}" srcOrd="0" destOrd="0" presId="urn:microsoft.com/office/officeart/2016/7/layout/LinearBlockProcessNumbered"/>
    <dgm:cxn modelId="{043388BD-1597-0C41-8F05-EC132B3773DE}" type="presParOf" srcId="{8A6F166D-1C37-4443-842E-FD54EA86FCA3}" destId="{F8A5C548-A497-9B43-8AF8-7A7F40062542}" srcOrd="0" destOrd="0" presId="urn:microsoft.com/office/officeart/2016/7/layout/LinearBlockProcessNumbered"/>
    <dgm:cxn modelId="{80DFC1CD-B7E1-ED4C-A87E-78C985BCF82F}" type="presParOf" srcId="{F8A5C548-A497-9B43-8AF8-7A7F40062542}" destId="{FAFD1B10-778C-7E46-9EB5-8FC8476B1017}" srcOrd="0" destOrd="0" presId="urn:microsoft.com/office/officeart/2016/7/layout/LinearBlockProcessNumbered"/>
    <dgm:cxn modelId="{08EEFC49-CB1D-BF49-BC78-2C8E79DDA537}" type="presParOf" srcId="{F8A5C548-A497-9B43-8AF8-7A7F40062542}" destId="{C093BAAC-0B1F-0E40-8FA1-77FBB31A82E3}" srcOrd="1" destOrd="0" presId="urn:microsoft.com/office/officeart/2016/7/layout/LinearBlockProcessNumbered"/>
    <dgm:cxn modelId="{EA0E2C25-B1F6-2A44-BDDC-D273D06D18B0}" type="presParOf" srcId="{F8A5C548-A497-9B43-8AF8-7A7F40062542}" destId="{7F18A86A-A6E0-964C-A427-20BE28AA7B84}" srcOrd="2" destOrd="0" presId="urn:microsoft.com/office/officeart/2016/7/layout/LinearBlockProcessNumbered"/>
    <dgm:cxn modelId="{6025AB6B-BAEE-CB40-A23C-973D5EB3A30B}" type="presParOf" srcId="{8A6F166D-1C37-4443-842E-FD54EA86FCA3}" destId="{C89F2F1C-CE64-8E4F-922A-84E06119FFDD}" srcOrd="1" destOrd="0" presId="urn:microsoft.com/office/officeart/2016/7/layout/LinearBlockProcessNumbered"/>
    <dgm:cxn modelId="{6053DDF1-7B2F-2B43-B297-370688975527}" type="presParOf" srcId="{8A6F166D-1C37-4443-842E-FD54EA86FCA3}" destId="{B6A13B40-5A9B-B34B-9412-263683962383}" srcOrd="2" destOrd="0" presId="urn:microsoft.com/office/officeart/2016/7/layout/LinearBlockProcessNumbered"/>
    <dgm:cxn modelId="{3BA9981A-3D37-C145-9DBF-11D44631CD50}" type="presParOf" srcId="{B6A13B40-5A9B-B34B-9412-263683962383}" destId="{D3F9AC9A-20F7-3249-8364-38C31F31ACD2}" srcOrd="0" destOrd="0" presId="urn:microsoft.com/office/officeart/2016/7/layout/LinearBlockProcessNumbered"/>
    <dgm:cxn modelId="{95B9C86A-B469-A142-AF05-A80BB4F23A2E}" type="presParOf" srcId="{B6A13B40-5A9B-B34B-9412-263683962383}" destId="{E999359D-EC0C-C24C-A9B8-F086A760D895}" srcOrd="1" destOrd="0" presId="urn:microsoft.com/office/officeart/2016/7/layout/LinearBlockProcessNumbered"/>
    <dgm:cxn modelId="{C6394B27-442E-8341-B748-8A07072D21F5}" type="presParOf" srcId="{B6A13B40-5A9B-B34B-9412-263683962383}" destId="{B6E9E0C8-BB0D-8341-8FDB-51315D2A933B}" srcOrd="2" destOrd="0" presId="urn:microsoft.com/office/officeart/2016/7/layout/LinearBlockProcessNumbered"/>
    <dgm:cxn modelId="{9B48CBE4-E398-0044-B082-C9C11E363F34}" type="presParOf" srcId="{8A6F166D-1C37-4443-842E-FD54EA86FCA3}" destId="{47380FA3-1F33-7D44-9743-7FC2FBBCF6A4}" srcOrd="3" destOrd="0" presId="urn:microsoft.com/office/officeart/2016/7/layout/LinearBlockProcessNumbered"/>
    <dgm:cxn modelId="{28D265ED-966D-3740-B56D-72BCDDB2CE9A}" type="presParOf" srcId="{8A6F166D-1C37-4443-842E-FD54EA86FCA3}" destId="{DABAB949-1AF7-2947-8537-EE775CCD125E}" srcOrd="4" destOrd="0" presId="urn:microsoft.com/office/officeart/2016/7/layout/LinearBlockProcessNumbered"/>
    <dgm:cxn modelId="{6915DE93-1427-C141-B1D0-A5451CF49E92}" type="presParOf" srcId="{DABAB949-1AF7-2947-8537-EE775CCD125E}" destId="{D834359C-5A8D-A04E-BD22-4FA17B49A69F}" srcOrd="0" destOrd="0" presId="urn:microsoft.com/office/officeart/2016/7/layout/LinearBlockProcessNumbered"/>
    <dgm:cxn modelId="{19B54A48-CB2D-C14B-A62A-D14DFC5758BC}" type="presParOf" srcId="{DABAB949-1AF7-2947-8537-EE775CCD125E}" destId="{6BBC4490-D9F4-A646-B990-96D823B5D888}" srcOrd="1" destOrd="0" presId="urn:microsoft.com/office/officeart/2016/7/layout/LinearBlockProcessNumbered"/>
    <dgm:cxn modelId="{735F4BCD-C31B-2443-ABDA-BA0BB2CFFCE6}" type="presParOf" srcId="{DABAB949-1AF7-2947-8537-EE775CCD125E}" destId="{92816F52-0B41-5142-802B-24DADD52048D}"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D9B567-AD0E-4FDB-B738-97ABE662A54C}"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139949C-995E-4E2B-AC2F-E06E35FDEA30}">
      <dgm:prSet/>
      <dgm:spPr/>
      <dgm:t>
        <a:bodyPr/>
        <a:lstStyle/>
        <a:p>
          <a:r>
            <a:rPr lang="en-US"/>
            <a:t>Less time lost debugging</a:t>
          </a:r>
        </a:p>
      </dgm:t>
    </dgm:pt>
    <dgm:pt modelId="{4349F122-FB12-43EC-9832-39B2AB3E181A}" type="parTrans" cxnId="{2B130393-9294-45D0-A75E-81B211EA9071}">
      <dgm:prSet/>
      <dgm:spPr/>
      <dgm:t>
        <a:bodyPr/>
        <a:lstStyle/>
        <a:p>
          <a:endParaRPr lang="en-US"/>
        </a:p>
      </dgm:t>
    </dgm:pt>
    <dgm:pt modelId="{3E992ED5-92BE-482B-B46B-73157B0AAB2A}" type="sibTrans" cxnId="{2B130393-9294-45D0-A75E-81B211EA9071}">
      <dgm:prSet/>
      <dgm:spPr/>
      <dgm:t>
        <a:bodyPr/>
        <a:lstStyle/>
        <a:p>
          <a:endParaRPr lang="en-US"/>
        </a:p>
      </dgm:t>
    </dgm:pt>
    <dgm:pt modelId="{FA97D64B-94FA-4BAD-9BB9-E1B793D2C1E6}">
      <dgm:prSet/>
      <dgm:spPr/>
      <dgm:t>
        <a:bodyPr/>
        <a:lstStyle/>
        <a:p>
          <a:r>
            <a:rPr lang="en-US"/>
            <a:t>You always know what changed</a:t>
          </a:r>
        </a:p>
      </dgm:t>
    </dgm:pt>
    <dgm:pt modelId="{61A291A2-1F39-4344-8734-C30DF30AB645}" type="parTrans" cxnId="{2466620D-7669-43F1-B63A-29AA765D3AD4}">
      <dgm:prSet/>
      <dgm:spPr/>
      <dgm:t>
        <a:bodyPr/>
        <a:lstStyle/>
        <a:p>
          <a:endParaRPr lang="en-US"/>
        </a:p>
      </dgm:t>
    </dgm:pt>
    <dgm:pt modelId="{9A0160E8-BEFA-4345-9213-7E08DB173410}" type="sibTrans" cxnId="{2466620D-7669-43F1-B63A-29AA765D3AD4}">
      <dgm:prSet/>
      <dgm:spPr/>
      <dgm:t>
        <a:bodyPr/>
        <a:lstStyle/>
        <a:p>
          <a:endParaRPr lang="en-US"/>
        </a:p>
      </dgm:t>
    </dgm:pt>
    <dgm:pt modelId="{3409A593-6236-4001-8DFD-EDA55DAFC4FE}">
      <dgm:prSet/>
      <dgm:spPr/>
      <dgm:t>
        <a:bodyPr/>
        <a:lstStyle/>
        <a:p>
          <a:r>
            <a:rPr lang="en-US"/>
            <a:t>Confidence stays high</a:t>
          </a:r>
        </a:p>
      </dgm:t>
    </dgm:pt>
    <dgm:pt modelId="{4E275C56-B12C-452D-AF8D-D68E0C74CDA6}" type="parTrans" cxnId="{44BE1BC8-AC48-46B8-996E-6869436DB97C}">
      <dgm:prSet/>
      <dgm:spPr/>
      <dgm:t>
        <a:bodyPr/>
        <a:lstStyle/>
        <a:p>
          <a:endParaRPr lang="en-US"/>
        </a:p>
      </dgm:t>
    </dgm:pt>
    <dgm:pt modelId="{C28493BA-CE48-4F75-8D2E-BE3FC856DE58}" type="sibTrans" cxnId="{44BE1BC8-AC48-46B8-996E-6869436DB97C}">
      <dgm:prSet/>
      <dgm:spPr/>
      <dgm:t>
        <a:bodyPr/>
        <a:lstStyle/>
        <a:p>
          <a:endParaRPr lang="en-US"/>
        </a:p>
      </dgm:t>
    </dgm:pt>
    <dgm:pt modelId="{4EBF73A3-53AA-4583-9C85-63DD8CA144FC}" type="pres">
      <dgm:prSet presAssocID="{7DD9B567-AD0E-4FDB-B738-97ABE662A54C}" presName="root" presStyleCnt="0">
        <dgm:presLayoutVars>
          <dgm:dir/>
          <dgm:resizeHandles val="exact"/>
        </dgm:presLayoutVars>
      </dgm:prSet>
      <dgm:spPr/>
    </dgm:pt>
    <dgm:pt modelId="{2B1D40A5-66CB-478F-A163-96CA7C9A7B84}" type="pres">
      <dgm:prSet presAssocID="{A139949C-995E-4E2B-AC2F-E06E35FDEA30}" presName="compNode" presStyleCnt="0"/>
      <dgm:spPr/>
    </dgm:pt>
    <dgm:pt modelId="{E8034057-196D-4F76-9F1D-855724B99D8E}" type="pres">
      <dgm:prSet presAssocID="{A139949C-995E-4E2B-AC2F-E06E35FDEA30}" presName="bgRect" presStyleLbl="bgShp" presStyleIdx="0" presStyleCnt="3"/>
      <dgm:spPr/>
    </dgm:pt>
    <dgm:pt modelId="{C80E25E2-84AC-4F71-8C1E-B7E7C4685A3B}" type="pres">
      <dgm:prSet presAssocID="{A139949C-995E-4E2B-AC2F-E06E35FDEA3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16F4AFF1-BDEC-4682-A7DF-1AB13D6C80CA}" type="pres">
      <dgm:prSet presAssocID="{A139949C-995E-4E2B-AC2F-E06E35FDEA30}" presName="spaceRect" presStyleCnt="0"/>
      <dgm:spPr/>
    </dgm:pt>
    <dgm:pt modelId="{F25D8E31-417D-4942-9153-118E7C06C3BC}" type="pres">
      <dgm:prSet presAssocID="{A139949C-995E-4E2B-AC2F-E06E35FDEA30}" presName="parTx" presStyleLbl="revTx" presStyleIdx="0" presStyleCnt="3">
        <dgm:presLayoutVars>
          <dgm:chMax val="0"/>
          <dgm:chPref val="0"/>
        </dgm:presLayoutVars>
      </dgm:prSet>
      <dgm:spPr/>
    </dgm:pt>
    <dgm:pt modelId="{2F102E0A-0470-4CBE-81A8-F86267893992}" type="pres">
      <dgm:prSet presAssocID="{3E992ED5-92BE-482B-B46B-73157B0AAB2A}" presName="sibTrans" presStyleCnt="0"/>
      <dgm:spPr/>
    </dgm:pt>
    <dgm:pt modelId="{B3E93D5A-F78A-420E-8825-AC49494BC38E}" type="pres">
      <dgm:prSet presAssocID="{FA97D64B-94FA-4BAD-9BB9-E1B793D2C1E6}" presName="compNode" presStyleCnt="0"/>
      <dgm:spPr/>
    </dgm:pt>
    <dgm:pt modelId="{08881057-5FDA-4421-8123-59C095804AA5}" type="pres">
      <dgm:prSet presAssocID="{FA97D64B-94FA-4BAD-9BB9-E1B793D2C1E6}" presName="bgRect" presStyleLbl="bgShp" presStyleIdx="1" presStyleCnt="3"/>
      <dgm:spPr/>
    </dgm:pt>
    <dgm:pt modelId="{2014723B-EC3F-495F-AFD6-7EEC246026EA}" type="pres">
      <dgm:prSet presAssocID="{FA97D64B-94FA-4BAD-9BB9-E1B793D2C1E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C7D0FEFD-619D-4A5F-B6E6-D566F7CEF04B}" type="pres">
      <dgm:prSet presAssocID="{FA97D64B-94FA-4BAD-9BB9-E1B793D2C1E6}" presName="spaceRect" presStyleCnt="0"/>
      <dgm:spPr/>
    </dgm:pt>
    <dgm:pt modelId="{4F75070B-A2D7-4CAD-9730-03532A675956}" type="pres">
      <dgm:prSet presAssocID="{FA97D64B-94FA-4BAD-9BB9-E1B793D2C1E6}" presName="parTx" presStyleLbl="revTx" presStyleIdx="1" presStyleCnt="3">
        <dgm:presLayoutVars>
          <dgm:chMax val="0"/>
          <dgm:chPref val="0"/>
        </dgm:presLayoutVars>
      </dgm:prSet>
      <dgm:spPr/>
    </dgm:pt>
    <dgm:pt modelId="{791F80D9-D7AE-4A8F-91B2-513480F6C6E6}" type="pres">
      <dgm:prSet presAssocID="{9A0160E8-BEFA-4345-9213-7E08DB173410}" presName="sibTrans" presStyleCnt="0"/>
      <dgm:spPr/>
    </dgm:pt>
    <dgm:pt modelId="{38CB9B83-BADC-4511-83F3-D835DA512AFD}" type="pres">
      <dgm:prSet presAssocID="{3409A593-6236-4001-8DFD-EDA55DAFC4FE}" presName="compNode" presStyleCnt="0"/>
      <dgm:spPr/>
    </dgm:pt>
    <dgm:pt modelId="{C1C70A74-2728-4993-815D-9EF92752AFA1}" type="pres">
      <dgm:prSet presAssocID="{3409A593-6236-4001-8DFD-EDA55DAFC4FE}" presName="bgRect" presStyleLbl="bgShp" presStyleIdx="2" presStyleCnt="3"/>
      <dgm:spPr/>
    </dgm:pt>
    <dgm:pt modelId="{8E1513C6-C370-47BF-8E5F-80086874BEB3}" type="pres">
      <dgm:prSet presAssocID="{3409A593-6236-4001-8DFD-EDA55DAFC4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iling Face with No Fill"/>
        </a:ext>
      </dgm:extLst>
    </dgm:pt>
    <dgm:pt modelId="{5959751B-331D-485A-8DC8-89DB31573580}" type="pres">
      <dgm:prSet presAssocID="{3409A593-6236-4001-8DFD-EDA55DAFC4FE}" presName="spaceRect" presStyleCnt="0"/>
      <dgm:spPr/>
    </dgm:pt>
    <dgm:pt modelId="{0EFAC9B9-D333-4B47-AFD3-F3E84E0858A4}" type="pres">
      <dgm:prSet presAssocID="{3409A593-6236-4001-8DFD-EDA55DAFC4FE}" presName="parTx" presStyleLbl="revTx" presStyleIdx="2" presStyleCnt="3">
        <dgm:presLayoutVars>
          <dgm:chMax val="0"/>
          <dgm:chPref val="0"/>
        </dgm:presLayoutVars>
      </dgm:prSet>
      <dgm:spPr/>
    </dgm:pt>
  </dgm:ptLst>
  <dgm:cxnLst>
    <dgm:cxn modelId="{A6A67A07-6289-4F79-8FCB-DB678C1FFA86}" type="presOf" srcId="{FA97D64B-94FA-4BAD-9BB9-E1B793D2C1E6}" destId="{4F75070B-A2D7-4CAD-9730-03532A675956}" srcOrd="0" destOrd="0" presId="urn:microsoft.com/office/officeart/2018/2/layout/IconVerticalSolidList"/>
    <dgm:cxn modelId="{2466620D-7669-43F1-B63A-29AA765D3AD4}" srcId="{7DD9B567-AD0E-4FDB-B738-97ABE662A54C}" destId="{FA97D64B-94FA-4BAD-9BB9-E1B793D2C1E6}" srcOrd="1" destOrd="0" parTransId="{61A291A2-1F39-4344-8734-C30DF30AB645}" sibTransId="{9A0160E8-BEFA-4345-9213-7E08DB173410}"/>
    <dgm:cxn modelId="{2FCFEB0F-D655-48F5-9771-8FB8E13B62D7}" type="presOf" srcId="{3409A593-6236-4001-8DFD-EDA55DAFC4FE}" destId="{0EFAC9B9-D333-4B47-AFD3-F3E84E0858A4}" srcOrd="0" destOrd="0" presId="urn:microsoft.com/office/officeart/2018/2/layout/IconVerticalSolidList"/>
    <dgm:cxn modelId="{68A6312B-6765-4897-A52C-C2EAFB9312E8}" type="presOf" srcId="{A139949C-995E-4E2B-AC2F-E06E35FDEA30}" destId="{F25D8E31-417D-4942-9153-118E7C06C3BC}" srcOrd="0" destOrd="0" presId="urn:microsoft.com/office/officeart/2018/2/layout/IconVerticalSolidList"/>
    <dgm:cxn modelId="{2B130393-9294-45D0-A75E-81B211EA9071}" srcId="{7DD9B567-AD0E-4FDB-B738-97ABE662A54C}" destId="{A139949C-995E-4E2B-AC2F-E06E35FDEA30}" srcOrd="0" destOrd="0" parTransId="{4349F122-FB12-43EC-9832-39B2AB3E181A}" sibTransId="{3E992ED5-92BE-482B-B46B-73157B0AAB2A}"/>
    <dgm:cxn modelId="{44BE1BC8-AC48-46B8-996E-6869436DB97C}" srcId="{7DD9B567-AD0E-4FDB-B738-97ABE662A54C}" destId="{3409A593-6236-4001-8DFD-EDA55DAFC4FE}" srcOrd="2" destOrd="0" parTransId="{4E275C56-B12C-452D-AF8D-D68E0C74CDA6}" sibTransId="{C28493BA-CE48-4F75-8D2E-BE3FC856DE58}"/>
    <dgm:cxn modelId="{E0CF7DDB-5E0F-49D7-92D2-60A72C5F1C21}" type="presOf" srcId="{7DD9B567-AD0E-4FDB-B738-97ABE662A54C}" destId="{4EBF73A3-53AA-4583-9C85-63DD8CA144FC}" srcOrd="0" destOrd="0" presId="urn:microsoft.com/office/officeart/2018/2/layout/IconVerticalSolidList"/>
    <dgm:cxn modelId="{2F68DF5F-1062-4723-830A-917BB93D33BF}" type="presParOf" srcId="{4EBF73A3-53AA-4583-9C85-63DD8CA144FC}" destId="{2B1D40A5-66CB-478F-A163-96CA7C9A7B84}" srcOrd="0" destOrd="0" presId="urn:microsoft.com/office/officeart/2018/2/layout/IconVerticalSolidList"/>
    <dgm:cxn modelId="{9B5625EE-8614-4585-AB82-F7D72F931D3D}" type="presParOf" srcId="{2B1D40A5-66CB-478F-A163-96CA7C9A7B84}" destId="{E8034057-196D-4F76-9F1D-855724B99D8E}" srcOrd="0" destOrd="0" presId="urn:microsoft.com/office/officeart/2018/2/layout/IconVerticalSolidList"/>
    <dgm:cxn modelId="{B9753A4D-CF34-421F-8EB7-4CFDD206DDC8}" type="presParOf" srcId="{2B1D40A5-66CB-478F-A163-96CA7C9A7B84}" destId="{C80E25E2-84AC-4F71-8C1E-B7E7C4685A3B}" srcOrd="1" destOrd="0" presId="urn:microsoft.com/office/officeart/2018/2/layout/IconVerticalSolidList"/>
    <dgm:cxn modelId="{360940CF-66ED-4188-9155-9B0D88B137BE}" type="presParOf" srcId="{2B1D40A5-66CB-478F-A163-96CA7C9A7B84}" destId="{16F4AFF1-BDEC-4682-A7DF-1AB13D6C80CA}" srcOrd="2" destOrd="0" presId="urn:microsoft.com/office/officeart/2018/2/layout/IconVerticalSolidList"/>
    <dgm:cxn modelId="{9118A7F5-37B2-4D49-9CBA-F2BE52D09A6D}" type="presParOf" srcId="{2B1D40A5-66CB-478F-A163-96CA7C9A7B84}" destId="{F25D8E31-417D-4942-9153-118E7C06C3BC}" srcOrd="3" destOrd="0" presId="urn:microsoft.com/office/officeart/2018/2/layout/IconVerticalSolidList"/>
    <dgm:cxn modelId="{3F64068E-DA5B-4D7F-A9AB-313998A959EB}" type="presParOf" srcId="{4EBF73A3-53AA-4583-9C85-63DD8CA144FC}" destId="{2F102E0A-0470-4CBE-81A8-F86267893992}" srcOrd="1" destOrd="0" presId="urn:microsoft.com/office/officeart/2018/2/layout/IconVerticalSolidList"/>
    <dgm:cxn modelId="{16A3F735-06ED-4EB8-A948-9FE7361610D2}" type="presParOf" srcId="{4EBF73A3-53AA-4583-9C85-63DD8CA144FC}" destId="{B3E93D5A-F78A-420E-8825-AC49494BC38E}" srcOrd="2" destOrd="0" presId="urn:microsoft.com/office/officeart/2018/2/layout/IconVerticalSolidList"/>
    <dgm:cxn modelId="{0E7D3450-8FD2-46A2-B2A8-885785EBC48F}" type="presParOf" srcId="{B3E93D5A-F78A-420E-8825-AC49494BC38E}" destId="{08881057-5FDA-4421-8123-59C095804AA5}" srcOrd="0" destOrd="0" presId="urn:microsoft.com/office/officeart/2018/2/layout/IconVerticalSolidList"/>
    <dgm:cxn modelId="{6E9DC34A-659C-41FA-99FF-171CEA1C05CC}" type="presParOf" srcId="{B3E93D5A-F78A-420E-8825-AC49494BC38E}" destId="{2014723B-EC3F-495F-AFD6-7EEC246026EA}" srcOrd="1" destOrd="0" presId="urn:microsoft.com/office/officeart/2018/2/layout/IconVerticalSolidList"/>
    <dgm:cxn modelId="{4CA8A7F2-CC65-4863-9B07-7A1CD4A8E876}" type="presParOf" srcId="{B3E93D5A-F78A-420E-8825-AC49494BC38E}" destId="{C7D0FEFD-619D-4A5F-B6E6-D566F7CEF04B}" srcOrd="2" destOrd="0" presId="urn:microsoft.com/office/officeart/2018/2/layout/IconVerticalSolidList"/>
    <dgm:cxn modelId="{52208FA3-E341-4CEA-8727-56686171A9BC}" type="presParOf" srcId="{B3E93D5A-F78A-420E-8825-AC49494BC38E}" destId="{4F75070B-A2D7-4CAD-9730-03532A675956}" srcOrd="3" destOrd="0" presId="urn:microsoft.com/office/officeart/2018/2/layout/IconVerticalSolidList"/>
    <dgm:cxn modelId="{1B516ECA-C30A-4CB6-86AD-E3B0A5F0F172}" type="presParOf" srcId="{4EBF73A3-53AA-4583-9C85-63DD8CA144FC}" destId="{791F80D9-D7AE-4A8F-91B2-513480F6C6E6}" srcOrd="3" destOrd="0" presId="urn:microsoft.com/office/officeart/2018/2/layout/IconVerticalSolidList"/>
    <dgm:cxn modelId="{F52CBEF3-BB7A-4F41-8303-9DBA7A8E203E}" type="presParOf" srcId="{4EBF73A3-53AA-4583-9C85-63DD8CA144FC}" destId="{38CB9B83-BADC-4511-83F3-D835DA512AFD}" srcOrd="4" destOrd="0" presId="urn:microsoft.com/office/officeart/2018/2/layout/IconVerticalSolidList"/>
    <dgm:cxn modelId="{81FAD4AF-56AE-446D-A7F6-A828A3EBE44E}" type="presParOf" srcId="{38CB9B83-BADC-4511-83F3-D835DA512AFD}" destId="{C1C70A74-2728-4993-815D-9EF92752AFA1}" srcOrd="0" destOrd="0" presId="urn:microsoft.com/office/officeart/2018/2/layout/IconVerticalSolidList"/>
    <dgm:cxn modelId="{B27A402B-AC26-4191-8F22-C728A85E56C4}" type="presParOf" srcId="{38CB9B83-BADC-4511-83F3-D835DA512AFD}" destId="{8E1513C6-C370-47BF-8E5F-80086874BEB3}" srcOrd="1" destOrd="0" presId="urn:microsoft.com/office/officeart/2018/2/layout/IconVerticalSolidList"/>
    <dgm:cxn modelId="{BC128363-B5A0-4B85-9932-C15AB85988B0}" type="presParOf" srcId="{38CB9B83-BADC-4511-83F3-D835DA512AFD}" destId="{5959751B-331D-485A-8DC8-89DB31573580}" srcOrd="2" destOrd="0" presId="urn:microsoft.com/office/officeart/2018/2/layout/IconVerticalSolidList"/>
    <dgm:cxn modelId="{7CE3B987-AFBE-4222-BFDE-B34EF3EEDB67}" type="presParOf" srcId="{38CB9B83-BADC-4511-83F3-D835DA512AFD}" destId="{0EFAC9B9-D333-4B47-AFD3-F3E84E0858A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A87D0B-AA24-46BC-8961-2C0238644D8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F681B0B-095C-44F1-88F2-AEC4CE160121}">
      <dgm:prSet/>
      <dgm:spPr/>
      <dgm:t>
        <a:bodyPr/>
        <a:lstStyle/>
        <a:p>
          <a:pPr>
            <a:defRPr cap="all"/>
          </a:pPr>
          <a:r>
            <a:rPr lang="en-US"/>
            <a:t>Unit tests: fast, focused, isolated</a:t>
          </a:r>
        </a:p>
      </dgm:t>
    </dgm:pt>
    <dgm:pt modelId="{7F4531BB-F757-430C-AA3D-DD7FE9DD5128}" type="parTrans" cxnId="{CE119330-4D81-4686-970B-DE567E54DEDB}">
      <dgm:prSet/>
      <dgm:spPr/>
      <dgm:t>
        <a:bodyPr/>
        <a:lstStyle/>
        <a:p>
          <a:endParaRPr lang="en-US"/>
        </a:p>
      </dgm:t>
    </dgm:pt>
    <dgm:pt modelId="{0A52006B-475B-46F9-A15A-B4F01040C773}" type="sibTrans" cxnId="{CE119330-4D81-4686-970B-DE567E54DEDB}">
      <dgm:prSet/>
      <dgm:spPr/>
      <dgm:t>
        <a:bodyPr/>
        <a:lstStyle/>
        <a:p>
          <a:endParaRPr lang="en-US"/>
        </a:p>
      </dgm:t>
    </dgm:pt>
    <dgm:pt modelId="{548DD2C8-CC78-4E93-B18C-CD04A558D6F2}">
      <dgm:prSet/>
      <dgm:spPr/>
      <dgm:t>
        <a:bodyPr/>
        <a:lstStyle/>
        <a:p>
          <a:pPr>
            <a:defRPr cap="all"/>
          </a:pPr>
          <a:r>
            <a:rPr lang="en-US"/>
            <a:t>Integration tests: real boundaries (DB/HTTP/etc.)</a:t>
          </a:r>
        </a:p>
      </dgm:t>
    </dgm:pt>
    <dgm:pt modelId="{AD5959CD-6235-4546-8711-FFC1B2C0A56C}" type="parTrans" cxnId="{AF728826-EA11-4271-8987-E431262C2215}">
      <dgm:prSet/>
      <dgm:spPr/>
      <dgm:t>
        <a:bodyPr/>
        <a:lstStyle/>
        <a:p>
          <a:endParaRPr lang="en-US"/>
        </a:p>
      </dgm:t>
    </dgm:pt>
    <dgm:pt modelId="{BEB378B8-6FFA-415D-9FDE-2DC91792C13F}" type="sibTrans" cxnId="{AF728826-EA11-4271-8987-E431262C2215}">
      <dgm:prSet/>
      <dgm:spPr/>
      <dgm:t>
        <a:bodyPr/>
        <a:lstStyle/>
        <a:p>
          <a:endParaRPr lang="en-US"/>
        </a:p>
      </dgm:t>
    </dgm:pt>
    <dgm:pt modelId="{0D7DB087-A7B2-4B12-A248-7281873EFA7A}">
      <dgm:prSet/>
      <dgm:spPr/>
      <dgm:t>
        <a:bodyPr/>
        <a:lstStyle/>
        <a:p>
          <a:pPr>
            <a:defRPr cap="all"/>
          </a:pPr>
          <a:r>
            <a:rPr lang="en-US"/>
            <a:t>End-to-end tests: whole system (slowest)</a:t>
          </a:r>
        </a:p>
      </dgm:t>
    </dgm:pt>
    <dgm:pt modelId="{009089A0-3066-4EEE-B61B-3CDCEB4028DD}" type="parTrans" cxnId="{22D9DDE7-13DF-48B5-A3DA-1C5881C5629A}">
      <dgm:prSet/>
      <dgm:spPr/>
      <dgm:t>
        <a:bodyPr/>
        <a:lstStyle/>
        <a:p>
          <a:endParaRPr lang="en-US"/>
        </a:p>
      </dgm:t>
    </dgm:pt>
    <dgm:pt modelId="{E5749E9D-223E-412C-91F6-7A60CEC4CC43}" type="sibTrans" cxnId="{22D9DDE7-13DF-48B5-A3DA-1C5881C5629A}">
      <dgm:prSet/>
      <dgm:spPr/>
      <dgm:t>
        <a:bodyPr/>
        <a:lstStyle/>
        <a:p>
          <a:endParaRPr lang="en-US"/>
        </a:p>
      </dgm:t>
    </dgm:pt>
    <dgm:pt modelId="{66F19950-5BCD-4B45-9F77-DDBE72CCA7B4}" type="pres">
      <dgm:prSet presAssocID="{08A87D0B-AA24-46BC-8961-2C0238644D80}" presName="root" presStyleCnt="0">
        <dgm:presLayoutVars>
          <dgm:dir/>
          <dgm:resizeHandles val="exact"/>
        </dgm:presLayoutVars>
      </dgm:prSet>
      <dgm:spPr/>
    </dgm:pt>
    <dgm:pt modelId="{1D50E547-A466-4C86-AABB-890A2C878AA7}" type="pres">
      <dgm:prSet presAssocID="{6F681B0B-095C-44F1-88F2-AEC4CE160121}" presName="compNode" presStyleCnt="0"/>
      <dgm:spPr/>
    </dgm:pt>
    <dgm:pt modelId="{305A4E6B-2289-4046-96C7-57C288D88192}" type="pres">
      <dgm:prSet presAssocID="{6F681B0B-095C-44F1-88F2-AEC4CE160121}" presName="iconBgRect" presStyleLbl="bgShp" presStyleIdx="0" presStyleCnt="3"/>
      <dgm:spPr/>
    </dgm:pt>
    <dgm:pt modelId="{8C2F3731-EACC-42C7-B380-A7282BC1C66F}" type="pres">
      <dgm:prSet presAssocID="{6F681B0B-095C-44F1-88F2-AEC4CE16012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69153E00-4672-4D86-85C2-A88BF3ABE74D}" type="pres">
      <dgm:prSet presAssocID="{6F681B0B-095C-44F1-88F2-AEC4CE160121}" presName="spaceRect" presStyleCnt="0"/>
      <dgm:spPr/>
    </dgm:pt>
    <dgm:pt modelId="{69947D9B-8ED5-410D-A254-59E5CE7E7A3D}" type="pres">
      <dgm:prSet presAssocID="{6F681B0B-095C-44F1-88F2-AEC4CE160121}" presName="textRect" presStyleLbl="revTx" presStyleIdx="0" presStyleCnt="3">
        <dgm:presLayoutVars>
          <dgm:chMax val="1"/>
          <dgm:chPref val="1"/>
        </dgm:presLayoutVars>
      </dgm:prSet>
      <dgm:spPr/>
    </dgm:pt>
    <dgm:pt modelId="{EF369A27-DD96-4D13-AA17-5D9E015FD2C6}" type="pres">
      <dgm:prSet presAssocID="{0A52006B-475B-46F9-A15A-B4F01040C773}" presName="sibTrans" presStyleCnt="0"/>
      <dgm:spPr/>
    </dgm:pt>
    <dgm:pt modelId="{953E4FB8-D5B9-4081-B256-8B8DD7FAF46D}" type="pres">
      <dgm:prSet presAssocID="{548DD2C8-CC78-4E93-B18C-CD04A558D6F2}" presName="compNode" presStyleCnt="0"/>
      <dgm:spPr/>
    </dgm:pt>
    <dgm:pt modelId="{A8E34C24-B9CD-49FC-8FED-0A94AA6172A7}" type="pres">
      <dgm:prSet presAssocID="{548DD2C8-CC78-4E93-B18C-CD04A558D6F2}" presName="iconBgRect" presStyleLbl="bgShp" presStyleIdx="1" presStyleCnt="3"/>
      <dgm:spPr/>
    </dgm:pt>
    <dgm:pt modelId="{EC28C11E-E470-470C-958C-46FD890EC995}" type="pres">
      <dgm:prSet presAssocID="{548DD2C8-CC78-4E93-B18C-CD04A558D6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8775F2C0-4DCE-421D-A98E-F3044881635F}" type="pres">
      <dgm:prSet presAssocID="{548DD2C8-CC78-4E93-B18C-CD04A558D6F2}" presName="spaceRect" presStyleCnt="0"/>
      <dgm:spPr/>
    </dgm:pt>
    <dgm:pt modelId="{7A3EB5DD-4CE0-489F-8348-1B51B65448F2}" type="pres">
      <dgm:prSet presAssocID="{548DD2C8-CC78-4E93-B18C-CD04A558D6F2}" presName="textRect" presStyleLbl="revTx" presStyleIdx="1" presStyleCnt="3">
        <dgm:presLayoutVars>
          <dgm:chMax val="1"/>
          <dgm:chPref val="1"/>
        </dgm:presLayoutVars>
      </dgm:prSet>
      <dgm:spPr/>
    </dgm:pt>
    <dgm:pt modelId="{604EDEDA-873E-4EC4-940D-4977DA003469}" type="pres">
      <dgm:prSet presAssocID="{BEB378B8-6FFA-415D-9FDE-2DC91792C13F}" presName="sibTrans" presStyleCnt="0"/>
      <dgm:spPr/>
    </dgm:pt>
    <dgm:pt modelId="{9D4EB0A3-45BB-459F-959C-80EDE20419E4}" type="pres">
      <dgm:prSet presAssocID="{0D7DB087-A7B2-4B12-A248-7281873EFA7A}" presName="compNode" presStyleCnt="0"/>
      <dgm:spPr/>
    </dgm:pt>
    <dgm:pt modelId="{3AF663A3-C76A-4466-A1BA-3CEDD93E948C}" type="pres">
      <dgm:prSet presAssocID="{0D7DB087-A7B2-4B12-A248-7281873EFA7A}" presName="iconBgRect" presStyleLbl="bgShp" presStyleIdx="2" presStyleCnt="3"/>
      <dgm:spPr/>
    </dgm:pt>
    <dgm:pt modelId="{17F0EED4-4F71-4CA0-AF94-4BD99B8DEC0C}" type="pres">
      <dgm:prSet presAssocID="{0D7DB087-A7B2-4B12-A248-7281873EFA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urtle"/>
        </a:ext>
      </dgm:extLst>
    </dgm:pt>
    <dgm:pt modelId="{2F4391EC-956A-49B4-A0C1-7219BC4948D4}" type="pres">
      <dgm:prSet presAssocID="{0D7DB087-A7B2-4B12-A248-7281873EFA7A}" presName="spaceRect" presStyleCnt="0"/>
      <dgm:spPr/>
    </dgm:pt>
    <dgm:pt modelId="{4B552F12-A233-4B77-BAB4-8ED92BAC8FEC}" type="pres">
      <dgm:prSet presAssocID="{0D7DB087-A7B2-4B12-A248-7281873EFA7A}" presName="textRect" presStyleLbl="revTx" presStyleIdx="2" presStyleCnt="3">
        <dgm:presLayoutVars>
          <dgm:chMax val="1"/>
          <dgm:chPref val="1"/>
        </dgm:presLayoutVars>
      </dgm:prSet>
      <dgm:spPr/>
    </dgm:pt>
  </dgm:ptLst>
  <dgm:cxnLst>
    <dgm:cxn modelId="{CD3DB702-878A-4666-94E8-7770D44EB5F1}" type="presOf" srcId="{0D7DB087-A7B2-4B12-A248-7281873EFA7A}" destId="{4B552F12-A233-4B77-BAB4-8ED92BAC8FEC}" srcOrd="0" destOrd="0" presId="urn:microsoft.com/office/officeart/2018/5/layout/IconCircleLabelList"/>
    <dgm:cxn modelId="{DF88BF0F-D2C7-4A79-BA39-061549201320}" type="presOf" srcId="{548DD2C8-CC78-4E93-B18C-CD04A558D6F2}" destId="{7A3EB5DD-4CE0-489F-8348-1B51B65448F2}" srcOrd="0" destOrd="0" presId="urn:microsoft.com/office/officeart/2018/5/layout/IconCircleLabelList"/>
    <dgm:cxn modelId="{AF728826-EA11-4271-8987-E431262C2215}" srcId="{08A87D0B-AA24-46BC-8961-2C0238644D80}" destId="{548DD2C8-CC78-4E93-B18C-CD04A558D6F2}" srcOrd="1" destOrd="0" parTransId="{AD5959CD-6235-4546-8711-FFC1B2C0A56C}" sibTransId="{BEB378B8-6FFA-415D-9FDE-2DC91792C13F}"/>
    <dgm:cxn modelId="{CE119330-4D81-4686-970B-DE567E54DEDB}" srcId="{08A87D0B-AA24-46BC-8961-2C0238644D80}" destId="{6F681B0B-095C-44F1-88F2-AEC4CE160121}" srcOrd="0" destOrd="0" parTransId="{7F4531BB-F757-430C-AA3D-DD7FE9DD5128}" sibTransId="{0A52006B-475B-46F9-A15A-B4F01040C773}"/>
    <dgm:cxn modelId="{0F996CB1-051F-4D42-932B-1526C08AD603}" type="presOf" srcId="{6F681B0B-095C-44F1-88F2-AEC4CE160121}" destId="{69947D9B-8ED5-410D-A254-59E5CE7E7A3D}" srcOrd="0" destOrd="0" presId="urn:microsoft.com/office/officeart/2018/5/layout/IconCircleLabelList"/>
    <dgm:cxn modelId="{C62761DD-26AC-4D25-A826-2920EA1A00F6}" type="presOf" srcId="{08A87D0B-AA24-46BC-8961-2C0238644D80}" destId="{66F19950-5BCD-4B45-9F77-DDBE72CCA7B4}" srcOrd="0" destOrd="0" presId="urn:microsoft.com/office/officeart/2018/5/layout/IconCircleLabelList"/>
    <dgm:cxn modelId="{22D9DDE7-13DF-48B5-A3DA-1C5881C5629A}" srcId="{08A87D0B-AA24-46BC-8961-2C0238644D80}" destId="{0D7DB087-A7B2-4B12-A248-7281873EFA7A}" srcOrd="2" destOrd="0" parTransId="{009089A0-3066-4EEE-B61B-3CDCEB4028DD}" sibTransId="{E5749E9D-223E-412C-91F6-7A60CEC4CC43}"/>
    <dgm:cxn modelId="{B226EA03-E1EA-4461-9DAE-90AC3B143EF6}" type="presParOf" srcId="{66F19950-5BCD-4B45-9F77-DDBE72CCA7B4}" destId="{1D50E547-A466-4C86-AABB-890A2C878AA7}" srcOrd="0" destOrd="0" presId="urn:microsoft.com/office/officeart/2018/5/layout/IconCircleLabelList"/>
    <dgm:cxn modelId="{2EA751E5-CA7B-4366-B00D-60865012A487}" type="presParOf" srcId="{1D50E547-A466-4C86-AABB-890A2C878AA7}" destId="{305A4E6B-2289-4046-96C7-57C288D88192}" srcOrd="0" destOrd="0" presId="urn:microsoft.com/office/officeart/2018/5/layout/IconCircleLabelList"/>
    <dgm:cxn modelId="{423D721D-8D96-4D48-B7B1-C6381253A2C1}" type="presParOf" srcId="{1D50E547-A466-4C86-AABB-890A2C878AA7}" destId="{8C2F3731-EACC-42C7-B380-A7282BC1C66F}" srcOrd="1" destOrd="0" presId="urn:microsoft.com/office/officeart/2018/5/layout/IconCircleLabelList"/>
    <dgm:cxn modelId="{11E8A300-7DD7-4361-9346-D2C1A0EE5C3C}" type="presParOf" srcId="{1D50E547-A466-4C86-AABB-890A2C878AA7}" destId="{69153E00-4672-4D86-85C2-A88BF3ABE74D}" srcOrd="2" destOrd="0" presId="urn:microsoft.com/office/officeart/2018/5/layout/IconCircleLabelList"/>
    <dgm:cxn modelId="{5DC16521-D1A4-4066-9743-DE286CBE2B72}" type="presParOf" srcId="{1D50E547-A466-4C86-AABB-890A2C878AA7}" destId="{69947D9B-8ED5-410D-A254-59E5CE7E7A3D}" srcOrd="3" destOrd="0" presId="urn:microsoft.com/office/officeart/2018/5/layout/IconCircleLabelList"/>
    <dgm:cxn modelId="{C8AC85E8-666D-4D05-8FDD-1371014DADE9}" type="presParOf" srcId="{66F19950-5BCD-4B45-9F77-DDBE72CCA7B4}" destId="{EF369A27-DD96-4D13-AA17-5D9E015FD2C6}" srcOrd="1" destOrd="0" presId="urn:microsoft.com/office/officeart/2018/5/layout/IconCircleLabelList"/>
    <dgm:cxn modelId="{9D5193C6-93AC-4D97-BB50-A71BF475EF43}" type="presParOf" srcId="{66F19950-5BCD-4B45-9F77-DDBE72CCA7B4}" destId="{953E4FB8-D5B9-4081-B256-8B8DD7FAF46D}" srcOrd="2" destOrd="0" presId="urn:microsoft.com/office/officeart/2018/5/layout/IconCircleLabelList"/>
    <dgm:cxn modelId="{B4AF3707-3893-4DDB-B1B2-FE20401D9362}" type="presParOf" srcId="{953E4FB8-D5B9-4081-B256-8B8DD7FAF46D}" destId="{A8E34C24-B9CD-49FC-8FED-0A94AA6172A7}" srcOrd="0" destOrd="0" presId="urn:microsoft.com/office/officeart/2018/5/layout/IconCircleLabelList"/>
    <dgm:cxn modelId="{7FD9D2AA-9517-44A8-A83E-5BC92958C41A}" type="presParOf" srcId="{953E4FB8-D5B9-4081-B256-8B8DD7FAF46D}" destId="{EC28C11E-E470-470C-958C-46FD890EC995}" srcOrd="1" destOrd="0" presId="urn:microsoft.com/office/officeart/2018/5/layout/IconCircleLabelList"/>
    <dgm:cxn modelId="{2E5C8046-BB19-4492-9D4F-FACEC069CEDC}" type="presParOf" srcId="{953E4FB8-D5B9-4081-B256-8B8DD7FAF46D}" destId="{8775F2C0-4DCE-421D-A98E-F3044881635F}" srcOrd="2" destOrd="0" presId="urn:microsoft.com/office/officeart/2018/5/layout/IconCircleLabelList"/>
    <dgm:cxn modelId="{E7BF69A2-E548-4526-8442-1CE2974045E6}" type="presParOf" srcId="{953E4FB8-D5B9-4081-B256-8B8DD7FAF46D}" destId="{7A3EB5DD-4CE0-489F-8348-1B51B65448F2}" srcOrd="3" destOrd="0" presId="urn:microsoft.com/office/officeart/2018/5/layout/IconCircleLabelList"/>
    <dgm:cxn modelId="{6D328227-E2F9-4DB4-9B13-0B39EDEB7A09}" type="presParOf" srcId="{66F19950-5BCD-4B45-9F77-DDBE72CCA7B4}" destId="{604EDEDA-873E-4EC4-940D-4977DA003469}" srcOrd="3" destOrd="0" presId="urn:microsoft.com/office/officeart/2018/5/layout/IconCircleLabelList"/>
    <dgm:cxn modelId="{93D3B98E-1E73-4885-82B2-619B35D421DE}" type="presParOf" srcId="{66F19950-5BCD-4B45-9F77-DDBE72CCA7B4}" destId="{9D4EB0A3-45BB-459F-959C-80EDE20419E4}" srcOrd="4" destOrd="0" presId="urn:microsoft.com/office/officeart/2018/5/layout/IconCircleLabelList"/>
    <dgm:cxn modelId="{59662EBC-7E88-441A-8D44-434FC287A052}" type="presParOf" srcId="{9D4EB0A3-45BB-459F-959C-80EDE20419E4}" destId="{3AF663A3-C76A-4466-A1BA-3CEDD93E948C}" srcOrd="0" destOrd="0" presId="urn:microsoft.com/office/officeart/2018/5/layout/IconCircleLabelList"/>
    <dgm:cxn modelId="{0C1E88FD-C77B-4923-9568-0CABF5D1A47D}" type="presParOf" srcId="{9D4EB0A3-45BB-459F-959C-80EDE20419E4}" destId="{17F0EED4-4F71-4CA0-AF94-4BD99B8DEC0C}" srcOrd="1" destOrd="0" presId="urn:microsoft.com/office/officeart/2018/5/layout/IconCircleLabelList"/>
    <dgm:cxn modelId="{5832DFC3-8175-4F23-A81E-2E830D16C85B}" type="presParOf" srcId="{9D4EB0A3-45BB-459F-959C-80EDE20419E4}" destId="{2F4391EC-956A-49B4-A0C1-7219BC4948D4}" srcOrd="2" destOrd="0" presId="urn:microsoft.com/office/officeart/2018/5/layout/IconCircleLabelList"/>
    <dgm:cxn modelId="{3977AE44-45BF-42E2-8841-D872BB02424A}" type="presParOf" srcId="{9D4EB0A3-45BB-459F-959C-80EDE20419E4}" destId="{4B552F12-A233-4B77-BAB4-8ED92BAC8FEC}"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63831C1-BFB9-46B5-B068-AA5BA0AAFD9F}" type="doc">
      <dgm:prSet loTypeId="urn:microsoft.com/office/officeart/2005/8/layout/hierarchy1" loCatId="hierarchy" qsTypeId="urn:microsoft.com/office/officeart/2005/8/quickstyle/simple2" qsCatId="simple" csTypeId="urn:microsoft.com/office/officeart/2005/8/colors/colorful2" csCatId="colorful"/>
      <dgm:spPr/>
      <dgm:t>
        <a:bodyPr/>
        <a:lstStyle/>
        <a:p>
          <a:endParaRPr lang="en-US"/>
        </a:p>
      </dgm:t>
    </dgm:pt>
    <dgm:pt modelId="{6CB9C816-298D-440A-B443-E2B366A8311C}">
      <dgm:prSet/>
      <dgm:spPr/>
      <dgm:t>
        <a:bodyPr/>
        <a:lstStyle/>
        <a:p>
          <a:r>
            <a:rPr lang="en-US"/>
            <a:t>Many unit tests (fast feedback)</a:t>
          </a:r>
        </a:p>
      </dgm:t>
    </dgm:pt>
    <dgm:pt modelId="{73AA8433-9512-433F-825B-A77675CBD3B6}" type="parTrans" cxnId="{593C5466-5787-4B7E-8CD1-203AADBB37CA}">
      <dgm:prSet/>
      <dgm:spPr/>
      <dgm:t>
        <a:bodyPr/>
        <a:lstStyle/>
        <a:p>
          <a:endParaRPr lang="en-US"/>
        </a:p>
      </dgm:t>
    </dgm:pt>
    <dgm:pt modelId="{A648290F-F2B2-4067-BBA7-15E3D246F72F}" type="sibTrans" cxnId="{593C5466-5787-4B7E-8CD1-203AADBB37CA}">
      <dgm:prSet/>
      <dgm:spPr/>
      <dgm:t>
        <a:bodyPr/>
        <a:lstStyle/>
        <a:p>
          <a:endParaRPr lang="en-US"/>
        </a:p>
      </dgm:t>
    </dgm:pt>
    <dgm:pt modelId="{E6EAD92F-2DB2-4FEB-97B5-500F9C3EDC7E}">
      <dgm:prSet/>
      <dgm:spPr/>
      <dgm:t>
        <a:bodyPr/>
        <a:lstStyle/>
        <a:p>
          <a:r>
            <a:rPr lang="en-US"/>
            <a:t>Some integration tests (real confidence)</a:t>
          </a:r>
        </a:p>
      </dgm:t>
    </dgm:pt>
    <dgm:pt modelId="{48BB4A83-204C-4AA0-9FC9-B637649C53BA}" type="parTrans" cxnId="{7F832E1E-17E8-4306-984D-17A11876FEFA}">
      <dgm:prSet/>
      <dgm:spPr/>
      <dgm:t>
        <a:bodyPr/>
        <a:lstStyle/>
        <a:p>
          <a:endParaRPr lang="en-US"/>
        </a:p>
      </dgm:t>
    </dgm:pt>
    <dgm:pt modelId="{F68DE0D6-CB6F-4E8E-8061-BC71F09C0DC2}" type="sibTrans" cxnId="{7F832E1E-17E8-4306-984D-17A11876FEFA}">
      <dgm:prSet/>
      <dgm:spPr/>
      <dgm:t>
        <a:bodyPr/>
        <a:lstStyle/>
        <a:p>
          <a:endParaRPr lang="en-US"/>
        </a:p>
      </dgm:t>
    </dgm:pt>
    <dgm:pt modelId="{C1C6C29B-E2B5-4014-9A28-52B1790F326E}">
      <dgm:prSet/>
      <dgm:spPr/>
      <dgm:t>
        <a:bodyPr/>
        <a:lstStyle/>
        <a:p>
          <a:r>
            <a:rPr lang="en-US"/>
            <a:t>Few end-to-end tests (critical flows)</a:t>
          </a:r>
        </a:p>
      </dgm:t>
    </dgm:pt>
    <dgm:pt modelId="{DD6EEE7F-F7CF-4065-A136-9F502FC54226}" type="parTrans" cxnId="{AF0AF3E0-BE3A-4299-BB84-89A33139692C}">
      <dgm:prSet/>
      <dgm:spPr/>
      <dgm:t>
        <a:bodyPr/>
        <a:lstStyle/>
        <a:p>
          <a:endParaRPr lang="en-US"/>
        </a:p>
      </dgm:t>
    </dgm:pt>
    <dgm:pt modelId="{E6666A2F-D90F-4476-ABA0-496558734210}" type="sibTrans" cxnId="{AF0AF3E0-BE3A-4299-BB84-89A33139692C}">
      <dgm:prSet/>
      <dgm:spPr/>
      <dgm:t>
        <a:bodyPr/>
        <a:lstStyle/>
        <a:p>
          <a:endParaRPr lang="en-US"/>
        </a:p>
      </dgm:t>
    </dgm:pt>
    <dgm:pt modelId="{84FD9C24-BF18-9F4C-8299-D3BB93F31907}" type="pres">
      <dgm:prSet presAssocID="{463831C1-BFB9-46B5-B068-AA5BA0AAFD9F}" presName="hierChild1" presStyleCnt="0">
        <dgm:presLayoutVars>
          <dgm:chPref val="1"/>
          <dgm:dir/>
          <dgm:animOne val="branch"/>
          <dgm:animLvl val="lvl"/>
          <dgm:resizeHandles/>
        </dgm:presLayoutVars>
      </dgm:prSet>
      <dgm:spPr/>
    </dgm:pt>
    <dgm:pt modelId="{AE85042E-E143-6D43-A7F3-48A64C7DC075}" type="pres">
      <dgm:prSet presAssocID="{6CB9C816-298D-440A-B443-E2B366A8311C}" presName="hierRoot1" presStyleCnt="0"/>
      <dgm:spPr/>
    </dgm:pt>
    <dgm:pt modelId="{67BD953A-3CD3-7E4C-A8E3-9657A961A660}" type="pres">
      <dgm:prSet presAssocID="{6CB9C816-298D-440A-B443-E2B366A8311C}" presName="composite" presStyleCnt="0"/>
      <dgm:spPr/>
    </dgm:pt>
    <dgm:pt modelId="{338B9AF7-2DB1-6A40-B0EF-F0B24E919B70}" type="pres">
      <dgm:prSet presAssocID="{6CB9C816-298D-440A-B443-E2B366A8311C}" presName="background" presStyleLbl="node0" presStyleIdx="0" presStyleCnt="3"/>
      <dgm:spPr/>
    </dgm:pt>
    <dgm:pt modelId="{C90225C9-7DB8-404F-A819-5B2160833798}" type="pres">
      <dgm:prSet presAssocID="{6CB9C816-298D-440A-B443-E2B366A8311C}" presName="text" presStyleLbl="fgAcc0" presStyleIdx="0" presStyleCnt="3">
        <dgm:presLayoutVars>
          <dgm:chPref val="3"/>
        </dgm:presLayoutVars>
      </dgm:prSet>
      <dgm:spPr/>
    </dgm:pt>
    <dgm:pt modelId="{BFD1E4FC-BEC9-FB42-8E2B-F03682CE7078}" type="pres">
      <dgm:prSet presAssocID="{6CB9C816-298D-440A-B443-E2B366A8311C}" presName="hierChild2" presStyleCnt="0"/>
      <dgm:spPr/>
    </dgm:pt>
    <dgm:pt modelId="{22B8E8E0-0634-FB40-B841-3A9DF3242208}" type="pres">
      <dgm:prSet presAssocID="{E6EAD92F-2DB2-4FEB-97B5-500F9C3EDC7E}" presName="hierRoot1" presStyleCnt="0"/>
      <dgm:spPr/>
    </dgm:pt>
    <dgm:pt modelId="{824160FB-CD39-784C-A11C-FEA1C15A538F}" type="pres">
      <dgm:prSet presAssocID="{E6EAD92F-2DB2-4FEB-97B5-500F9C3EDC7E}" presName="composite" presStyleCnt="0"/>
      <dgm:spPr/>
    </dgm:pt>
    <dgm:pt modelId="{1B7B8C45-6285-C444-8021-DEB1F066F08C}" type="pres">
      <dgm:prSet presAssocID="{E6EAD92F-2DB2-4FEB-97B5-500F9C3EDC7E}" presName="background" presStyleLbl="node0" presStyleIdx="1" presStyleCnt="3"/>
      <dgm:spPr/>
    </dgm:pt>
    <dgm:pt modelId="{59890198-9F1F-6346-9AB4-E71589968037}" type="pres">
      <dgm:prSet presAssocID="{E6EAD92F-2DB2-4FEB-97B5-500F9C3EDC7E}" presName="text" presStyleLbl="fgAcc0" presStyleIdx="1" presStyleCnt="3">
        <dgm:presLayoutVars>
          <dgm:chPref val="3"/>
        </dgm:presLayoutVars>
      </dgm:prSet>
      <dgm:spPr/>
    </dgm:pt>
    <dgm:pt modelId="{A2B3CA39-486F-2448-8A11-7449A53D8373}" type="pres">
      <dgm:prSet presAssocID="{E6EAD92F-2DB2-4FEB-97B5-500F9C3EDC7E}" presName="hierChild2" presStyleCnt="0"/>
      <dgm:spPr/>
    </dgm:pt>
    <dgm:pt modelId="{23632A91-6CA1-EE4B-A17B-648276C5D667}" type="pres">
      <dgm:prSet presAssocID="{C1C6C29B-E2B5-4014-9A28-52B1790F326E}" presName="hierRoot1" presStyleCnt="0"/>
      <dgm:spPr/>
    </dgm:pt>
    <dgm:pt modelId="{010C7627-B307-184C-B971-CF1E23B902E8}" type="pres">
      <dgm:prSet presAssocID="{C1C6C29B-E2B5-4014-9A28-52B1790F326E}" presName="composite" presStyleCnt="0"/>
      <dgm:spPr/>
    </dgm:pt>
    <dgm:pt modelId="{B8859F3E-5E6F-1E4A-A7A9-B305889A67C9}" type="pres">
      <dgm:prSet presAssocID="{C1C6C29B-E2B5-4014-9A28-52B1790F326E}" presName="background" presStyleLbl="node0" presStyleIdx="2" presStyleCnt="3"/>
      <dgm:spPr/>
    </dgm:pt>
    <dgm:pt modelId="{84DAF377-D7B9-C84E-A68C-BC6E591B1710}" type="pres">
      <dgm:prSet presAssocID="{C1C6C29B-E2B5-4014-9A28-52B1790F326E}" presName="text" presStyleLbl="fgAcc0" presStyleIdx="2" presStyleCnt="3">
        <dgm:presLayoutVars>
          <dgm:chPref val="3"/>
        </dgm:presLayoutVars>
      </dgm:prSet>
      <dgm:spPr/>
    </dgm:pt>
    <dgm:pt modelId="{95887BA4-B555-6943-B9A1-62E5370F29C5}" type="pres">
      <dgm:prSet presAssocID="{C1C6C29B-E2B5-4014-9A28-52B1790F326E}" presName="hierChild2" presStyleCnt="0"/>
      <dgm:spPr/>
    </dgm:pt>
  </dgm:ptLst>
  <dgm:cxnLst>
    <dgm:cxn modelId="{7F832E1E-17E8-4306-984D-17A11876FEFA}" srcId="{463831C1-BFB9-46B5-B068-AA5BA0AAFD9F}" destId="{E6EAD92F-2DB2-4FEB-97B5-500F9C3EDC7E}" srcOrd="1" destOrd="0" parTransId="{48BB4A83-204C-4AA0-9FC9-B637649C53BA}" sibTransId="{F68DE0D6-CB6F-4E8E-8061-BC71F09C0DC2}"/>
    <dgm:cxn modelId="{D95F2930-B780-6E46-87C2-8B47E2BE3CFB}" type="presOf" srcId="{C1C6C29B-E2B5-4014-9A28-52B1790F326E}" destId="{84DAF377-D7B9-C84E-A68C-BC6E591B1710}" srcOrd="0" destOrd="0" presId="urn:microsoft.com/office/officeart/2005/8/layout/hierarchy1"/>
    <dgm:cxn modelId="{593C5466-5787-4B7E-8CD1-203AADBB37CA}" srcId="{463831C1-BFB9-46B5-B068-AA5BA0AAFD9F}" destId="{6CB9C816-298D-440A-B443-E2B366A8311C}" srcOrd="0" destOrd="0" parTransId="{73AA8433-9512-433F-825B-A77675CBD3B6}" sibTransId="{A648290F-F2B2-4067-BBA7-15E3D246F72F}"/>
    <dgm:cxn modelId="{510E2D9C-BCDC-7C4D-ABFC-B3E66D66BC94}" type="presOf" srcId="{6CB9C816-298D-440A-B443-E2B366A8311C}" destId="{C90225C9-7DB8-404F-A819-5B2160833798}" srcOrd="0" destOrd="0" presId="urn:microsoft.com/office/officeart/2005/8/layout/hierarchy1"/>
    <dgm:cxn modelId="{AF0AF3E0-BE3A-4299-BB84-89A33139692C}" srcId="{463831C1-BFB9-46B5-B068-AA5BA0AAFD9F}" destId="{C1C6C29B-E2B5-4014-9A28-52B1790F326E}" srcOrd="2" destOrd="0" parTransId="{DD6EEE7F-F7CF-4065-A136-9F502FC54226}" sibTransId="{E6666A2F-D90F-4476-ABA0-496558734210}"/>
    <dgm:cxn modelId="{C2DB4BE2-675C-EE44-9ACF-E6E7B4C2BFDE}" type="presOf" srcId="{463831C1-BFB9-46B5-B068-AA5BA0AAFD9F}" destId="{84FD9C24-BF18-9F4C-8299-D3BB93F31907}" srcOrd="0" destOrd="0" presId="urn:microsoft.com/office/officeart/2005/8/layout/hierarchy1"/>
    <dgm:cxn modelId="{57FC6DE5-AADA-6D4B-8205-0C5F335DEA2E}" type="presOf" srcId="{E6EAD92F-2DB2-4FEB-97B5-500F9C3EDC7E}" destId="{59890198-9F1F-6346-9AB4-E71589968037}" srcOrd="0" destOrd="0" presId="urn:microsoft.com/office/officeart/2005/8/layout/hierarchy1"/>
    <dgm:cxn modelId="{6E5A6CA5-8098-1041-8A60-9A2E344EE12F}" type="presParOf" srcId="{84FD9C24-BF18-9F4C-8299-D3BB93F31907}" destId="{AE85042E-E143-6D43-A7F3-48A64C7DC075}" srcOrd="0" destOrd="0" presId="urn:microsoft.com/office/officeart/2005/8/layout/hierarchy1"/>
    <dgm:cxn modelId="{82809330-6B48-6D43-8C99-D0B8CD9E7A68}" type="presParOf" srcId="{AE85042E-E143-6D43-A7F3-48A64C7DC075}" destId="{67BD953A-3CD3-7E4C-A8E3-9657A961A660}" srcOrd="0" destOrd="0" presId="urn:microsoft.com/office/officeart/2005/8/layout/hierarchy1"/>
    <dgm:cxn modelId="{ABFE2B1C-0CFE-AE40-8BCC-E46878874958}" type="presParOf" srcId="{67BD953A-3CD3-7E4C-A8E3-9657A961A660}" destId="{338B9AF7-2DB1-6A40-B0EF-F0B24E919B70}" srcOrd="0" destOrd="0" presId="urn:microsoft.com/office/officeart/2005/8/layout/hierarchy1"/>
    <dgm:cxn modelId="{527C9BBB-631D-7946-A828-F20EB70414B5}" type="presParOf" srcId="{67BD953A-3CD3-7E4C-A8E3-9657A961A660}" destId="{C90225C9-7DB8-404F-A819-5B2160833798}" srcOrd="1" destOrd="0" presId="urn:microsoft.com/office/officeart/2005/8/layout/hierarchy1"/>
    <dgm:cxn modelId="{0918C517-F05E-D249-A6E4-7FA90F727E5E}" type="presParOf" srcId="{AE85042E-E143-6D43-A7F3-48A64C7DC075}" destId="{BFD1E4FC-BEC9-FB42-8E2B-F03682CE7078}" srcOrd="1" destOrd="0" presId="urn:microsoft.com/office/officeart/2005/8/layout/hierarchy1"/>
    <dgm:cxn modelId="{BCBD3B14-153E-2D43-BE22-9659FCC6EDE0}" type="presParOf" srcId="{84FD9C24-BF18-9F4C-8299-D3BB93F31907}" destId="{22B8E8E0-0634-FB40-B841-3A9DF3242208}" srcOrd="1" destOrd="0" presId="urn:microsoft.com/office/officeart/2005/8/layout/hierarchy1"/>
    <dgm:cxn modelId="{C8FFA7B9-9CA1-DF4A-AB73-C4D1DE4EA1BE}" type="presParOf" srcId="{22B8E8E0-0634-FB40-B841-3A9DF3242208}" destId="{824160FB-CD39-784C-A11C-FEA1C15A538F}" srcOrd="0" destOrd="0" presId="urn:microsoft.com/office/officeart/2005/8/layout/hierarchy1"/>
    <dgm:cxn modelId="{62A8795C-AA61-874B-B8AF-153E3308C25E}" type="presParOf" srcId="{824160FB-CD39-784C-A11C-FEA1C15A538F}" destId="{1B7B8C45-6285-C444-8021-DEB1F066F08C}" srcOrd="0" destOrd="0" presId="urn:microsoft.com/office/officeart/2005/8/layout/hierarchy1"/>
    <dgm:cxn modelId="{8B823EFE-05FE-2748-B066-0EB880544653}" type="presParOf" srcId="{824160FB-CD39-784C-A11C-FEA1C15A538F}" destId="{59890198-9F1F-6346-9AB4-E71589968037}" srcOrd="1" destOrd="0" presId="urn:microsoft.com/office/officeart/2005/8/layout/hierarchy1"/>
    <dgm:cxn modelId="{EE30CD95-C399-9C48-A6DE-7EF7F726E246}" type="presParOf" srcId="{22B8E8E0-0634-FB40-B841-3A9DF3242208}" destId="{A2B3CA39-486F-2448-8A11-7449A53D8373}" srcOrd="1" destOrd="0" presId="urn:microsoft.com/office/officeart/2005/8/layout/hierarchy1"/>
    <dgm:cxn modelId="{3AF0E67C-339D-2C40-ABE9-FC2422BB3A68}" type="presParOf" srcId="{84FD9C24-BF18-9F4C-8299-D3BB93F31907}" destId="{23632A91-6CA1-EE4B-A17B-648276C5D667}" srcOrd="2" destOrd="0" presId="urn:microsoft.com/office/officeart/2005/8/layout/hierarchy1"/>
    <dgm:cxn modelId="{CCFE0DC9-6EB2-724B-9655-83FD238FBFE1}" type="presParOf" srcId="{23632A91-6CA1-EE4B-A17B-648276C5D667}" destId="{010C7627-B307-184C-B971-CF1E23B902E8}" srcOrd="0" destOrd="0" presId="urn:microsoft.com/office/officeart/2005/8/layout/hierarchy1"/>
    <dgm:cxn modelId="{9EAF3C68-D29E-8D4B-9B09-9A0C7915FC02}" type="presParOf" srcId="{010C7627-B307-184C-B971-CF1E23B902E8}" destId="{B8859F3E-5E6F-1E4A-A7A9-B305889A67C9}" srcOrd="0" destOrd="0" presId="urn:microsoft.com/office/officeart/2005/8/layout/hierarchy1"/>
    <dgm:cxn modelId="{D71D20E8-90B8-D840-9F37-9B8B16C07BB9}" type="presParOf" srcId="{010C7627-B307-184C-B971-CF1E23B902E8}" destId="{84DAF377-D7B9-C84E-A68C-BC6E591B1710}" srcOrd="1" destOrd="0" presId="urn:microsoft.com/office/officeart/2005/8/layout/hierarchy1"/>
    <dgm:cxn modelId="{8EE3076F-F2C7-C246-8092-B5373E9CC86C}" type="presParOf" srcId="{23632A91-6CA1-EE4B-A17B-648276C5D667}" destId="{95887BA4-B555-6943-B9A1-62E5370F29C5}"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CFE32F8-6DA4-4107-95FA-30E2B238753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A977C51-932C-4EE2-ABF3-6A9723D9A7FE}">
      <dgm:prSet/>
      <dgm:spPr/>
      <dgm:t>
        <a:bodyPr/>
        <a:lstStyle/>
        <a:p>
          <a:pPr>
            <a:lnSpc>
              <a:spcPct val="100000"/>
            </a:lnSpc>
          </a:pPr>
          <a:r>
            <a:rPr lang="en-US"/>
            <a:t>Arrange: set up inputs/dependencies</a:t>
          </a:r>
        </a:p>
      </dgm:t>
    </dgm:pt>
    <dgm:pt modelId="{D7E05F62-6ECE-47B9-8A90-2328A1617FC2}" type="parTrans" cxnId="{57339D89-B031-47AE-A023-2BA6A5182C07}">
      <dgm:prSet/>
      <dgm:spPr/>
      <dgm:t>
        <a:bodyPr/>
        <a:lstStyle/>
        <a:p>
          <a:endParaRPr lang="en-US"/>
        </a:p>
      </dgm:t>
    </dgm:pt>
    <dgm:pt modelId="{AEB78748-EF49-40B0-A435-DFAA9D9B2C53}" type="sibTrans" cxnId="{57339D89-B031-47AE-A023-2BA6A5182C07}">
      <dgm:prSet/>
      <dgm:spPr/>
      <dgm:t>
        <a:bodyPr/>
        <a:lstStyle/>
        <a:p>
          <a:endParaRPr lang="en-US"/>
        </a:p>
      </dgm:t>
    </dgm:pt>
    <dgm:pt modelId="{DCC11752-AF29-4A56-9AA8-07CF2CDBFDEB}">
      <dgm:prSet/>
      <dgm:spPr/>
      <dgm:t>
        <a:bodyPr/>
        <a:lstStyle/>
        <a:p>
          <a:pPr>
            <a:lnSpc>
              <a:spcPct val="100000"/>
            </a:lnSpc>
          </a:pPr>
          <a:r>
            <a:rPr lang="en-US"/>
            <a:t>Act: call the code under test</a:t>
          </a:r>
        </a:p>
      </dgm:t>
    </dgm:pt>
    <dgm:pt modelId="{DC81CEBE-8818-4CFD-9110-A9C4CC78FC44}" type="parTrans" cxnId="{8D444D77-D38E-4E83-B9CF-8B66596C46EC}">
      <dgm:prSet/>
      <dgm:spPr/>
      <dgm:t>
        <a:bodyPr/>
        <a:lstStyle/>
        <a:p>
          <a:endParaRPr lang="en-US"/>
        </a:p>
      </dgm:t>
    </dgm:pt>
    <dgm:pt modelId="{8B8EA5A3-AEA2-46E7-BF4D-4D7AF8E599D1}" type="sibTrans" cxnId="{8D444D77-D38E-4E83-B9CF-8B66596C46EC}">
      <dgm:prSet/>
      <dgm:spPr/>
      <dgm:t>
        <a:bodyPr/>
        <a:lstStyle/>
        <a:p>
          <a:endParaRPr lang="en-US"/>
        </a:p>
      </dgm:t>
    </dgm:pt>
    <dgm:pt modelId="{2F2B410D-B653-4119-9772-453DC9D66432}">
      <dgm:prSet/>
      <dgm:spPr/>
      <dgm:t>
        <a:bodyPr/>
        <a:lstStyle/>
        <a:p>
          <a:pPr>
            <a:lnSpc>
              <a:spcPct val="100000"/>
            </a:lnSpc>
          </a:pPr>
          <a:r>
            <a:rPr lang="en-US"/>
            <a:t>Assert: check the result/effect</a:t>
          </a:r>
        </a:p>
      </dgm:t>
    </dgm:pt>
    <dgm:pt modelId="{657CCD49-E534-427B-BEDD-1817EC912CF9}" type="parTrans" cxnId="{4A4FBA4E-A18F-4EB3-9966-4FDEB4522C2D}">
      <dgm:prSet/>
      <dgm:spPr/>
      <dgm:t>
        <a:bodyPr/>
        <a:lstStyle/>
        <a:p>
          <a:endParaRPr lang="en-US"/>
        </a:p>
      </dgm:t>
    </dgm:pt>
    <dgm:pt modelId="{26298C02-E089-428F-9069-05F0B9B078EC}" type="sibTrans" cxnId="{4A4FBA4E-A18F-4EB3-9966-4FDEB4522C2D}">
      <dgm:prSet/>
      <dgm:spPr/>
      <dgm:t>
        <a:bodyPr/>
        <a:lstStyle/>
        <a:p>
          <a:endParaRPr lang="en-US"/>
        </a:p>
      </dgm:t>
    </dgm:pt>
    <dgm:pt modelId="{8E1EE922-FA95-4D1E-8AFB-6E7C19887026}" type="pres">
      <dgm:prSet presAssocID="{FCFE32F8-6DA4-4107-95FA-30E2B238753E}" presName="root" presStyleCnt="0">
        <dgm:presLayoutVars>
          <dgm:dir/>
          <dgm:resizeHandles val="exact"/>
        </dgm:presLayoutVars>
      </dgm:prSet>
      <dgm:spPr/>
    </dgm:pt>
    <dgm:pt modelId="{850B5501-E8C2-4216-91DB-B0D6B08FA90F}" type="pres">
      <dgm:prSet presAssocID="{8A977C51-932C-4EE2-ABF3-6A9723D9A7FE}" presName="compNode" presStyleCnt="0"/>
      <dgm:spPr/>
    </dgm:pt>
    <dgm:pt modelId="{00F9FF81-1C9D-4671-B999-C5CF33F35C73}" type="pres">
      <dgm:prSet presAssocID="{8A977C51-932C-4EE2-ABF3-6A9723D9A7F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38395786-9FC6-41B5-9CF5-5C1EEBBDA19A}" type="pres">
      <dgm:prSet presAssocID="{8A977C51-932C-4EE2-ABF3-6A9723D9A7FE}" presName="spaceRect" presStyleCnt="0"/>
      <dgm:spPr/>
    </dgm:pt>
    <dgm:pt modelId="{5225A574-8D2A-41EF-A9DF-DF5D4ABC33D4}" type="pres">
      <dgm:prSet presAssocID="{8A977C51-932C-4EE2-ABF3-6A9723D9A7FE}" presName="textRect" presStyleLbl="revTx" presStyleIdx="0" presStyleCnt="3">
        <dgm:presLayoutVars>
          <dgm:chMax val="1"/>
          <dgm:chPref val="1"/>
        </dgm:presLayoutVars>
      </dgm:prSet>
      <dgm:spPr/>
    </dgm:pt>
    <dgm:pt modelId="{AECA113E-6119-477E-9C03-3AA543725893}" type="pres">
      <dgm:prSet presAssocID="{AEB78748-EF49-40B0-A435-DFAA9D9B2C53}" presName="sibTrans" presStyleCnt="0"/>
      <dgm:spPr/>
    </dgm:pt>
    <dgm:pt modelId="{83FFFE1A-B8A9-4ECE-B856-F592E12B4892}" type="pres">
      <dgm:prSet presAssocID="{DCC11752-AF29-4A56-9AA8-07CF2CDBFDEB}" presName="compNode" presStyleCnt="0"/>
      <dgm:spPr/>
    </dgm:pt>
    <dgm:pt modelId="{87C2AC4D-0238-43D3-BC8C-696109237BD7}" type="pres">
      <dgm:prSet presAssocID="{DCC11752-AF29-4A56-9AA8-07CF2CDBFDE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9F3809A9-F324-4330-AC16-914736F13190}" type="pres">
      <dgm:prSet presAssocID="{DCC11752-AF29-4A56-9AA8-07CF2CDBFDEB}" presName="spaceRect" presStyleCnt="0"/>
      <dgm:spPr/>
    </dgm:pt>
    <dgm:pt modelId="{CC985ABD-A135-440B-A690-A38E0ECFB518}" type="pres">
      <dgm:prSet presAssocID="{DCC11752-AF29-4A56-9AA8-07CF2CDBFDEB}" presName="textRect" presStyleLbl="revTx" presStyleIdx="1" presStyleCnt="3">
        <dgm:presLayoutVars>
          <dgm:chMax val="1"/>
          <dgm:chPref val="1"/>
        </dgm:presLayoutVars>
      </dgm:prSet>
      <dgm:spPr/>
    </dgm:pt>
    <dgm:pt modelId="{B43D1BE2-06A4-4D4D-BD4B-C7EA8559D5F3}" type="pres">
      <dgm:prSet presAssocID="{8B8EA5A3-AEA2-46E7-BF4D-4D7AF8E599D1}" presName="sibTrans" presStyleCnt="0"/>
      <dgm:spPr/>
    </dgm:pt>
    <dgm:pt modelId="{CF55CC19-B291-4617-AD12-E62EEC4CD570}" type="pres">
      <dgm:prSet presAssocID="{2F2B410D-B653-4119-9772-453DC9D66432}" presName="compNode" presStyleCnt="0"/>
      <dgm:spPr/>
    </dgm:pt>
    <dgm:pt modelId="{FE270417-5FFC-44AC-A445-1F4E1D955E86}" type="pres">
      <dgm:prSet presAssocID="{2F2B410D-B653-4119-9772-453DC9D664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rama"/>
        </a:ext>
      </dgm:extLst>
    </dgm:pt>
    <dgm:pt modelId="{5D657CEF-1220-4058-933F-B7A7F238160C}" type="pres">
      <dgm:prSet presAssocID="{2F2B410D-B653-4119-9772-453DC9D66432}" presName="spaceRect" presStyleCnt="0"/>
      <dgm:spPr/>
    </dgm:pt>
    <dgm:pt modelId="{BE19994B-8F82-4E38-B2AC-19A1E01D3EA2}" type="pres">
      <dgm:prSet presAssocID="{2F2B410D-B653-4119-9772-453DC9D66432}" presName="textRect" presStyleLbl="revTx" presStyleIdx="2" presStyleCnt="3">
        <dgm:presLayoutVars>
          <dgm:chMax val="1"/>
          <dgm:chPref val="1"/>
        </dgm:presLayoutVars>
      </dgm:prSet>
      <dgm:spPr/>
    </dgm:pt>
  </dgm:ptLst>
  <dgm:cxnLst>
    <dgm:cxn modelId="{ACD86044-9224-4320-BF7B-EF51C10EEB0E}" type="presOf" srcId="{8A977C51-932C-4EE2-ABF3-6A9723D9A7FE}" destId="{5225A574-8D2A-41EF-A9DF-DF5D4ABC33D4}" srcOrd="0" destOrd="0" presId="urn:microsoft.com/office/officeart/2018/2/layout/IconLabelList"/>
    <dgm:cxn modelId="{4A4FBA4E-A18F-4EB3-9966-4FDEB4522C2D}" srcId="{FCFE32F8-6DA4-4107-95FA-30E2B238753E}" destId="{2F2B410D-B653-4119-9772-453DC9D66432}" srcOrd="2" destOrd="0" parTransId="{657CCD49-E534-427B-BEDD-1817EC912CF9}" sibTransId="{26298C02-E089-428F-9069-05F0B9B078EC}"/>
    <dgm:cxn modelId="{7C719559-26D9-498A-B5F1-2644B7BE017A}" type="presOf" srcId="{2F2B410D-B653-4119-9772-453DC9D66432}" destId="{BE19994B-8F82-4E38-B2AC-19A1E01D3EA2}" srcOrd="0" destOrd="0" presId="urn:microsoft.com/office/officeart/2018/2/layout/IconLabelList"/>
    <dgm:cxn modelId="{B789DA6D-49CC-4156-A518-645219823171}" type="presOf" srcId="{DCC11752-AF29-4A56-9AA8-07CF2CDBFDEB}" destId="{CC985ABD-A135-440B-A690-A38E0ECFB518}" srcOrd="0" destOrd="0" presId="urn:microsoft.com/office/officeart/2018/2/layout/IconLabelList"/>
    <dgm:cxn modelId="{8D444D77-D38E-4E83-B9CF-8B66596C46EC}" srcId="{FCFE32F8-6DA4-4107-95FA-30E2B238753E}" destId="{DCC11752-AF29-4A56-9AA8-07CF2CDBFDEB}" srcOrd="1" destOrd="0" parTransId="{DC81CEBE-8818-4CFD-9110-A9C4CC78FC44}" sibTransId="{8B8EA5A3-AEA2-46E7-BF4D-4D7AF8E599D1}"/>
    <dgm:cxn modelId="{57339D89-B031-47AE-A023-2BA6A5182C07}" srcId="{FCFE32F8-6DA4-4107-95FA-30E2B238753E}" destId="{8A977C51-932C-4EE2-ABF3-6A9723D9A7FE}" srcOrd="0" destOrd="0" parTransId="{D7E05F62-6ECE-47B9-8A90-2328A1617FC2}" sibTransId="{AEB78748-EF49-40B0-A435-DFAA9D9B2C53}"/>
    <dgm:cxn modelId="{218AC0AE-DD3E-4727-981E-90AFDE9BE724}" type="presOf" srcId="{FCFE32F8-6DA4-4107-95FA-30E2B238753E}" destId="{8E1EE922-FA95-4D1E-8AFB-6E7C19887026}" srcOrd="0" destOrd="0" presId="urn:microsoft.com/office/officeart/2018/2/layout/IconLabelList"/>
    <dgm:cxn modelId="{EED712A6-FE9F-447A-A2A8-10BF34953F1B}" type="presParOf" srcId="{8E1EE922-FA95-4D1E-8AFB-6E7C19887026}" destId="{850B5501-E8C2-4216-91DB-B0D6B08FA90F}" srcOrd="0" destOrd="0" presId="urn:microsoft.com/office/officeart/2018/2/layout/IconLabelList"/>
    <dgm:cxn modelId="{F1E0EE18-2299-4555-9A5A-DE6B48A57CD0}" type="presParOf" srcId="{850B5501-E8C2-4216-91DB-B0D6B08FA90F}" destId="{00F9FF81-1C9D-4671-B999-C5CF33F35C73}" srcOrd="0" destOrd="0" presId="urn:microsoft.com/office/officeart/2018/2/layout/IconLabelList"/>
    <dgm:cxn modelId="{82261DBE-1A17-4A18-940C-84261491F8BD}" type="presParOf" srcId="{850B5501-E8C2-4216-91DB-B0D6B08FA90F}" destId="{38395786-9FC6-41B5-9CF5-5C1EEBBDA19A}" srcOrd="1" destOrd="0" presId="urn:microsoft.com/office/officeart/2018/2/layout/IconLabelList"/>
    <dgm:cxn modelId="{FF3E2E0F-3520-4EF2-A069-D904F924AD86}" type="presParOf" srcId="{850B5501-E8C2-4216-91DB-B0D6B08FA90F}" destId="{5225A574-8D2A-41EF-A9DF-DF5D4ABC33D4}" srcOrd="2" destOrd="0" presId="urn:microsoft.com/office/officeart/2018/2/layout/IconLabelList"/>
    <dgm:cxn modelId="{CC8AE156-0D75-4BFB-97BA-3C98DE9499F0}" type="presParOf" srcId="{8E1EE922-FA95-4D1E-8AFB-6E7C19887026}" destId="{AECA113E-6119-477E-9C03-3AA543725893}" srcOrd="1" destOrd="0" presId="urn:microsoft.com/office/officeart/2018/2/layout/IconLabelList"/>
    <dgm:cxn modelId="{867261B4-D389-4CB2-86DC-C53E5D1E845A}" type="presParOf" srcId="{8E1EE922-FA95-4D1E-8AFB-6E7C19887026}" destId="{83FFFE1A-B8A9-4ECE-B856-F592E12B4892}" srcOrd="2" destOrd="0" presId="urn:microsoft.com/office/officeart/2018/2/layout/IconLabelList"/>
    <dgm:cxn modelId="{6B0C3D7C-D41E-41F9-99A2-D282D058E53A}" type="presParOf" srcId="{83FFFE1A-B8A9-4ECE-B856-F592E12B4892}" destId="{87C2AC4D-0238-43D3-BC8C-696109237BD7}" srcOrd="0" destOrd="0" presId="urn:microsoft.com/office/officeart/2018/2/layout/IconLabelList"/>
    <dgm:cxn modelId="{7403FE8C-824E-46D8-BF60-36308271D9FF}" type="presParOf" srcId="{83FFFE1A-B8A9-4ECE-B856-F592E12B4892}" destId="{9F3809A9-F324-4330-AC16-914736F13190}" srcOrd="1" destOrd="0" presId="urn:microsoft.com/office/officeart/2018/2/layout/IconLabelList"/>
    <dgm:cxn modelId="{2C372437-068F-4C3C-B2B0-E3570908BEEC}" type="presParOf" srcId="{83FFFE1A-B8A9-4ECE-B856-F592E12B4892}" destId="{CC985ABD-A135-440B-A690-A38E0ECFB518}" srcOrd="2" destOrd="0" presId="urn:microsoft.com/office/officeart/2018/2/layout/IconLabelList"/>
    <dgm:cxn modelId="{5BF87BD3-EAF7-438A-B08C-A5B3F5CFF21A}" type="presParOf" srcId="{8E1EE922-FA95-4D1E-8AFB-6E7C19887026}" destId="{B43D1BE2-06A4-4D4D-BD4B-C7EA8559D5F3}" srcOrd="3" destOrd="0" presId="urn:microsoft.com/office/officeart/2018/2/layout/IconLabelList"/>
    <dgm:cxn modelId="{DDB38593-5AE8-4782-AD53-9F941369F745}" type="presParOf" srcId="{8E1EE922-FA95-4D1E-8AFB-6E7C19887026}" destId="{CF55CC19-B291-4617-AD12-E62EEC4CD570}" srcOrd="4" destOrd="0" presId="urn:microsoft.com/office/officeart/2018/2/layout/IconLabelList"/>
    <dgm:cxn modelId="{737B2807-6736-4032-BC40-94284E88B552}" type="presParOf" srcId="{CF55CC19-B291-4617-AD12-E62EEC4CD570}" destId="{FE270417-5FFC-44AC-A445-1F4E1D955E86}" srcOrd="0" destOrd="0" presId="urn:microsoft.com/office/officeart/2018/2/layout/IconLabelList"/>
    <dgm:cxn modelId="{3A5FE11F-DFEF-41A5-BD6A-7457EAD4F8AD}" type="presParOf" srcId="{CF55CC19-B291-4617-AD12-E62EEC4CD570}" destId="{5D657CEF-1220-4058-933F-B7A7F238160C}" srcOrd="1" destOrd="0" presId="urn:microsoft.com/office/officeart/2018/2/layout/IconLabelList"/>
    <dgm:cxn modelId="{D674D9C0-FF08-46C0-BB9F-30E040958346}" type="presParOf" srcId="{CF55CC19-B291-4617-AD12-E62EEC4CD570}" destId="{BE19994B-8F82-4E38-B2AC-19A1E01D3EA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3A0775D-622A-4101-BB8E-4FB0F56A6FFB}" type="doc">
      <dgm:prSet loTypeId="urn:microsoft.com/office/officeart/2005/8/layout/list1" loCatId="list" qsTypeId="urn:microsoft.com/office/officeart/2005/8/quickstyle/simple4" qsCatId="simple" csTypeId="urn:microsoft.com/office/officeart/2005/8/colors/accent0_3" csCatId="mainScheme"/>
      <dgm:spPr/>
      <dgm:t>
        <a:bodyPr/>
        <a:lstStyle/>
        <a:p>
          <a:endParaRPr lang="en-US"/>
        </a:p>
      </dgm:t>
    </dgm:pt>
    <dgm:pt modelId="{7B58F085-34EE-47CE-BADA-1B93B02FB734}">
      <dgm:prSet/>
      <dgm:spPr/>
      <dgm:t>
        <a:bodyPr/>
        <a:lstStyle/>
        <a:p>
          <a:r>
            <a:rPr lang="en-US"/>
            <a:t>Say: condition → expected result</a:t>
          </a:r>
        </a:p>
      </dgm:t>
    </dgm:pt>
    <dgm:pt modelId="{9B0433B8-CFAB-435E-84CD-A064F8392D64}" type="parTrans" cxnId="{B3988790-03E5-4C98-A860-5E0A38188800}">
      <dgm:prSet/>
      <dgm:spPr/>
      <dgm:t>
        <a:bodyPr/>
        <a:lstStyle/>
        <a:p>
          <a:endParaRPr lang="en-US"/>
        </a:p>
      </dgm:t>
    </dgm:pt>
    <dgm:pt modelId="{4387E719-9193-4ED1-9FB9-A9ACA162CF35}" type="sibTrans" cxnId="{B3988790-03E5-4C98-A860-5E0A38188800}">
      <dgm:prSet/>
      <dgm:spPr/>
      <dgm:t>
        <a:bodyPr/>
        <a:lstStyle/>
        <a:p>
          <a:endParaRPr lang="en-US"/>
        </a:p>
      </dgm:t>
    </dgm:pt>
    <dgm:pt modelId="{E268FB86-8441-4D1A-9D3F-E763E3D33497}">
      <dgm:prSet/>
      <dgm:spPr/>
      <dgm:t>
        <a:bodyPr/>
        <a:lstStyle/>
        <a:p>
          <a:r>
            <a:rPr lang="en-US"/>
            <a:t>Examples:</a:t>
          </a:r>
        </a:p>
      </dgm:t>
    </dgm:pt>
    <dgm:pt modelId="{256A49A0-9E01-4A83-9DCD-911B46DB7869}" type="parTrans" cxnId="{93FDEC57-F0C4-44CA-BFFA-A81AB87A03E5}">
      <dgm:prSet/>
      <dgm:spPr/>
      <dgm:t>
        <a:bodyPr/>
        <a:lstStyle/>
        <a:p>
          <a:endParaRPr lang="en-US"/>
        </a:p>
      </dgm:t>
    </dgm:pt>
    <dgm:pt modelId="{41F0263C-FD7D-4C9E-BF26-19A48FAE11EA}" type="sibTrans" cxnId="{93FDEC57-F0C4-44CA-BFFA-A81AB87A03E5}">
      <dgm:prSet/>
      <dgm:spPr/>
      <dgm:t>
        <a:bodyPr/>
        <a:lstStyle/>
        <a:p>
          <a:endParaRPr lang="en-US"/>
        </a:p>
      </dgm:t>
    </dgm:pt>
    <dgm:pt modelId="{72AA9E79-2319-409B-96F0-C899FC7DAE3B}">
      <dgm:prSet/>
      <dgm:spPr/>
      <dgm:t>
        <a:bodyPr/>
        <a:lstStyle/>
        <a:p>
          <a:r>
            <a:rPr lang="en-US"/>
            <a:t>returns_zero_for_empty_input</a:t>
          </a:r>
        </a:p>
      </dgm:t>
    </dgm:pt>
    <dgm:pt modelId="{1DC84FD3-CFBA-46DE-B08F-FF73AE6A365E}" type="parTrans" cxnId="{0557D7C2-E86D-49E8-8CE4-9CCC49ED2019}">
      <dgm:prSet/>
      <dgm:spPr/>
      <dgm:t>
        <a:bodyPr/>
        <a:lstStyle/>
        <a:p>
          <a:endParaRPr lang="en-US"/>
        </a:p>
      </dgm:t>
    </dgm:pt>
    <dgm:pt modelId="{62068C69-00C0-4312-9E12-31565FEE950D}" type="sibTrans" cxnId="{0557D7C2-E86D-49E8-8CE4-9CCC49ED2019}">
      <dgm:prSet/>
      <dgm:spPr/>
      <dgm:t>
        <a:bodyPr/>
        <a:lstStyle/>
        <a:p>
          <a:endParaRPr lang="en-US"/>
        </a:p>
      </dgm:t>
    </dgm:pt>
    <dgm:pt modelId="{1C944B49-57F5-490B-9C3F-89E35BB3D894}">
      <dgm:prSet/>
      <dgm:spPr/>
      <dgm:t>
        <a:bodyPr/>
        <a:lstStyle/>
        <a:p>
          <a:r>
            <a:rPr lang="en-US"/>
            <a:t>throws_when_amount_is_negative</a:t>
          </a:r>
        </a:p>
      </dgm:t>
    </dgm:pt>
    <dgm:pt modelId="{EA60C6B7-20FB-4840-AF8A-DB46E4442857}" type="parTrans" cxnId="{59A53E1F-0BBF-4D03-9228-9DFFC9A6681F}">
      <dgm:prSet/>
      <dgm:spPr/>
      <dgm:t>
        <a:bodyPr/>
        <a:lstStyle/>
        <a:p>
          <a:endParaRPr lang="en-US"/>
        </a:p>
      </dgm:t>
    </dgm:pt>
    <dgm:pt modelId="{7E5B59C7-2667-473D-8DD9-C8C47A352506}" type="sibTrans" cxnId="{59A53E1F-0BBF-4D03-9228-9DFFC9A6681F}">
      <dgm:prSet/>
      <dgm:spPr/>
      <dgm:t>
        <a:bodyPr/>
        <a:lstStyle/>
        <a:p>
          <a:endParaRPr lang="en-US"/>
        </a:p>
      </dgm:t>
    </dgm:pt>
    <dgm:pt modelId="{A77E74B4-3157-4F42-ABFD-4089FF7D7D7F}">
      <dgm:prSet/>
      <dgm:spPr/>
      <dgm:t>
        <a:bodyPr/>
        <a:lstStyle/>
        <a:p>
          <a:r>
            <a:rPr lang="en-US"/>
            <a:t>applies_discount_for_gold_customers</a:t>
          </a:r>
        </a:p>
      </dgm:t>
    </dgm:pt>
    <dgm:pt modelId="{F276B246-0450-4D24-9A64-E6154095A326}" type="parTrans" cxnId="{529528FC-33A1-498D-8CBC-AD494D41D5C3}">
      <dgm:prSet/>
      <dgm:spPr/>
      <dgm:t>
        <a:bodyPr/>
        <a:lstStyle/>
        <a:p>
          <a:endParaRPr lang="en-US"/>
        </a:p>
      </dgm:t>
    </dgm:pt>
    <dgm:pt modelId="{D2C09A8F-4FAB-4AC9-B185-97BB92D490FC}" type="sibTrans" cxnId="{529528FC-33A1-498D-8CBC-AD494D41D5C3}">
      <dgm:prSet/>
      <dgm:spPr/>
      <dgm:t>
        <a:bodyPr/>
        <a:lstStyle/>
        <a:p>
          <a:endParaRPr lang="en-US"/>
        </a:p>
      </dgm:t>
    </dgm:pt>
    <dgm:pt modelId="{D940BBD4-B232-2942-85AF-894D68E935DF}" type="pres">
      <dgm:prSet presAssocID="{B3A0775D-622A-4101-BB8E-4FB0F56A6FFB}" presName="linear" presStyleCnt="0">
        <dgm:presLayoutVars>
          <dgm:dir/>
          <dgm:animLvl val="lvl"/>
          <dgm:resizeHandles val="exact"/>
        </dgm:presLayoutVars>
      </dgm:prSet>
      <dgm:spPr/>
    </dgm:pt>
    <dgm:pt modelId="{2EF8B217-69D3-8748-9D96-BBA9895B6641}" type="pres">
      <dgm:prSet presAssocID="{7B58F085-34EE-47CE-BADA-1B93B02FB734}" presName="parentLin" presStyleCnt="0"/>
      <dgm:spPr/>
    </dgm:pt>
    <dgm:pt modelId="{8954E083-B85E-A046-972A-E141DA505C70}" type="pres">
      <dgm:prSet presAssocID="{7B58F085-34EE-47CE-BADA-1B93B02FB734}" presName="parentLeftMargin" presStyleLbl="node1" presStyleIdx="0" presStyleCnt="2"/>
      <dgm:spPr/>
    </dgm:pt>
    <dgm:pt modelId="{431E6427-E909-A048-B588-58110CB613C6}" type="pres">
      <dgm:prSet presAssocID="{7B58F085-34EE-47CE-BADA-1B93B02FB734}" presName="parentText" presStyleLbl="node1" presStyleIdx="0" presStyleCnt="2">
        <dgm:presLayoutVars>
          <dgm:chMax val="0"/>
          <dgm:bulletEnabled val="1"/>
        </dgm:presLayoutVars>
      </dgm:prSet>
      <dgm:spPr/>
    </dgm:pt>
    <dgm:pt modelId="{331E4C86-6931-A949-A403-F8C2CFF14556}" type="pres">
      <dgm:prSet presAssocID="{7B58F085-34EE-47CE-BADA-1B93B02FB734}" presName="negativeSpace" presStyleCnt="0"/>
      <dgm:spPr/>
    </dgm:pt>
    <dgm:pt modelId="{987AE2C4-918D-0141-B3A4-3F995B001691}" type="pres">
      <dgm:prSet presAssocID="{7B58F085-34EE-47CE-BADA-1B93B02FB734}" presName="childText" presStyleLbl="conFgAcc1" presStyleIdx="0" presStyleCnt="2">
        <dgm:presLayoutVars>
          <dgm:bulletEnabled val="1"/>
        </dgm:presLayoutVars>
      </dgm:prSet>
      <dgm:spPr/>
    </dgm:pt>
    <dgm:pt modelId="{E017C18F-8D74-464E-B6F0-160AA7000FBA}" type="pres">
      <dgm:prSet presAssocID="{4387E719-9193-4ED1-9FB9-A9ACA162CF35}" presName="spaceBetweenRectangles" presStyleCnt="0"/>
      <dgm:spPr/>
    </dgm:pt>
    <dgm:pt modelId="{82F345BF-3CEE-6C49-99F0-EC6B10DC5253}" type="pres">
      <dgm:prSet presAssocID="{E268FB86-8441-4D1A-9D3F-E763E3D33497}" presName="parentLin" presStyleCnt="0"/>
      <dgm:spPr/>
    </dgm:pt>
    <dgm:pt modelId="{76C702A3-F516-B247-8BC9-2D8FCC3EE548}" type="pres">
      <dgm:prSet presAssocID="{E268FB86-8441-4D1A-9D3F-E763E3D33497}" presName="parentLeftMargin" presStyleLbl="node1" presStyleIdx="0" presStyleCnt="2"/>
      <dgm:spPr/>
    </dgm:pt>
    <dgm:pt modelId="{371387D8-C5FC-1542-A088-2C6EC0FD724F}" type="pres">
      <dgm:prSet presAssocID="{E268FB86-8441-4D1A-9D3F-E763E3D33497}" presName="parentText" presStyleLbl="node1" presStyleIdx="1" presStyleCnt="2">
        <dgm:presLayoutVars>
          <dgm:chMax val="0"/>
          <dgm:bulletEnabled val="1"/>
        </dgm:presLayoutVars>
      </dgm:prSet>
      <dgm:spPr/>
    </dgm:pt>
    <dgm:pt modelId="{4F68BC32-7FD0-F248-A393-E8C2CFDF6B9F}" type="pres">
      <dgm:prSet presAssocID="{E268FB86-8441-4D1A-9D3F-E763E3D33497}" presName="negativeSpace" presStyleCnt="0"/>
      <dgm:spPr/>
    </dgm:pt>
    <dgm:pt modelId="{5DFEA044-1F5F-7246-A8EE-634C1B9B042B}" type="pres">
      <dgm:prSet presAssocID="{E268FB86-8441-4D1A-9D3F-E763E3D33497}" presName="childText" presStyleLbl="conFgAcc1" presStyleIdx="1" presStyleCnt="2">
        <dgm:presLayoutVars>
          <dgm:bulletEnabled val="1"/>
        </dgm:presLayoutVars>
      </dgm:prSet>
      <dgm:spPr/>
    </dgm:pt>
  </dgm:ptLst>
  <dgm:cxnLst>
    <dgm:cxn modelId="{396F2B0F-7040-B444-8F31-303DE2B50F96}" type="presOf" srcId="{72AA9E79-2319-409B-96F0-C899FC7DAE3B}" destId="{5DFEA044-1F5F-7246-A8EE-634C1B9B042B}" srcOrd="0" destOrd="0" presId="urn:microsoft.com/office/officeart/2005/8/layout/list1"/>
    <dgm:cxn modelId="{59A53E1F-0BBF-4D03-9228-9DFFC9A6681F}" srcId="{E268FB86-8441-4D1A-9D3F-E763E3D33497}" destId="{1C944B49-57F5-490B-9C3F-89E35BB3D894}" srcOrd="1" destOrd="0" parTransId="{EA60C6B7-20FB-4840-AF8A-DB46E4442857}" sibTransId="{7E5B59C7-2667-473D-8DD9-C8C47A352506}"/>
    <dgm:cxn modelId="{8882AD44-1D3A-0948-B0EA-D7ABE6E18B80}" type="presOf" srcId="{1C944B49-57F5-490B-9C3F-89E35BB3D894}" destId="{5DFEA044-1F5F-7246-A8EE-634C1B9B042B}" srcOrd="0" destOrd="1" presId="urn:microsoft.com/office/officeart/2005/8/layout/list1"/>
    <dgm:cxn modelId="{93FDEC57-F0C4-44CA-BFFA-A81AB87A03E5}" srcId="{B3A0775D-622A-4101-BB8E-4FB0F56A6FFB}" destId="{E268FB86-8441-4D1A-9D3F-E763E3D33497}" srcOrd="1" destOrd="0" parTransId="{256A49A0-9E01-4A83-9DCD-911B46DB7869}" sibTransId="{41F0263C-FD7D-4C9E-BF26-19A48FAE11EA}"/>
    <dgm:cxn modelId="{AB953D72-D942-9E4E-9A36-0949BBCFB9FA}" type="presOf" srcId="{7B58F085-34EE-47CE-BADA-1B93B02FB734}" destId="{8954E083-B85E-A046-972A-E141DA505C70}" srcOrd="0" destOrd="0" presId="urn:microsoft.com/office/officeart/2005/8/layout/list1"/>
    <dgm:cxn modelId="{EE535373-6FBE-614E-BCAB-2AC954466910}" type="presOf" srcId="{E268FB86-8441-4D1A-9D3F-E763E3D33497}" destId="{76C702A3-F516-B247-8BC9-2D8FCC3EE548}" srcOrd="0" destOrd="0" presId="urn:microsoft.com/office/officeart/2005/8/layout/list1"/>
    <dgm:cxn modelId="{ECDD557A-8C22-DA48-A35A-E8273BB4B4E9}" type="presOf" srcId="{A77E74B4-3157-4F42-ABFD-4089FF7D7D7F}" destId="{5DFEA044-1F5F-7246-A8EE-634C1B9B042B}" srcOrd="0" destOrd="2" presId="urn:microsoft.com/office/officeart/2005/8/layout/list1"/>
    <dgm:cxn modelId="{B3988790-03E5-4C98-A860-5E0A38188800}" srcId="{B3A0775D-622A-4101-BB8E-4FB0F56A6FFB}" destId="{7B58F085-34EE-47CE-BADA-1B93B02FB734}" srcOrd="0" destOrd="0" parTransId="{9B0433B8-CFAB-435E-84CD-A064F8392D64}" sibTransId="{4387E719-9193-4ED1-9FB9-A9ACA162CF35}"/>
    <dgm:cxn modelId="{0557D7C2-E86D-49E8-8CE4-9CCC49ED2019}" srcId="{E268FB86-8441-4D1A-9D3F-E763E3D33497}" destId="{72AA9E79-2319-409B-96F0-C899FC7DAE3B}" srcOrd="0" destOrd="0" parTransId="{1DC84FD3-CFBA-46DE-B08F-FF73AE6A365E}" sibTransId="{62068C69-00C0-4312-9E12-31565FEE950D}"/>
    <dgm:cxn modelId="{C9EB32D0-5D69-EA49-9196-0CA12DC8A618}" type="presOf" srcId="{E268FB86-8441-4D1A-9D3F-E763E3D33497}" destId="{371387D8-C5FC-1542-A088-2C6EC0FD724F}" srcOrd="1" destOrd="0" presId="urn:microsoft.com/office/officeart/2005/8/layout/list1"/>
    <dgm:cxn modelId="{0AAA60ED-0F07-A342-BAEB-4D404B9443BE}" type="presOf" srcId="{7B58F085-34EE-47CE-BADA-1B93B02FB734}" destId="{431E6427-E909-A048-B588-58110CB613C6}" srcOrd="1" destOrd="0" presId="urn:microsoft.com/office/officeart/2005/8/layout/list1"/>
    <dgm:cxn modelId="{529528FC-33A1-498D-8CBC-AD494D41D5C3}" srcId="{E268FB86-8441-4D1A-9D3F-E763E3D33497}" destId="{A77E74B4-3157-4F42-ABFD-4089FF7D7D7F}" srcOrd="2" destOrd="0" parTransId="{F276B246-0450-4D24-9A64-E6154095A326}" sibTransId="{D2C09A8F-4FAB-4AC9-B185-97BB92D490FC}"/>
    <dgm:cxn modelId="{F2F723FF-F70C-EF45-BD08-B5C0B41E79CB}" type="presOf" srcId="{B3A0775D-622A-4101-BB8E-4FB0F56A6FFB}" destId="{D940BBD4-B232-2942-85AF-894D68E935DF}" srcOrd="0" destOrd="0" presId="urn:microsoft.com/office/officeart/2005/8/layout/list1"/>
    <dgm:cxn modelId="{492D63A0-9369-2C4A-A34C-E9AE0C336CD5}" type="presParOf" srcId="{D940BBD4-B232-2942-85AF-894D68E935DF}" destId="{2EF8B217-69D3-8748-9D96-BBA9895B6641}" srcOrd="0" destOrd="0" presId="urn:microsoft.com/office/officeart/2005/8/layout/list1"/>
    <dgm:cxn modelId="{9B71E3D0-D08C-2245-ACD1-1F75647F9C42}" type="presParOf" srcId="{2EF8B217-69D3-8748-9D96-BBA9895B6641}" destId="{8954E083-B85E-A046-972A-E141DA505C70}" srcOrd="0" destOrd="0" presId="urn:microsoft.com/office/officeart/2005/8/layout/list1"/>
    <dgm:cxn modelId="{83F586E1-F3E5-514C-9E53-8651D03BE642}" type="presParOf" srcId="{2EF8B217-69D3-8748-9D96-BBA9895B6641}" destId="{431E6427-E909-A048-B588-58110CB613C6}" srcOrd="1" destOrd="0" presId="urn:microsoft.com/office/officeart/2005/8/layout/list1"/>
    <dgm:cxn modelId="{B000DAD7-397D-AB44-A5EA-4FDA115D7077}" type="presParOf" srcId="{D940BBD4-B232-2942-85AF-894D68E935DF}" destId="{331E4C86-6931-A949-A403-F8C2CFF14556}" srcOrd="1" destOrd="0" presId="urn:microsoft.com/office/officeart/2005/8/layout/list1"/>
    <dgm:cxn modelId="{53B9026E-A047-AE4C-943B-114DC6155F74}" type="presParOf" srcId="{D940BBD4-B232-2942-85AF-894D68E935DF}" destId="{987AE2C4-918D-0141-B3A4-3F995B001691}" srcOrd="2" destOrd="0" presId="urn:microsoft.com/office/officeart/2005/8/layout/list1"/>
    <dgm:cxn modelId="{B39BC69B-9AA3-0C47-8EED-EA8DD7275D48}" type="presParOf" srcId="{D940BBD4-B232-2942-85AF-894D68E935DF}" destId="{E017C18F-8D74-464E-B6F0-160AA7000FBA}" srcOrd="3" destOrd="0" presId="urn:microsoft.com/office/officeart/2005/8/layout/list1"/>
    <dgm:cxn modelId="{9581555D-F67E-A44C-8671-3D3CC3DE2542}" type="presParOf" srcId="{D940BBD4-B232-2942-85AF-894D68E935DF}" destId="{82F345BF-3CEE-6C49-99F0-EC6B10DC5253}" srcOrd="4" destOrd="0" presId="urn:microsoft.com/office/officeart/2005/8/layout/list1"/>
    <dgm:cxn modelId="{96827A0E-1D27-B542-8C55-E0A28FB01C03}" type="presParOf" srcId="{82F345BF-3CEE-6C49-99F0-EC6B10DC5253}" destId="{76C702A3-F516-B247-8BC9-2D8FCC3EE548}" srcOrd="0" destOrd="0" presId="urn:microsoft.com/office/officeart/2005/8/layout/list1"/>
    <dgm:cxn modelId="{F608CA9E-4167-CC40-8F51-8105302A518A}" type="presParOf" srcId="{82F345BF-3CEE-6C49-99F0-EC6B10DC5253}" destId="{371387D8-C5FC-1542-A088-2C6EC0FD724F}" srcOrd="1" destOrd="0" presId="urn:microsoft.com/office/officeart/2005/8/layout/list1"/>
    <dgm:cxn modelId="{89086781-B9DF-5645-9DED-C71260E5A447}" type="presParOf" srcId="{D940BBD4-B232-2942-85AF-894D68E935DF}" destId="{4F68BC32-7FD0-F248-A393-E8C2CFDF6B9F}" srcOrd="5" destOrd="0" presId="urn:microsoft.com/office/officeart/2005/8/layout/list1"/>
    <dgm:cxn modelId="{DB898EDF-3D5E-5E49-A1F5-13675785EF94}" type="presParOf" srcId="{D940BBD4-B232-2942-85AF-894D68E935DF}" destId="{5DFEA044-1F5F-7246-A8EE-634C1B9B042B}"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EA2225D-A517-45EE-9074-641D617E77E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B81F275D-E9EE-43DD-B0E4-37945C6AF5CA}">
      <dgm:prSet/>
      <dgm:spPr/>
      <dgm:t>
        <a:bodyPr/>
        <a:lstStyle/>
        <a:p>
          <a:r>
            <a:rPr lang="en-US"/>
            <a:t>We’ll build is_leap_year(year) using TDD</a:t>
          </a:r>
        </a:p>
      </dgm:t>
    </dgm:pt>
    <dgm:pt modelId="{84AD0C3A-998D-4D77-9EC1-E34315043AE6}" type="parTrans" cxnId="{C902631B-2855-42C6-B6CC-7F1E55A0E121}">
      <dgm:prSet/>
      <dgm:spPr/>
      <dgm:t>
        <a:bodyPr/>
        <a:lstStyle/>
        <a:p>
          <a:endParaRPr lang="en-US"/>
        </a:p>
      </dgm:t>
    </dgm:pt>
    <dgm:pt modelId="{AEFD1D9F-E6AB-4D29-A95B-E58622B1163C}" type="sibTrans" cxnId="{C902631B-2855-42C6-B6CC-7F1E55A0E121}">
      <dgm:prSet/>
      <dgm:spPr/>
      <dgm:t>
        <a:bodyPr/>
        <a:lstStyle/>
        <a:p>
          <a:endParaRPr lang="en-US"/>
        </a:p>
      </dgm:t>
    </dgm:pt>
    <dgm:pt modelId="{9AC76C1E-C208-46C3-88AE-0A1F7DFFC8F8}">
      <dgm:prSet/>
      <dgm:spPr/>
      <dgm:t>
        <a:bodyPr/>
        <a:lstStyle/>
        <a:p>
          <a:r>
            <a:rPr lang="en-US"/>
            <a:t>Start with the smallest meaningful test</a:t>
          </a:r>
        </a:p>
      </dgm:t>
    </dgm:pt>
    <dgm:pt modelId="{FC2B9317-3086-4D05-B048-E79059A3280C}" type="parTrans" cxnId="{2D30A8C8-C675-4E37-9CFA-5FCF582D30F7}">
      <dgm:prSet/>
      <dgm:spPr/>
      <dgm:t>
        <a:bodyPr/>
        <a:lstStyle/>
        <a:p>
          <a:endParaRPr lang="en-US"/>
        </a:p>
      </dgm:t>
    </dgm:pt>
    <dgm:pt modelId="{8FE0EB69-45D2-4148-B422-E8AD1E5CA212}" type="sibTrans" cxnId="{2D30A8C8-C675-4E37-9CFA-5FCF582D30F7}">
      <dgm:prSet/>
      <dgm:spPr/>
      <dgm:t>
        <a:bodyPr/>
        <a:lstStyle/>
        <a:p>
          <a:endParaRPr lang="en-US"/>
        </a:p>
      </dgm:t>
    </dgm:pt>
    <dgm:pt modelId="{4926AFCE-38F7-A949-ABFB-3E69599BE361}" type="pres">
      <dgm:prSet presAssocID="{AEA2225D-A517-45EE-9074-641D617E77E7}" presName="linear" presStyleCnt="0">
        <dgm:presLayoutVars>
          <dgm:animLvl val="lvl"/>
          <dgm:resizeHandles val="exact"/>
        </dgm:presLayoutVars>
      </dgm:prSet>
      <dgm:spPr/>
    </dgm:pt>
    <dgm:pt modelId="{C227277B-9E85-4948-9D88-2591522E46ED}" type="pres">
      <dgm:prSet presAssocID="{B81F275D-E9EE-43DD-B0E4-37945C6AF5CA}" presName="parentText" presStyleLbl="node1" presStyleIdx="0" presStyleCnt="2">
        <dgm:presLayoutVars>
          <dgm:chMax val="0"/>
          <dgm:bulletEnabled val="1"/>
        </dgm:presLayoutVars>
      </dgm:prSet>
      <dgm:spPr/>
    </dgm:pt>
    <dgm:pt modelId="{C8F4E342-DA5E-A74B-B8CB-AC779ED69C35}" type="pres">
      <dgm:prSet presAssocID="{AEFD1D9F-E6AB-4D29-A95B-E58622B1163C}" presName="spacer" presStyleCnt="0"/>
      <dgm:spPr/>
    </dgm:pt>
    <dgm:pt modelId="{19C6E49B-465E-0F47-B670-277CAB65A101}" type="pres">
      <dgm:prSet presAssocID="{9AC76C1E-C208-46C3-88AE-0A1F7DFFC8F8}" presName="parentText" presStyleLbl="node1" presStyleIdx="1" presStyleCnt="2">
        <dgm:presLayoutVars>
          <dgm:chMax val="0"/>
          <dgm:bulletEnabled val="1"/>
        </dgm:presLayoutVars>
      </dgm:prSet>
      <dgm:spPr/>
    </dgm:pt>
  </dgm:ptLst>
  <dgm:cxnLst>
    <dgm:cxn modelId="{C566B312-D270-0B4B-A054-718D47562EB1}" type="presOf" srcId="{9AC76C1E-C208-46C3-88AE-0A1F7DFFC8F8}" destId="{19C6E49B-465E-0F47-B670-277CAB65A101}" srcOrd="0" destOrd="0" presId="urn:microsoft.com/office/officeart/2005/8/layout/vList2"/>
    <dgm:cxn modelId="{C902631B-2855-42C6-B6CC-7F1E55A0E121}" srcId="{AEA2225D-A517-45EE-9074-641D617E77E7}" destId="{B81F275D-E9EE-43DD-B0E4-37945C6AF5CA}" srcOrd="0" destOrd="0" parTransId="{84AD0C3A-998D-4D77-9EC1-E34315043AE6}" sibTransId="{AEFD1D9F-E6AB-4D29-A95B-E58622B1163C}"/>
    <dgm:cxn modelId="{1FEC375E-2BDF-8E47-A3D5-AAC38703DF0C}" type="presOf" srcId="{B81F275D-E9EE-43DD-B0E4-37945C6AF5CA}" destId="{C227277B-9E85-4948-9D88-2591522E46ED}" srcOrd="0" destOrd="0" presId="urn:microsoft.com/office/officeart/2005/8/layout/vList2"/>
    <dgm:cxn modelId="{333DBA89-F926-8549-9F0D-A5E51D81A782}" type="presOf" srcId="{AEA2225D-A517-45EE-9074-641D617E77E7}" destId="{4926AFCE-38F7-A949-ABFB-3E69599BE361}" srcOrd="0" destOrd="0" presId="urn:microsoft.com/office/officeart/2005/8/layout/vList2"/>
    <dgm:cxn modelId="{2D30A8C8-C675-4E37-9CFA-5FCF582D30F7}" srcId="{AEA2225D-A517-45EE-9074-641D617E77E7}" destId="{9AC76C1E-C208-46C3-88AE-0A1F7DFFC8F8}" srcOrd="1" destOrd="0" parTransId="{FC2B9317-3086-4D05-B048-E79059A3280C}" sibTransId="{8FE0EB69-45D2-4148-B422-E8AD1E5CA212}"/>
    <dgm:cxn modelId="{15A8B990-B2F8-1E47-B017-789D82C0F65D}" type="presParOf" srcId="{4926AFCE-38F7-A949-ABFB-3E69599BE361}" destId="{C227277B-9E85-4948-9D88-2591522E46ED}" srcOrd="0" destOrd="0" presId="urn:microsoft.com/office/officeart/2005/8/layout/vList2"/>
    <dgm:cxn modelId="{48DC1AC5-3ABB-6842-B890-667654985957}" type="presParOf" srcId="{4926AFCE-38F7-A949-ABFB-3E69599BE361}" destId="{C8F4E342-DA5E-A74B-B8CB-AC779ED69C35}" srcOrd="1" destOrd="0" presId="urn:microsoft.com/office/officeart/2005/8/layout/vList2"/>
    <dgm:cxn modelId="{638F1620-97CA-6942-94F2-E0090C1EEA1D}" type="presParOf" srcId="{4926AFCE-38F7-A949-ABFB-3E69599BE361}" destId="{19C6E49B-465E-0F47-B670-277CAB65A101}"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6C8BFF1-B7F4-4849-A691-B8C06A0A732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6E9DC21-DD74-48D8-9F54-6D763E77F7CA}">
      <dgm:prSet/>
      <dgm:spPr/>
      <dgm:t>
        <a:bodyPr/>
        <a:lstStyle/>
        <a:p>
          <a:r>
            <a:rPr lang="en-US"/>
            <a:t>add("") == 0</a:t>
          </a:r>
        </a:p>
      </dgm:t>
    </dgm:pt>
    <dgm:pt modelId="{9AE1D163-ADCF-446C-A4F8-C0B351D82973}" type="parTrans" cxnId="{D6AF7266-7446-4981-BB9C-BA8F34B90EB9}">
      <dgm:prSet/>
      <dgm:spPr/>
      <dgm:t>
        <a:bodyPr/>
        <a:lstStyle/>
        <a:p>
          <a:endParaRPr lang="en-US"/>
        </a:p>
      </dgm:t>
    </dgm:pt>
    <dgm:pt modelId="{5D8D47FE-5594-4240-88B7-739102C30DD0}" type="sibTrans" cxnId="{D6AF7266-7446-4981-BB9C-BA8F34B90EB9}">
      <dgm:prSet/>
      <dgm:spPr/>
      <dgm:t>
        <a:bodyPr/>
        <a:lstStyle/>
        <a:p>
          <a:endParaRPr lang="en-US"/>
        </a:p>
      </dgm:t>
    </dgm:pt>
    <dgm:pt modelId="{41FD3CAA-3B46-4A78-94D7-14976A010E4A}">
      <dgm:prSet/>
      <dgm:spPr/>
      <dgm:t>
        <a:bodyPr/>
        <a:lstStyle/>
        <a:p>
          <a:r>
            <a:rPr lang="en-US"/>
            <a:t>add("1") == 1</a:t>
          </a:r>
        </a:p>
      </dgm:t>
    </dgm:pt>
    <dgm:pt modelId="{86F2A8C0-8138-4940-9A8A-0E6D28E41B47}" type="parTrans" cxnId="{AF26DE4E-6E85-4192-B2CD-600A16A68B4D}">
      <dgm:prSet/>
      <dgm:spPr/>
      <dgm:t>
        <a:bodyPr/>
        <a:lstStyle/>
        <a:p>
          <a:endParaRPr lang="en-US"/>
        </a:p>
      </dgm:t>
    </dgm:pt>
    <dgm:pt modelId="{5E9F9639-063A-4948-87D9-59DF4761B773}" type="sibTrans" cxnId="{AF26DE4E-6E85-4192-B2CD-600A16A68B4D}">
      <dgm:prSet/>
      <dgm:spPr/>
      <dgm:t>
        <a:bodyPr/>
        <a:lstStyle/>
        <a:p>
          <a:endParaRPr lang="en-US"/>
        </a:p>
      </dgm:t>
    </dgm:pt>
    <dgm:pt modelId="{E2A80FDA-FC68-42C4-8A26-020393E86E3E}">
      <dgm:prSet/>
      <dgm:spPr/>
      <dgm:t>
        <a:bodyPr/>
        <a:lstStyle/>
        <a:p>
          <a:r>
            <a:rPr lang="en-US"/>
            <a:t>add("1,2") == 3</a:t>
          </a:r>
        </a:p>
      </dgm:t>
    </dgm:pt>
    <dgm:pt modelId="{134A303D-280C-4B57-B5CB-23CBDD044F6E}" type="parTrans" cxnId="{F0C339B3-1143-420B-8937-0706C457EAF5}">
      <dgm:prSet/>
      <dgm:spPr/>
      <dgm:t>
        <a:bodyPr/>
        <a:lstStyle/>
        <a:p>
          <a:endParaRPr lang="en-US"/>
        </a:p>
      </dgm:t>
    </dgm:pt>
    <dgm:pt modelId="{33A2EF67-E42E-4AF6-B851-F86B2191D1FE}" type="sibTrans" cxnId="{F0C339B3-1143-420B-8937-0706C457EAF5}">
      <dgm:prSet/>
      <dgm:spPr/>
      <dgm:t>
        <a:bodyPr/>
        <a:lstStyle/>
        <a:p>
          <a:endParaRPr lang="en-US"/>
        </a:p>
      </dgm:t>
    </dgm:pt>
    <dgm:pt modelId="{F2692336-55BF-435D-92D2-83DB74240886}">
      <dgm:prSet/>
      <dgm:spPr/>
      <dgm:t>
        <a:bodyPr/>
        <a:lstStyle/>
        <a:p>
          <a:r>
            <a:rPr lang="en-US"/>
            <a:t>Support newlines: "1\n2,3" == 6</a:t>
          </a:r>
        </a:p>
      </dgm:t>
    </dgm:pt>
    <dgm:pt modelId="{876573E0-31CF-4A40-A815-455FCA9C5015}" type="parTrans" cxnId="{A1571B0D-AFDB-4903-B828-49E7E28DE774}">
      <dgm:prSet/>
      <dgm:spPr/>
      <dgm:t>
        <a:bodyPr/>
        <a:lstStyle/>
        <a:p>
          <a:endParaRPr lang="en-US"/>
        </a:p>
      </dgm:t>
    </dgm:pt>
    <dgm:pt modelId="{0A5BCA01-0EA8-4F84-89E1-5A0EABF9435F}" type="sibTrans" cxnId="{A1571B0D-AFDB-4903-B828-49E7E28DE774}">
      <dgm:prSet/>
      <dgm:spPr/>
      <dgm:t>
        <a:bodyPr/>
        <a:lstStyle/>
        <a:p>
          <a:endParaRPr lang="en-US"/>
        </a:p>
      </dgm:t>
    </dgm:pt>
    <dgm:pt modelId="{B4217F2D-D6E0-41C0-B821-F5C0626081C1}">
      <dgm:prSet/>
      <dgm:spPr/>
      <dgm:t>
        <a:bodyPr/>
        <a:lstStyle/>
        <a:p>
          <a:r>
            <a:rPr lang="en-US"/>
            <a:t>Support custom delimiter</a:t>
          </a:r>
        </a:p>
      </dgm:t>
    </dgm:pt>
    <dgm:pt modelId="{74EF8287-AEA7-42DF-B735-E125E9BEC7AC}" type="parTrans" cxnId="{BCAD8CAF-3C0B-4C1F-91EE-58750DC426CA}">
      <dgm:prSet/>
      <dgm:spPr/>
      <dgm:t>
        <a:bodyPr/>
        <a:lstStyle/>
        <a:p>
          <a:endParaRPr lang="en-US"/>
        </a:p>
      </dgm:t>
    </dgm:pt>
    <dgm:pt modelId="{EE3B5599-C8DE-4D74-972B-6499D5FCC183}" type="sibTrans" cxnId="{BCAD8CAF-3C0B-4C1F-91EE-58750DC426CA}">
      <dgm:prSet/>
      <dgm:spPr/>
      <dgm:t>
        <a:bodyPr/>
        <a:lstStyle/>
        <a:p>
          <a:endParaRPr lang="en-US"/>
        </a:p>
      </dgm:t>
    </dgm:pt>
    <dgm:pt modelId="{DB9765EA-B16B-4A5E-82C6-5041B924766D}">
      <dgm:prSet/>
      <dgm:spPr/>
      <dgm:t>
        <a:bodyPr/>
        <a:lstStyle/>
        <a:p>
          <a:r>
            <a:rPr lang="en-US"/>
            <a:t>Negatives → error listing negatives</a:t>
          </a:r>
        </a:p>
      </dgm:t>
    </dgm:pt>
    <dgm:pt modelId="{895ECE91-D12C-4F84-AD1D-A869BD8C2EF4}" type="parTrans" cxnId="{81DD4ADF-1E52-476F-A6D3-12DF32894CF4}">
      <dgm:prSet/>
      <dgm:spPr/>
      <dgm:t>
        <a:bodyPr/>
        <a:lstStyle/>
        <a:p>
          <a:endParaRPr lang="en-US"/>
        </a:p>
      </dgm:t>
    </dgm:pt>
    <dgm:pt modelId="{180F0E6E-A7F0-47E7-8434-9E20E42C36E5}" type="sibTrans" cxnId="{81DD4ADF-1E52-476F-A6D3-12DF32894CF4}">
      <dgm:prSet/>
      <dgm:spPr/>
      <dgm:t>
        <a:bodyPr/>
        <a:lstStyle/>
        <a:p>
          <a:endParaRPr lang="en-US"/>
        </a:p>
      </dgm:t>
    </dgm:pt>
    <dgm:pt modelId="{B07F54DF-3345-7340-A717-3294604C0821}" type="pres">
      <dgm:prSet presAssocID="{76C8BFF1-B7F4-4849-A691-B8C06A0A732F}" presName="linear" presStyleCnt="0">
        <dgm:presLayoutVars>
          <dgm:animLvl val="lvl"/>
          <dgm:resizeHandles val="exact"/>
        </dgm:presLayoutVars>
      </dgm:prSet>
      <dgm:spPr/>
    </dgm:pt>
    <dgm:pt modelId="{9CA585A1-0B23-FF4F-92CF-30D07C152493}" type="pres">
      <dgm:prSet presAssocID="{D6E9DC21-DD74-48D8-9F54-6D763E77F7CA}" presName="parentText" presStyleLbl="node1" presStyleIdx="0" presStyleCnt="6">
        <dgm:presLayoutVars>
          <dgm:chMax val="0"/>
          <dgm:bulletEnabled val="1"/>
        </dgm:presLayoutVars>
      </dgm:prSet>
      <dgm:spPr/>
    </dgm:pt>
    <dgm:pt modelId="{181E9538-8AF0-BC4A-ADFF-E872FDCC0626}" type="pres">
      <dgm:prSet presAssocID="{5D8D47FE-5594-4240-88B7-739102C30DD0}" presName="spacer" presStyleCnt="0"/>
      <dgm:spPr/>
    </dgm:pt>
    <dgm:pt modelId="{4BAAF892-4530-1A4B-B4BE-5FD4093BC600}" type="pres">
      <dgm:prSet presAssocID="{41FD3CAA-3B46-4A78-94D7-14976A010E4A}" presName="parentText" presStyleLbl="node1" presStyleIdx="1" presStyleCnt="6">
        <dgm:presLayoutVars>
          <dgm:chMax val="0"/>
          <dgm:bulletEnabled val="1"/>
        </dgm:presLayoutVars>
      </dgm:prSet>
      <dgm:spPr/>
    </dgm:pt>
    <dgm:pt modelId="{4F9CAE9D-2064-F14B-8EA1-9A25C6FBA9D3}" type="pres">
      <dgm:prSet presAssocID="{5E9F9639-063A-4948-87D9-59DF4761B773}" presName="spacer" presStyleCnt="0"/>
      <dgm:spPr/>
    </dgm:pt>
    <dgm:pt modelId="{6A6AD7F0-2B02-E14A-8526-82C880D16D04}" type="pres">
      <dgm:prSet presAssocID="{E2A80FDA-FC68-42C4-8A26-020393E86E3E}" presName="parentText" presStyleLbl="node1" presStyleIdx="2" presStyleCnt="6">
        <dgm:presLayoutVars>
          <dgm:chMax val="0"/>
          <dgm:bulletEnabled val="1"/>
        </dgm:presLayoutVars>
      </dgm:prSet>
      <dgm:spPr/>
    </dgm:pt>
    <dgm:pt modelId="{36D29C2D-F297-6A4C-9CA0-3C375129AC19}" type="pres">
      <dgm:prSet presAssocID="{33A2EF67-E42E-4AF6-B851-F86B2191D1FE}" presName="spacer" presStyleCnt="0"/>
      <dgm:spPr/>
    </dgm:pt>
    <dgm:pt modelId="{07038A16-3518-1748-9D81-2E12D8A19EC5}" type="pres">
      <dgm:prSet presAssocID="{F2692336-55BF-435D-92D2-83DB74240886}" presName="parentText" presStyleLbl="node1" presStyleIdx="3" presStyleCnt="6">
        <dgm:presLayoutVars>
          <dgm:chMax val="0"/>
          <dgm:bulletEnabled val="1"/>
        </dgm:presLayoutVars>
      </dgm:prSet>
      <dgm:spPr/>
    </dgm:pt>
    <dgm:pt modelId="{0E05040A-4D03-7A46-93F4-78184BDFF9B0}" type="pres">
      <dgm:prSet presAssocID="{0A5BCA01-0EA8-4F84-89E1-5A0EABF9435F}" presName="spacer" presStyleCnt="0"/>
      <dgm:spPr/>
    </dgm:pt>
    <dgm:pt modelId="{D31A89CD-269C-A14F-8EBF-0184BC34093F}" type="pres">
      <dgm:prSet presAssocID="{B4217F2D-D6E0-41C0-B821-F5C0626081C1}" presName="parentText" presStyleLbl="node1" presStyleIdx="4" presStyleCnt="6">
        <dgm:presLayoutVars>
          <dgm:chMax val="0"/>
          <dgm:bulletEnabled val="1"/>
        </dgm:presLayoutVars>
      </dgm:prSet>
      <dgm:spPr/>
    </dgm:pt>
    <dgm:pt modelId="{018FA995-4BD5-F944-9294-00C581D3C6A0}" type="pres">
      <dgm:prSet presAssocID="{EE3B5599-C8DE-4D74-972B-6499D5FCC183}" presName="spacer" presStyleCnt="0"/>
      <dgm:spPr/>
    </dgm:pt>
    <dgm:pt modelId="{0AEB8C18-8DA8-0A4C-9BD0-E3B054EA55A9}" type="pres">
      <dgm:prSet presAssocID="{DB9765EA-B16B-4A5E-82C6-5041B924766D}" presName="parentText" presStyleLbl="node1" presStyleIdx="5" presStyleCnt="6">
        <dgm:presLayoutVars>
          <dgm:chMax val="0"/>
          <dgm:bulletEnabled val="1"/>
        </dgm:presLayoutVars>
      </dgm:prSet>
      <dgm:spPr/>
    </dgm:pt>
  </dgm:ptLst>
  <dgm:cxnLst>
    <dgm:cxn modelId="{A1571B0D-AFDB-4903-B828-49E7E28DE774}" srcId="{76C8BFF1-B7F4-4849-A691-B8C06A0A732F}" destId="{F2692336-55BF-435D-92D2-83DB74240886}" srcOrd="3" destOrd="0" parTransId="{876573E0-31CF-4A40-A815-455FCA9C5015}" sibTransId="{0A5BCA01-0EA8-4F84-89E1-5A0EABF9435F}"/>
    <dgm:cxn modelId="{A8F83F17-6855-5D4C-A9E2-370E6FEACEEF}" type="presOf" srcId="{B4217F2D-D6E0-41C0-B821-F5C0626081C1}" destId="{D31A89CD-269C-A14F-8EBF-0184BC34093F}" srcOrd="0" destOrd="0" presId="urn:microsoft.com/office/officeart/2005/8/layout/vList2"/>
    <dgm:cxn modelId="{AF26DE4E-6E85-4192-B2CD-600A16A68B4D}" srcId="{76C8BFF1-B7F4-4849-A691-B8C06A0A732F}" destId="{41FD3CAA-3B46-4A78-94D7-14976A010E4A}" srcOrd="1" destOrd="0" parTransId="{86F2A8C0-8138-4940-9A8A-0E6D28E41B47}" sibTransId="{5E9F9639-063A-4948-87D9-59DF4761B773}"/>
    <dgm:cxn modelId="{D6AF7266-7446-4981-BB9C-BA8F34B90EB9}" srcId="{76C8BFF1-B7F4-4849-A691-B8C06A0A732F}" destId="{D6E9DC21-DD74-48D8-9F54-6D763E77F7CA}" srcOrd="0" destOrd="0" parTransId="{9AE1D163-ADCF-446C-A4F8-C0B351D82973}" sibTransId="{5D8D47FE-5594-4240-88B7-739102C30DD0}"/>
    <dgm:cxn modelId="{06B63B6E-9F7E-3E4F-9299-1CD23E0A0A03}" type="presOf" srcId="{41FD3CAA-3B46-4A78-94D7-14976A010E4A}" destId="{4BAAF892-4530-1A4B-B4BE-5FD4093BC600}" srcOrd="0" destOrd="0" presId="urn:microsoft.com/office/officeart/2005/8/layout/vList2"/>
    <dgm:cxn modelId="{BCAD8CAF-3C0B-4C1F-91EE-58750DC426CA}" srcId="{76C8BFF1-B7F4-4849-A691-B8C06A0A732F}" destId="{B4217F2D-D6E0-41C0-B821-F5C0626081C1}" srcOrd="4" destOrd="0" parTransId="{74EF8287-AEA7-42DF-B735-E125E9BEC7AC}" sibTransId="{EE3B5599-C8DE-4D74-972B-6499D5FCC183}"/>
    <dgm:cxn modelId="{F0C339B3-1143-420B-8937-0706C457EAF5}" srcId="{76C8BFF1-B7F4-4849-A691-B8C06A0A732F}" destId="{E2A80FDA-FC68-42C4-8A26-020393E86E3E}" srcOrd="2" destOrd="0" parTransId="{134A303D-280C-4B57-B5CB-23CBDD044F6E}" sibTransId="{33A2EF67-E42E-4AF6-B851-F86B2191D1FE}"/>
    <dgm:cxn modelId="{21A38ACE-3C75-9543-96D9-BE0E2A495E0F}" type="presOf" srcId="{DB9765EA-B16B-4A5E-82C6-5041B924766D}" destId="{0AEB8C18-8DA8-0A4C-9BD0-E3B054EA55A9}" srcOrd="0" destOrd="0" presId="urn:microsoft.com/office/officeart/2005/8/layout/vList2"/>
    <dgm:cxn modelId="{81DD4ADF-1E52-476F-A6D3-12DF32894CF4}" srcId="{76C8BFF1-B7F4-4849-A691-B8C06A0A732F}" destId="{DB9765EA-B16B-4A5E-82C6-5041B924766D}" srcOrd="5" destOrd="0" parTransId="{895ECE91-D12C-4F84-AD1D-A869BD8C2EF4}" sibTransId="{180F0E6E-A7F0-47E7-8434-9E20E42C36E5}"/>
    <dgm:cxn modelId="{6D29D7E3-4459-3B48-9D2C-72D089DBF923}" type="presOf" srcId="{76C8BFF1-B7F4-4849-A691-B8C06A0A732F}" destId="{B07F54DF-3345-7340-A717-3294604C0821}" srcOrd="0" destOrd="0" presId="urn:microsoft.com/office/officeart/2005/8/layout/vList2"/>
    <dgm:cxn modelId="{9D1D76F0-9009-694C-8C0F-E7222A1AC6FA}" type="presOf" srcId="{F2692336-55BF-435D-92D2-83DB74240886}" destId="{07038A16-3518-1748-9D81-2E12D8A19EC5}" srcOrd="0" destOrd="0" presId="urn:microsoft.com/office/officeart/2005/8/layout/vList2"/>
    <dgm:cxn modelId="{4D88D8F1-25FD-E143-AEDD-1866D0AE2C85}" type="presOf" srcId="{D6E9DC21-DD74-48D8-9F54-6D763E77F7CA}" destId="{9CA585A1-0B23-FF4F-92CF-30D07C152493}" srcOrd="0" destOrd="0" presId="urn:microsoft.com/office/officeart/2005/8/layout/vList2"/>
    <dgm:cxn modelId="{E61A44F3-5B5A-C34D-837E-03A87D8214E8}" type="presOf" srcId="{E2A80FDA-FC68-42C4-8A26-020393E86E3E}" destId="{6A6AD7F0-2B02-E14A-8526-82C880D16D04}" srcOrd="0" destOrd="0" presId="urn:microsoft.com/office/officeart/2005/8/layout/vList2"/>
    <dgm:cxn modelId="{BABF129F-1699-F245-9C66-06B3E83AECB4}" type="presParOf" srcId="{B07F54DF-3345-7340-A717-3294604C0821}" destId="{9CA585A1-0B23-FF4F-92CF-30D07C152493}" srcOrd="0" destOrd="0" presId="urn:microsoft.com/office/officeart/2005/8/layout/vList2"/>
    <dgm:cxn modelId="{55C95218-8389-6942-8CFE-C8928EF00B1F}" type="presParOf" srcId="{B07F54DF-3345-7340-A717-3294604C0821}" destId="{181E9538-8AF0-BC4A-ADFF-E872FDCC0626}" srcOrd="1" destOrd="0" presId="urn:microsoft.com/office/officeart/2005/8/layout/vList2"/>
    <dgm:cxn modelId="{35B32319-0C00-F04C-861D-1FBF70423CFB}" type="presParOf" srcId="{B07F54DF-3345-7340-A717-3294604C0821}" destId="{4BAAF892-4530-1A4B-B4BE-5FD4093BC600}" srcOrd="2" destOrd="0" presId="urn:microsoft.com/office/officeart/2005/8/layout/vList2"/>
    <dgm:cxn modelId="{FC63742B-924B-D14D-96DE-FD0BDCB25091}" type="presParOf" srcId="{B07F54DF-3345-7340-A717-3294604C0821}" destId="{4F9CAE9D-2064-F14B-8EA1-9A25C6FBA9D3}" srcOrd="3" destOrd="0" presId="urn:microsoft.com/office/officeart/2005/8/layout/vList2"/>
    <dgm:cxn modelId="{E35BE827-01AA-DA44-A07B-B955BCB2D332}" type="presParOf" srcId="{B07F54DF-3345-7340-A717-3294604C0821}" destId="{6A6AD7F0-2B02-E14A-8526-82C880D16D04}" srcOrd="4" destOrd="0" presId="urn:microsoft.com/office/officeart/2005/8/layout/vList2"/>
    <dgm:cxn modelId="{B70189DC-A61A-A448-889B-0335E5CDFE32}" type="presParOf" srcId="{B07F54DF-3345-7340-A717-3294604C0821}" destId="{36D29C2D-F297-6A4C-9CA0-3C375129AC19}" srcOrd="5" destOrd="0" presId="urn:microsoft.com/office/officeart/2005/8/layout/vList2"/>
    <dgm:cxn modelId="{C5F002AD-5010-9C41-8943-05166BBEA73D}" type="presParOf" srcId="{B07F54DF-3345-7340-A717-3294604C0821}" destId="{07038A16-3518-1748-9D81-2E12D8A19EC5}" srcOrd="6" destOrd="0" presId="urn:microsoft.com/office/officeart/2005/8/layout/vList2"/>
    <dgm:cxn modelId="{79D3A825-9784-7142-AEF7-AB9F814C30AD}" type="presParOf" srcId="{B07F54DF-3345-7340-A717-3294604C0821}" destId="{0E05040A-4D03-7A46-93F4-78184BDFF9B0}" srcOrd="7" destOrd="0" presId="urn:microsoft.com/office/officeart/2005/8/layout/vList2"/>
    <dgm:cxn modelId="{0FFC73B1-BB71-0D42-AF3B-C260D850F074}" type="presParOf" srcId="{B07F54DF-3345-7340-A717-3294604C0821}" destId="{D31A89CD-269C-A14F-8EBF-0184BC34093F}" srcOrd="8" destOrd="0" presId="urn:microsoft.com/office/officeart/2005/8/layout/vList2"/>
    <dgm:cxn modelId="{C3C5F5B6-05A7-5949-8C38-570964A78AFE}" type="presParOf" srcId="{B07F54DF-3345-7340-A717-3294604C0821}" destId="{018FA995-4BD5-F944-9294-00C581D3C6A0}" srcOrd="9" destOrd="0" presId="urn:microsoft.com/office/officeart/2005/8/layout/vList2"/>
    <dgm:cxn modelId="{3CA1BC16-359F-1241-8F74-0EF634B7B883}" type="presParOf" srcId="{B07F54DF-3345-7340-A717-3294604C0821}" destId="{0AEB8C18-8DA8-0A4C-9BD0-E3B054EA55A9}"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B17869E-95A9-4F37-8EB7-30B4C50055E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AB18BFF-5997-4A4D-A3D4-8253EBDDD717}">
      <dgm:prSet/>
      <dgm:spPr/>
      <dgm:t>
        <a:bodyPr/>
        <a:lstStyle/>
        <a:p>
          <a:pPr>
            <a:defRPr cap="all"/>
          </a:pPr>
          <a:r>
            <a:rPr lang="en-US"/>
            <a:t>Only change structure, not behavior</a:t>
          </a:r>
        </a:p>
      </dgm:t>
    </dgm:pt>
    <dgm:pt modelId="{98F05996-7F1B-4D38-847D-317BCD1AE48F}" type="parTrans" cxnId="{8A9BBBCC-691B-4FA7-87C2-3DCA06853128}">
      <dgm:prSet/>
      <dgm:spPr/>
      <dgm:t>
        <a:bodyPr/>
        <a:lstStyle/>
        <a:p>
          <a:endParaRPr lang="en-US"/>
        </a:p>
      </dgm:t>
    </dgm:pt>
    <dgm:pt modelId="{C8EA8E8A-C6FB-48C6-9E0C-3AA921DDC3D1}" type="sibTrans" cxnId="{8A9BBBCC-691B-4FA7-87C2-3DCA06853128}">
      <dgm:prSet/>
      <dgm:spPr/>
      <dgm:t>
        <a:bodyPr/>
        <a:lstStyle/>
        <a:p>
          <a:endParaRPr lang="en-US"/>
        </a:p>
      </dgm:t>
    </dgm:pt>
    <dgm:pt modelId="{07C3BF67-4AAC-4AAC-A544-BEE4E2B45A83}">
      <dgm:prSet/>
      <dgm:spPr/>
      <dgm:t>
        <a:bodyPr/>
        <a:lstStyle/>
        <a:p>
          <a:pPr>
            <a:defRPr cap="all"/>
          </a:pPr>
          <a:r>
            <a:rPr lang="en-US"/>
            <a:t>Rename, extract functions, remove duplication</a:t>
          </a:r>
        </a:p>
      </dgm:t>
    </dgm:pt>
    <dgm:pt modelId="{6817DF52-3A5D-4313-B46B-B0017A9952E9}" type="parTrans" cxnId="{7A8044B0-9104-4B63-960E-7C391AE2341D}">
      <dgm:prSet/>
      <dgm:spPr/>
      <dgm:t>
        <a:bodyPr/>
        <a:lstStyle/>
        <a:p>
          <a:endParaRPr lang="en-US"/>
        </a:p>
      </dgm:t>
    </dgm:pt>
    <dgm:pt modelId="{C8155A84-A9A5-4903-AE64-1EC3CC99914E}" type="sibTrans" cxnId="{7A8044B0-9104-4B63-960E-7C391AE2341D}">
      <dgm:prSet/>
      <dgm:spPr/>
      <dgm:t>
        <a:bodyPr/>
        <a:lstStyle/>
        <a:p>
          <a:endParaRPr lang="en-US"/>
        </a:p>
      </dgm:t>
    </dgm:pt>
    <dgm:pt modelId="{FBF6DB31-48F0-4B5A-B27E-81615DB6D2D9}">
      <dgm:prSet/>
      <dgm:spPr/>
      <dgm:t>
        <a:bodyPr/>
        <a:lstStyle/>
        <a:p>
          <a:pPr>
            <a:defRPr cap="all"/>
          </a:pPr>
          <a:r>
            <a:rPr lang="en-US"/>
            <a:t>Small steps + run tests often</a:t>
          </a:r>
        </a:p>
      </dgm:t>
    </dgm:pt>
    <dgm:pt modelId="{92ECC162-4E9A-416E-B45C-19F56BE3EF68}" type="parTrans" cxnId="{55291AC4-145C-4D0F-AC56-F8561D416754}">
      <dgm:prSet/>
      <dgm:spPr/>
      <dgm:t>
        <a:bodyPr/>
        <a:lstStyle/>
        <a:p>
          <a:endParaRPr lang="en-US"/>
        </a:p>
      </dgm:t>
    </dgm:pt>
    <dgm:pt modelId="{A4490EBF-BA1F-4AFE-8A56-33B05DB18D66}" type="sibTrans" cxnId="{55291AC4-145C-4D0F-AC56-F8561D416754}">
      <dgm:prSet/>
      <dgm:spPr/>
      <dgm:t>
        <a:bodyPr/>
        <a:lstStyle/>
        <a:p>
          <a:endParaRPr lang="en-US"/>
        </a:p>
      </dgm:t>
    </dgm:pt>
    <dgm:pt modelId="{0C0D5A81-6281-40F3-8F4B-7C123A09720C}" type="pres">
      <dgm:prSet presAssocID="{EB17869E-95A9-4F37-8EB7-30B4C50055E3}" presName="root" presStyleCnt="0">
        <dgm:presLayoutVars>
          <dgm:dir/>
          <dgm:resizeHandles val="exact"/>
        </dgm:presLayoutVars>
      </dgm:prSet>
      <dgm:spPr/>
    </dgm:pt>
    <dgm:pt modelId="{76857966-30B9-4978-8B05-94B275145337}" type="pres">
      <dgm:prSet presAssocID="{BAB18BFF-5997-4A4D-A3D4-8253EBDDD717}" presName="compNode" presStyleCnt="0"/>
      <dgm:spPr/>
    </dgm:pt>
    <dgm:pt modelId="{6F9B1282-5C70-4605-AE63-E669857F56E7}" type="pres">
      <dgm:prSet presAssocID="{BAB18BFF-5997-4A4D-A3D4-8253EBDDD717}" presName="iconBgRect" presStyleLbl="bgShp" presStyleIdx="0" presStyleCnt="3"/>
      <dgm:spPr/>
    </dgm:pt>
    <dgm:pt modelId="{B76B0CFC-72E3-4EB2-967E-91AFFC899D7D}" type="pres">
      <dgm:prSet presAssocID="{BAB18BFF-5997-4A4D-A3D4-8253EBDDD71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037A3ACE-4AD8-4B84-A872-0F4F9B5074E5}" type="pres">
      <dgm:prSet presAssocID="{BAB18BFF-5997-4A4D-A3D4-8253EBDDD717}" presName="spaceRect" presStyleCnt="0"/>
      <dgm:spPr/>
    </dgm:pt>
    <dgm:pt modelId="{33849F3E-962D-409B-9404-794D37841293}" type="pres">
      <dgm:prSet presAssocID="{BAB18BFF-5997-4A4D-A3D4-8253EBDDD717}" presName="textRect" presStyleLbl="revTx" presStyleIdx="0" presStyleCnt="3">
        <dgm:presLayoutVars>
          <dgm:chMax val="1"/>
          <dgm:chPref val="1"/>
        </dgm:presLayoutVars>
      </dgm:prSet>
      <dgm:spPr/>
    </dgm:pt>
    <dgm:pt modelId="{0172D198-0BDA-4AB3-B9F3-83931AA143B8}" type="pres">
      <dgm:prSet presAssocID="{C8EA8E8A-C6FB-48C6-9E0C-3AA921DDC3D1}" presName="sibTrans" presStyleCnt="0"/>
      <dgm:spPr/>
    </dgm:pt>
    <dgm:pt modelId="{85219064-ACDE-47C3-99C2-5ACCD55F99B6}" type="pres">
      <dgm:prSet presAssocID="{07C3BF67-4AAC-4AAC-A544-BEE4E2B45A83}" presName="compNode" presStyleCnt="0"/>
      <dgm:spPr/>
    </dgm:pt>
    <dgm:pt modelId="{3BC6EE46-15B8-4384-A432-0A8032A19769}" type="pres">
      <dgm:prSet presAssocID="{07C3BF67-4AAC-4AAC-A544-BEE4E2B45A83}" presName="iconBgRect" presStyleLbl="bgShp" presStyleIdx="1" presStyleCnt="3"/>
      <dgm:spPr/>
    </dgm:pt>
    <dgm:pt modelId="{46B2A65A-E024-4869-A04A-3AFA907FB757}" type="pres">
      <dgm:prSet presAssocID="{07C3BF67-4AAC-4AAC-A544-BEE4E2B45A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4EAC24D4-5FD7-4D2B-9329-4856EA5A7CC2}" type="pres">
      <dgm:prSet presAssocID="{07C3BF67-4AAC-4AAC-A544-BEE4E2B45A83}" presName="spaceRect" presStyleCnt="0"/>
      <dgm:spPr/>
    </dgm:pt>
    <dgm:pt modelId="{A8BB60EC-337F-409D-9CA1-A64110A37C10}" type="pres">
      <dgm:prSet presAssocID="{07C3BF67-4AAC-4AAC-A544-BEE4E2B45A83}" presName="textRect" presStyleLbl="revTx" presStyleIdx="1" presStyleCnt="3">
        <dgm:presLayoutVars>
          <dgm:chMax val="1"/>
          <dgm:chPref val="1"/>
        </dgm:presLayoutVars>
      </dgm:prSet>
      <dgm:spPr/>
    </dgm:pt>
    <dgm:pt modelId="{4A5FDAC6-DEAC-401D-A6A0-B72803BC2C57}" type="pres">
      <dgm:prSet presAssocID="{C8155A84-A9A5-4903-AE64-1EC3CC99914E}" presName="sibTrans" presStyleCnt="0"/>
      <dgm:spPr/>
    </dgm:pt>
    <dgm:pt modelId="{DA6C677D-0B0C-4FE3-BE6E-073CF088DCBF}" type="pres">
      <dgm:prSet presAssocID="{FBF6DB31-48F0-4B5A-B27E-81615DB6D2D9}" presName="compNode" presStyleCnt="0"/>
      <dgm:spPr/>
    </dgm:pt>
    <dgm:pt modelId="{A45A732D-84FF-4944-A647-7C929F7BFC8F}" type="pres">
      <dgm:prSet presAssocID="{FBF6DB31-48F0-4B5A-B27E-81615DB6D2D9}" presName="iconBgRect" presStyleLbl="bgShp" presStyleIdx="2" presStyleCnt="3"/>
      <dgm:spPr/>
    </dgm:pt>
    <dgm:pt modelId="{9281B253-4DDF-4C24-B50D-B6BA6AF9FD80}" type="pres">
      <dgm:prSet presAssocID="{FBF6DB31-48F0-4B5A-B27E-81615DB6D2D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n"/>
        </a:ext>
      </dgm:extLst>
    </dgm:pt>
    <dgm:pt modelId="{DFF4BF62-0F19-410B-A4A1-08AF050D2A24}" type="pres">
      <dgm:prSet presAssocID="{FBF6DB31-48F0-4B5A-B27E-81615DB6D2D9}" presName="spaceRect" presStyleCnt="0"/>
      <dgm:spPr/>
    </dgm:pt>
    <dgm:pt modelId="{F231B03B-388C-42F2-B43A-AEDD41D0A082}" type="pres">
      <dgm:prSet presAssocID="{FBF6DB31-48F0-4B5A-B27E-81615DB6D2D9}" presName="textRect" presStyleLbl="revTx" presStyleIdx="2" presStyleCnt="3">
        <dgm:presLayoutVars>
          <dgm:chMax val="1"/>
          <dgm:chPref val="1"/>
        </dgm:presLayoutVars>
      </dgm:prSet>
      <dgm:spPr/>
    </dgm:pt>
  </dgm:ptLst>
  <dgm:cxnLst>
    <dgm:cxn modelId="{7F1FA922-EE1B-47EE-91EF-76883493F76A}" type="presOf" srcId="{EB17869E-95A9-4F37-8EB7-30B4C50055E3}" destId="{0C0D5A81-6281-40F3-8F4B-7C123A09720C}" srcOrd="0" destOrd="0" presId="urn:microsoft.com/office/officeart/2018/5/layout/IconCircleLabelList"/>
    <dgm:cxn modelId="{5FD9EE2E-F1AA-4D18-8F1E-7355479DEB3C}" type="presOf" srcId="{BAB18BFF-5997-4A4D-A3D4-8253EBDDD717}" destId="{33849F3E-962D-409B-9404-794D37841293}" srcOrd="0" destOrd="0" presId="urn:microsoft.com/office/officeart/2018/5/layout/IconCircleLabelList"/>
    <dgm:cxn modelId="{1731C052-4123-4020-B499-599C8055E810}" type="presOf" srcId="{07C3BF67-4AAC-4AAC-A544-BEE4E2B45A83}" destId="{A8BB60EC-337F-409D-9CA1-A64110A37C10}" srcOrd="0" destOrd="0" presId="urn:microsoft.com/office/officeart/2018/5/layout/IconCircleLabelList"/>
    <dgm:cxn modelId="{06EF0E82-65EF-497C-BDE2-C72C9177D66F}" type="presOf" srcId="{FBF6DB31-48F0-4B5A-B27E-81615DB6D2D9}" destId="{F231B03B-388C-42F2-B43A-AEDD41D0A082}" srcOrd="0" destOrd="0" presId="urn:microsoft.com/office/officeart/2018/5/layout/IconCircleLabelList"/>
    <dgm:cxn modelId="{7A8044B0-9104-4B63-960E-7C391AE2341D}" srcId="{EB17869E-95A9-4F37-8EB7-30B4C50055E3}" destId="{07C3BF67-4AAC-4AAC-A544-BEE4E2B45A83}" srcOrd="1" destOrd="0" parTransId="{6817DF52-3A5D-4313-B46B-B0017A9952E9}" sibTransId="{C8155A84-A9A5-4903-AE64-1EC3CC99914E}"/>
    <dgm:cxn modelId="{55291AC4-145C-4D0F-AC56-F8561D416754}" srcId="{EB17869E-95A9-4F37-8EB7-30B4C50055E3}" destId="{FBF6DB31-48F0-4B5A-B27E-81615DB6D2D9}" srcOrd="2" destOrd="0" parTransId="{92ECC162-4E9A-416E-B45C-19F56BE3EF68}" sibTransId="{A4490EBF-BA1F-4AFE-8A56-33B05DB18D66}"/>
    <dgm:cxn modelId="{8A9BBBCC-691B-4FA7-87C2-3DCA06853128}" srcId="{EB17869E-95A9-4F37-8EB7-30B4C50055E3}" destId="{BAB18BFF-5997-4A4D-A3D4-8253EBDDD717}" srcOrd="0" destOrd="0" parTransId="{98F05996-7F1B-4D38-847D-317BCD1AE48F}" sibTransId="{C8EA8E8A-C6FB-48C6-9E0C-3AA921DDC3D1}"/>
    <dgm:cxn modelId="{6A95D5B9-1BCE-489E-9C71-2C50116C7235}" type="presParOf" srcId="{0C0D5A81-6281-40F3-8F4B-7C123A09720C}" destId="{76857966-30B9-4978-8B05-94B275145337}" srcOrd="0" destOrd="0" presId="urn:microsoft.com/office/officeart/2018/5/layout/IconCircleLabelList"/>
    <dgm:cxn modelId="{156873F7-E86F-476E-B39A-72E55A78425A}" type="presParOf" srcId="{76857966-30B9-4978-8B05-94B275145337}" destId="{6F9B1282-5C70-4605-AE63-E669857F56E7}" srcOrd="0" destOrd="0" presId="urn:microsoft.com/office/officeart/2018/5/layout/IconCircleLabelList"/>
    <dgm:cxn modelId="{703913A2-123E-4D85-A1BA-2A22E9EED65F}" type="presParOf" srcId="{76857966-30B9-4978-8B05-94B275145337}" destId="{B76B0CFC-72E3-4EB2-967E-91AFFC899D7D}" srcOrd="1" destOrd="0" presId="urn:microsoft.com/office/officeart/2018/5/layout/IconCircleLabelList"/>
    <dgm:cxn modelId="{09305D92-515C-4482-9E41-D939F78D0E89}" type="presParOf" srcId="{76857966-30B9-4978-8B05-94B275145337}" destId="{037A3ACE-4AD8-4B84-A872-0F4F9B5074E5}" srcOrd="2" destOrd="0" presId="urn:microsoft.com/office/officeart/2018/5/layout/IconCircleLabelList"/>
    <dgm:cxn modelId="{92296976-4E81-4475-8D26-E6A6AEAE8241}" type="presParOf" srcId="{76857966-30B9-4978-8B05-94B275145337}" destId="{33849F3E-962D-409B-9404-794D37841293}" srcOrd="3" destOrd="0" presId="urn:microsoft.com/office/officeart/2018/5/layout/IconCircleLabelList"/>
    <dgm:cxn modelId="{A3E2A01B-B351-4BFB-87EC-1331935B9BB5}" type="presParOf" srcId="{0C0D5A81-6281-40F3-8F4B-7C123A09720C}" destId="{0172D198-0BDA-4AB3-B9F3-83931AA143B8}" srcOrd="1" destOrd="0" presId="urn:microsoft.com/office/officeart/2018/5/layout/IconCircleLabelList"/>
    <dgm:cxn modelId="{74A729F7-54F0-4161-A7AE-3C38BAD084A5}" type="presParOf" srcId="{0C0D5A81-6281-40F3-8F4B-7C123A09720C}" destId="{85219064-ACDE-47C3-99C2-5ACCD55F99B6}" srcOrd="2" destOrd="0" presId="urn:microsoft.com/office/officeart/2018/5/layout/IconCircleLabelList"/>
    <dgm:cxn modelId="{1ACD595E-EF19-4268-AFBA-18AE9FC35A90}" type="presParOf" srcId="{85219064-ACDE-47C3-99C2-5ACCD55F99B6}" destId="{3BC6EE46-15B8-4384-A432-0A8032A19769}" srcOrd="0" destOrd="0" presId="urn:microsoft.com/office/officeart/2018/5/layout/IconCircleLabelList"/>
    <dgm:cxn modelId="{58C9DC6D-40E7-41A3-992D-232A9296EE6A}" type="presParOf" srcId="{85219064-ACDE-47C3-99C2-5ACCD55F99B6}" destId="{46B2A65A-E024-4869-A04A-3AFA907FB757}" srcOrd="1" destOrd="0" presId="urn:microsoft.com/office/officeart/2018/5/layout/IconCircleLabelList"/>
    <dgm:cxn modelId="{3E4C9203-16DD-4786-8182-DDFABE1317A2}" type="presParOf" srcId="{85219064-ACDE-47C3-99C2-5ACCD55F99B6}" destId="{4EAC24D4-5FD7-4D2B-9329-4856EA5A7CC2}" srcOrd="2" destOrd="0" presId="urn:microsoft.com/office/officeart/2018/5/layout/IconCircleLabelList"/>
    <dgm:cxn modelId="{810E3D1D-FAD3-440A-95C4-6E784F2D6FB2}" type="presParOf" srcId="{85219064-ACDE-47C3-99C2-5ACCD55F99B6}" destId="{A8BB60EC-337F-409D-9CA1-A64110A37C10}" srcOrd="3" destOrd="0" presId="urn:microsoft.com/office/officeart/2018/5/layout/IconCircleLabelList"/>
    <dgm:cxn modelId="{F10B54C1-D158-4329-9576-E83FDA7CFC14}" type="presParOf" srcId="{0C0D5A81-6281-40F3-8F4B-7C123A09720C}" destId="{4A5FDAC6-DEAC-401D-A6A0-B72803BC2C57}" srcOrd="3" destOrd="0" presId="urn:microsoft.com/office/officeart/2018/5/layout/IconCircleLabelList"/>
    <dgm:cxn modelId="{F327AAD3-C6FB-420F-8FA0-72226F1ADBCF}" type="presParOf" srcId="{0C0D5A81-6281-40F3-8F4B-7C123A09720C}" destId="{DA6C677D-0B0C-4FE3-BE6E-073CF088DCBF}" srcOrd="4" destOrd="0" presId="urn:microsoft.com/office/officeart/2018/5/layout/IconCircleLabelList"/>
    <dgm:cxn modelId="{37B664E9-0E56-4A36-AD24-E02AA074A2D8}" type="presParOf" srcId="{DA6C677D-0B0C-4FE3-BE6E-073CF088DCBF}" destId="{A45A732D-84FF-4944-A647-7C929F7BFC8F}" srcOrd="0" destOrd="0" presId="urn:microsoft.com/office/officeart/2018/5/layout/IconCircleLabelList"/>
    <dgm:cxn modelId="{19EC3FC9-090B-477E-B4D7-51913FEABCB3}" type="presParOf" srcId="{DA6C677D-0B0C-4FE3-BE6E-073CF088DCBF}" destId="{9281B253-4DDF-4C24-B50D-B6BA6AF9FD80}" srcOrd="1" destOrd="0" presId="urn:microsoft.com/office/officeart/2018/5/layout/IconCircleLabelList"/>
    <dgm:cxn modelId="{C2C141E9-2B72-4C5C-820A-2198B2EB2DEB}" type="presParOf" srcId="{DA6C677D-0B0C-4FE3-BE6E-073CF088DCBF}" destId="{DFF4BF62-0F19-410B-A4A1-08AF050D2A24}" srcOrd="2" destOrd="0" presId="urn:microsoft.com/office/officeart/2018/5/layout/IconCircleLabelList"/>
    <dgm:cxn modelId="{FCEB35B0-2E59-4B78-97BA-4BDEBDAA21D4}" type="presParOf" srcId="{DA6C677D-0B0C-4FE3-BE6E-073CF088DCBF}" destId="{F231B03B-388C-42F2-B43A-AEDD41D0A082}"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61BB4D1-31B8-4B84-9E01-73DE59FCC9C8}"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en-US"/>
        </a:p>
      </dgm:t>
    </dgm:pt>
    <dgm:pt modelId="{07106CCA-7647-4089-8940-9E8212E4DC6E}">
      <dgm:prSet/>
      <dgm:spPr/>
      <dgm:t>
        <a:bodyPr/>
        <a:lstStyle/>
        <a:p>
          <a:r>
            <a:rPr lang="en-US"/>
            <a:t>Extract parsing into parse_numbers()</a:t>
          </a:r>
        </a:p>
      </dgm:t>
    </dgm:pt>
    <dgm:pt modelId="{1BD9EED1-F46A-4C06-8FA9-029D645C3DED}" type="parTrans" cxnId="{16066458-CA21-428E-B366-DB300F9668C0}">
      <dgm:prSet/>
      <dgm:spPr/>
      <dgm:t>
        <a:bodyPr/>
        <a:lstStyle/>
        <a:p>
          <a:endParaRPr lang="en-US"/>
        </a:p>
      </dgm:t>
    </dgm:pt>
    <dgm:pt modelId="{C685FE3B-684B-4D4B-BC5C-BBC5725D1F14}" type="sibTrans" cxnId="{16066458-CA21-428E-B366-DB300F9668C0}">
      <dgm:prSet phldrT="01" phldr="0"/>
      <dgm:spPr/>
      <dgm:t>
        <a:bodyPr/>
        <a:lstStyle/>
        <a:p>
          <a:r>
            <a:rPr lang="en-US"/>
            <a:t>01</a:t>
          </a:r>
        </a:p>
      </dgm:t>
    </dgm:pt>
    <dgm:pt modelId="{FBE82043-AAF3-4A37-B462-217B65036355}">
      <dgm:prSet/>
      <dgm:spPr/>
      <dgm:t>
        <a:bodyPr/>
        <a:lstStyle/>
        <a:p>
          <a:r>
            <a:rPr lang="en-US"/>
            <a:t>Replace long if/else with guard clauses</a:t>
          </a:r>
        </a:p>
      </dgm:t>
    </dgm:pt>
    <dgm:pt modelId="{700E05EB-2C47-46F7-8F6F-5D9B76E5F11D}" type="parTrans" cxnId="{3E985629-35D8-4684-87EE-AFAA0750182C}">
      <dgm:prSet/>
      <dgm:spPr/>
      <dgm:t>
        <a:bodyPr/>
        <a:lstStyle/>
        <a:p>
          <a:endParaRPr lang="en-US"/>
        </a:p>
      </dgm:t>
    </dgm:pt>
    <dgm:pt modelId="{EC702903-F275-4606-BEC6-282C17074250}" type="sibTrans" cxnId="{3E985629-35D8-4684-87EE-AFAA0750182C}">
      <dgm:prSet phldrT="02" phldr="0"/>
      <dgm:spPr/>
      <dgm:t>
        <a:bodyPr/>
        <a:lstStyle/>
        <a:p>
          <a:r>
            <a:rPr lang="en-US"/>
            <a:t>02</a:t>
          </a:r>
        </a:p>
      </dgm:t>
    </dgm:pt>
    <dgm:pt modelId="{5497C637-9D7F-4DD8-A27F-C71621C72113}">
      <dgm:prSet/>
      <dgm:spPr/>
      <dgm:t>
        <a:bodyPr/>
        <a:lstStyle/>
        <a:p>
          <a:r>
            <a:rPr lang="en-US"/>
            <a:t>Improve naming (tests protect behavior)</a:t>
          </a:r>
        </a:p>
      </dgm:t>
    </dgm:pt>
    <dgm:pt modelId="{00AF7E1A-4EC7-498F-984F-DAA2E0BFCCC2}" type="parTrans" cxnId="{7CE57997-16F0-46C4-8F13-E54B8C339018}">
      <dgm:prSet/>
      <dgm:spPr/>
      <dgm:t>
        <a:bodyPr/>
        <a:lstStyle/>
        <a:p>
          <a:endParaRPr lang="en-US"/>
        </a:p>
      </dgm:t>
    </dgm:pt>
    <dgm:pt modelId="{E449EE40-0DD6-4D81-A876-F62301D2B8AB}" type="sibTrans" cxnId="{7CE57997-16F0-46C4-8F13-E54B8C339018}">
      <dgm:prSet phldrT="03" phldr="0"/>
      <dgm:spPr/>
      <dgm:t>
        <a:bodyPr/>
        <a:lstStyle/>
        <a:p>
          <a:r>
            <a:rPr lang="en-US"/>
            <a:t>03</a:t>
          </a:r>
        </a:p>
      </dgm:t>
    </dgm:pt>
    <dgm:pt modelId="{C48C1EE4-71CE-B943-9636-BC70D385C289}" type="pres">
      <dgm:prSet presAssocID="{761BB4D1-31B8-4B84-9E01-73DE59FCC9C8}" presName="Name0" presStyleCnt="0">
        <dgm:presLayoutVars>
          <dgm:animLvl val="lvl"/>
          <dgm:resizeHandles val="exact"/>
        </dgm:presLayoutVars>
      </dgm:prSet>
      <dgm:spPr/>
    </dgm:pt>
    <dgm:pt modelId="{1E1A2505-E667-B047-8FDB-93E9C81FC183}" type="pres">
      <dgm:prSet presAssocID="{07106CCA-7647-4089-8940-9E8212E4DC6E}" presName="compositeNode" presStyleCnt="0">
        <dgm:presLayoutVars>
          <dgm:bulletEnabled val="1"/>
        </dgm:presLayoutVars>
      </dgm:prSet>
      <dgm:spPr/>
    </dgm:pt>
    <dgm:pt modelId="{17710D6F-F120-2243-AEF6-D83066DF20FC}" type="pres">
      <dgm:prSet presAssocID="{07106CCA-7647-4089-8940-9E8212E4DC6E}" presName="bgRect" presStyleLbl="alignNode1" presStyleIdx="0" presStyleCnt="3"/>
      <dgm:spPr/>
    </dgm:pt>
    <dgm:pt modelId="{082C86E3-8C24-D049-8535-38C541187B5F}" type="pres">
      <dgm:prSet presAssocID="{C685FE3B-684B-4D4B-BC5C-BBC5725D1F14}" presName="sibTransNodeRect" presStyleLbl="alignNode1" presStyleIdx="0" presStyleCnt="3">
        <dgm:presLayoutVars>
          <dgm:chMax val="0"/>
          <dgm:bulletEnabled val="1"/>
        </dgm:presLayoutVars>
      </dgm:prSet>
      <dgm:spPr/>
    </dgm:pt>
    <dgm:pt modelId="{D1D6ECEC-CA93-E046-A85D-6A2DC3DEBFE7}" type="pres">
      <dgm:prSet presAssocID="{07106CCA-7647-4089-8940-9E8212E4DC6E}" presName="nodeRect" presStyleLbl="alignNode1" presStyleIdx="0" presStyleCnt="3">
        <dgm:presLayoutVars>
          <dgm:bulletEnabled val="1"/>
        </dgm:presLayoutVars>
      </dgm:prSet>
      <dgm:spPr/>
    </dgm:pt>
    <dgm:pt modelId="{25D7D0CC-B984-FD4C-872A-BDF242AAB79E}" type="pres">
      <dgm:prSet presAssocID="{C685FE3B-684B-4D4B-BC5C-BBC5725D1F14}" presName="sibTrans" presStyleCnt="0"/>
      <dgm:spPr/>
    </dgm:pt>
    <dgm:pt modelId="{A3928C8E-1AD6-6949-A610-2FFF9DED70F9}" type="pres">
      <dgm:prSet presAssocID="{FBE82043-AAF3-4A37-B462-217B65036355}" presName="compositeNode" presStyleCnt="0">
        <dgm:presLayoutVars>
          <dgm:bulletEnabled val="1"/>
        </dgm:presLayoutVars>
      </dgm:prSet>
      <dgm:spPr/>
    </dgm:pt>
    <dgm:pt modelId="{EAFB5F0E-6A1F-6F44-B5C4-BFE5A021612B}" type="pres">
      <dgm:prSet presAssocID="{FBE82043-AAF3-4A37-B462-217B65036355}" presName="bgRect" presStyleLbl="alignNode1" presStyleIdx="1" presStyleCnt="3"/>
      <dgm:spPr/>
    </dgm:pt>
    <dgm:pt modelId="{2E143AC9-FB7E-924E-87D2-C560B51C9483}" type="pres">
      <dgm:prSet presAssocID="{EC702903-F275-4606-BEC6-282C17074250}" presName="sibTransNodeRect" presStyleLbl="alignNode1" presStyleIdx="1" presStyleCnt="3">
        <dgm:presLayoutVars>
          <dgm:chMax val="0"/>
          <dgm:bulletEnabled val="1"/>
        </dgm:presLayoutVars>
      </dgm:prSet>
      <dgm:spPr/>
    </dgm:pt>
    <dgm:pt modelId="{0A25DF03-6D4F-4D45-8500-95A7B43E9C59}" type="pres">
      <dgm:prSet presAssocID="{FBE82043-AAF3-4A37-B462-217B65036355}" presName="nodeRect" presStyleLbl="alignNode1" presStyleIdx="1" presStyleCnt="3">
        <dgm:presLayoutVars>
          <dgm:bulletEnabled val="1"/>
        </dgm:presLayoutVars>
      </dgm:prSet>
      <dgm:spPr/>
    </dgm:pt>
    <dgm:pt modelId="{8A99ADB0-654B-CA4D-9CBD-9307909D92FB}" type="pres">
      <dgm:prSet presAssocID="{EC702903-F275-4606-BEC6-282C17074250}" presName="sibTrans" presStyleCnt="0"/>
      <dgm:spPr/>
    </dgm:pt>
    <dgm:pt modelId="{A853A9A9-F433-DA4E-9F0C-B3E592B103F5}" type="pres">
      <dgm:prSet presAssocID="{5497C637-9D7F-4DD8-A27F-C71621C72113}" presName="compositeNode" presStyleCnt="0">
        <dgm:presLayoutVars>
          <dgm:bulletEnabled val="1"/>
        </dgm:presLayoutVars>
      </dgm:prSet>
      <dgm:spPr/>
    </dgm:pt>
    <dgm:pt modelId="{7374A41F-25FA-8F4E-BF95-9C22814C1AC5}" type="pres">
      <dgm:prSet presAssocID="{5497C637-9D7F-4DD8-A27F-C71621C72113}" presName="bgRect" presStyleLbl="alignNode1" presStyleIdx="2" presStyleCnt="3"/>
      <dgm:spPr/>
    </dgm:pt>
    <dgm:pt modelId="{E20E7B9C-2379-D943-84DC-6F9E36F77E3E}" type="pres">
      <dgm:prSet presAssocID="{E449EE40-0DD6-4D81-A876-F62301D2B8AB}" presName="sibTransNodeRect" presStyleLbl="alignNode1" presStyleIdx="2" presStyleCnt="3">
        <dgm:presLayoutVars>
          <dgm:chMax val="0"/>
          <dgm:bulletEnabled val="1"/>
        </dgm:presLayoutVars>
      </dgm:prSet>
      <dgm:spPr/>
    </dgm:pt>
    <dgm:pt modelId="{227FD0CB-6515-7E42-AB52-A46987C47540}" type="pres">
      <dgm:prSet presAssocID="{5497C637-9D7F-4DD8-A27F-C71621C72113}" presName="nodeRect" presStyleLbl="alignNode1" presStyleIdx="2" presStyleCnt="3">
        <dgm:presLayoutVars>
          <dgm:bulletEnabled val="1"/>
        </dgm:presLayoutVars>
      </dgm:prSet>
      <dgm:spPr/>
    </dgm:pt>
  </dgm:ptLst>
  <dgm:cxnLst>
    <dgm:cxn modelId="{BB208C0B-AA83-4E47-8077-EF635897AC2B}" type="presOf" srcId="{C685FE3B-684B-4D4B-BC5C-BBC5725D1F14}" destId="{082C86E3-8C24-D049-8535-38C541187B5F}" srcOrd="0" destOrd="0" presId="urn:microsoft.com/office/officeart/2016/7/layout/LinearBlockProcessNumbered"/>
    <dgm:cxn modelId="{B0DFE024-4A0C-184D-B787-A65011608FCF}" type="presOf" srcId="{5497C637-9D7F-4DD8-A27F-C71621C72113}" destId="{7374A41F-25FA-8F4E-BF95-9C22814C1AC5}" srcOrd="0" destOrd="0" presId="urn:microsoft.com/office/officeart/2016/7/layout/LinearBlockProcessNumbered"/>
    <dgm:cxn modelId="{1526F925-9177-F04D-AB31-7610706CC67D}" type="presOf" srcId="{07106CCA-7647-4089-8940-9E8212E4DC6E}" destId="{D1D6ECEC-CA93-E046-A85D-6A2DC3DEBFE7}" srcOrd="1" destOrd="0" presId="urn:microsoft.com/office/officeart/2016/7/layout/LinearBlockProcessNumbered"/>
    <dgm:cxn modelId="{3E985629-35D8-4684-87EE-AFAA0750182C}" srcId="{761BB4D1-31B8-4B84-9E01-73DE59FCC9C8}" destId="{FBE82043-AAF3-4A37-B462-217B65036355}" srcOrd="1" destOrd="0" parTransId="{700E05EB-2C47-46F7-8F6F-5D9B76E5F11D}" sibTransId="{EC702903-F275-4606-BEC6-282C17074250}"/>
    <dgm:cxn modelId="{28E62B52-F4A2-A446-B36D-B2FEA50FA342}" type="presOf" srcId="{FBE82043-AAF3-4A37-B462-217B65036355}" destId="{EAFB5F0E-6A1F-6F44-B5C4-BFE5A021612B}" srcOrd="0" destOrd="0" presId="urn:microsoft.com/office/officeart/2016/7/layout/LinearBlockProcessNumbered"/>
    <dgm:cxn modelId="{16066458-CA21-428E-B366-DB300F9668C0}" srcId="{761BB4D1-31B8-4B84-9E01-73DE59FCC9C8}" destId="{07106CCA-7647-4089-8940-9E8212E4DC6E}" srcOrd="0" destOrd="0" parTransId="{1BD9EED1-F46A-4C06-8FA9-029D645C3DED}" sibTransId="{C685FE3B-684B-4D4B-BC5C-BBC5725D1F14}"/>
    <dgm:cxn modelId="{96DA918C-78C2-4744-943A-D136B61103AA}" type="presOf" srcId="{EC702903-F275-4606-BEC6-282C17074250}" destId="{2E143AC9-FB7E-924E-87D2-C560B51C9483}" srcOrd="0" destOrd="0" presId="urn:microsoft.com/office/officeart/2016/7/layout/LinearBlockProcessNumbered"/>
    <dgm:cxn modelId="{7CE57997-16F0-46C4-8F13-E54B8C339018}" srcId="{761BB4D1-31B8-4B84-9E01-73DE59FCC9C8}" destId="{5497C637-9D7F-4DD8-A27F-C71621C72113}" srcOrd="2" destOrd="0" parTransId="{00AF7E1A-4EC7-498F-984F-DAA2E0BFCCC2}" sibTransId="{E449EE40-0DD6-4D81-A876-F62301D2B8AB}"/>
    <dgm:cxn modelId="{E8B44FA0-E5D1-AA43-896F-A4770B6EC2E5}" type="presOf" srcId="{761BB4D1-31B8-4B84-9E01-73DE59FCC9C8}" destId="{C48C1EE4-71CE-B943-9636-BC70D385C289}" srcOrd="0" destOrd="0" presId="urn:microsoft.com/office/officeart/2016/7/layout/LinearBlockProcessNumbered"/>
    <dgm:cxn modelId="{FE68CFB5-FAF9-F54D-8F59-E37BB6FDB6C3}" type="presOf" srcId="{FBE82043-AAF3-4A37-B462-217B65036355}" destId="{0A25DF03-6D4F-4D45-8500-95A7B43E9C59}" srcOrd="1" destOrd="0" presId="urn:microsoft.com/office/officeart/2016/7/layout/LinearBlockProcessNumbered"/>
    <dgm:cxn modelId="{F178C8C3-32B9-8E47-A455-84BCEE1FEA0B}" type="presOf" srcId="{07106CCA-7647-4089-8940-9E8212E4DC6E}" destId="{17710D6F-F120-2243-AEF6-D83066DF20FC}" srcOrd="0" destOrd="0" presId="urn:microsoft.com/office/officeart/2016/7/layout/LinearBlockProcessNumbered"/>
    <dgm:cxn modelId="{6A68ABE5-FC43-5141-AA48-756136B9A752}" type="presOf" srcId="{5497C637-9D7F-4DD8-A27F-C71621C72113}" destId="{227FD0CB-6515-7E42-AB52-A46987C47540}" srcOrd="1" destOrd="0" presId="urn:microsoft.com/office/officeart/2016/7/layout/LinearBlockProcessNumbered"/>
    <dgm:cxn modelId="{29D759F0-AEFE-944A-B8B7-C411A00318C5}" type="presOf" srcId="{E449EE40-0DD6-4D81-A876-F62301D2B8AB}" destId="{E20E7B9C-2379-D943-84DC-6F9E36F77E3E}" srcOrd="0" destOrd="0" presId="urn:microsoft.com/office/officeart/2016/7/layout/LinearBlockProcessNumbered"/>
    <dgm:cxn modelId="{13A2ECAB-EA26-4A4B-8EAF-4FB4959512F2}" type="presParOf" srcId="{C48C1EE4-71CE-B943-9636-BC70D385C289}" destId="{1E1A2505-E667-B047-8FDB-93E9C81FC183}" srcOrd="0" destOrd="0" presId="urn:microsoft.com/office/officeart/2016/7/layout/LinearBlockProcessNumbered"/>
    <dgm:cxn modelId="{C815601C-738F-AE4B-9E8D-50D21A611120}" type="presParOf" srcId="{1E1A2505-E667-B047-8FDB-93E9C81FC183}" destId="{17710D6F-F120-2243-AEF6-D83066DF20FC}" srcOrd="0" destOrd="0" presId="urn:microsoft.com/office/officeart/2016/7/layout/LinearBlockProcessNumbered"/>
    <dgm:cxn modelId="{9F7C6596-68A0-5E41-B381-AFD8D687531F}" type="presParOf" srcId="{1E1A2505-E667-B047-8FDB-93E9C81FC183}" destId="{082C86E3-8C24-D049-8535-38C541187B5F}" srcOrd="1" destOrd="0" presId="urn:microsoft.com/office/officeart/2016/7/layout/LinearBlockProcessNumbered"/>
    <dgm:cxn modelId="{3AFC9267-ABFE-FB41-80CB-281DE53CA9B5}" type="presParOf" srcId="{1E1A2505-E667-B047-8FDB-93E9C81FC183}" destId="{D1D6ECEC-CA93-E046-A85D-6A2DC3DEBFE7}" srcOrd="2" destOrd="0" presId="urn:microsoft.com/office/officeart/2016/7/layout/LinearBlockProcessNumbered"/>
    <dgm:cxn modelId="{309EBC69-D2C4-0649-AFF9-CBAC430B0ABA}" type="presParOf" srcId="{C48C1EE4-71CE-B943-9636-BC70D385C289}" destId="{25D7D0CC-B984-FD4C-872A-BDF242AAB79E}" srcOrd="1" destOrd="0" presId="urn:microsoft.com/office/officeart/2016/7/layout/LinearBlockProcessNumbered"/>
    <dgm:cxn modelId="{7EAB1B56-BB8A-EB4D-97DD-460663D11AEE}" type="presParOf" srcId="{C48C1EE4-71CE-B943-9636-BC70D385C289}" destId="{A3928C8E-1AD6-6949-A610-2FFF9DED70F9}" srcOrd="2" destOrd="0" presId="urn:microsoft.com/office/officeart/2016/7/layout/LinearBlockProcessNumbered"/>
    <dgm:cxn modelId="{B40D3E93-5441-D643-8D9E-7D81699A0365}" type="presParOf" srcId="{A3928C8E-1AD6-6949-A610-2FFF9DED70F9}" destId="{EAFB5F0E-6A1F-6F44-B5C4-BFE5A021612B}" srcOrd="0" destOrd="0" presId="urn:microsoft.com/office/officeart/2016/7/layout/LinearBlockProcessNumbered"/>
    <dgm:cxn modelId="{145C03F2-11AD-0A44-BD0F-FD88BA09751A}" type="presParOf" srcId="{A3928C8E-1AD6-6949-A610-2FFF9DED70F9}" destId="{2E143AC9-FB7E-924E-87D2-C560B51C9483}" srcOrd="1" destOrd="0" presId="urn:microsoft.com/office/officeart/2016/7/layout/LinearBlockProcessNumbered"/>
    <dgm:cxn modelId="{73EDD92B-4D41-3A40-B5B2-DA0DE7C1821F}" type="presParOf" srcId="{A3928C8E-1AD6-6949-A610-2FFF9DED70F9}" destId="{0A25DF03-6D4F-4D45-8500-95A7B43E9C59}" srcOrd="2" destOrd="0" presId="urn:microsoft.com/office/officeart/2016/7/layout/LinearBlockProcessNumbered"/>
    <dgm:cxn modelId="{FD011E04-4392-544D-8FC4-F69596070D93}" type="presParOf" srcId="{C48C1EE4-71CE-B943-9636-BC70D385C289}" destId="{8A99ADB0-654B-CA4D-9CBD-9307909D92FB}" srcOrd="3" destOrd="0" presId="urn:microsoft.com/office/officeart/2016/7/layout/LinearBlockProcessNumbered"/>
    <dgm:cxn modelId="{D4E2CBB7-057A-144D-AFE8-83A846064175}" type="presParOf" srcId="{C48C1EE4-71CE-B943-9636-BC70D385C289}" destId="{A853A9A9-F433-DA4E-9F0C-B3E592B103F5}" srcOrd="4" destOrd="0" presId="urn:microsoft.com/office/officeart/2016/7/layout/LinearBlockProcessNumbered"/>
    <dgm:cxn modelId="{45AC0FAB-EF80-224B-B95D-FEAB0C64E615}" type="presParOf" srcId="{A853A9A9-F433-DA4E-9F0C-B3E592B103F5}" destId="{7374A41F-25FA-8F4E-BF95-9C22814C1AC5}" srcOrd="0" destOrd="0" presId="urn:microsoft.com/office/officeart/2016/7/layout/LinearBlockProcessNumbered"/>
    <dgm:cxn modelId="{96C40E6A-6480-8C44-A636-292F035CF59F}" type="presParOf" srcId="{A853A9A9-F433-DA4E-9F0C-B3E592B103F5}" destId="{E20E7B9C-2379-D943-84DC-6F9E36F77E3E}" srcOrd="1" destOrd="0" presId="urn:microsoft.com/office/officeart/2016/7/layout/LinearBlockProcessNumbered"/>
    <dgm:cxn modelId="{358E501B-9AA3-5445-928A-D79E2D2AAF5E}" type="presParOf" srcId="{A853A9A9-F433-DA4E-9F0C-B3E592B103F5}" destId="{227FD0CB-6515-7E42-AB52-A46987C47540}"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BDBD8F2-BD46-4C6A-B202-0B75BD42AF0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EF9E163-BCB1-424F-886E-DD13C349E252}">
      <dgm:prSet/>
      <dgm:spPr/>
      <dgm:t>
        <a:bodyPr/>
        <a:lstStyle/>
        <a:p>
          <a:r>
            <a:rPr lang="en-US"/>
            <a:t>Avoid real DB/HTTP/time in unit tests</a:t>
          </a:r>
        </a:p>
      </dgm:t>
    </dgm:pt>
    <dgm:pt modelId="{91A2EE7B-71CB-4ED7-B319-5F09E3B758D8}" type="parTrans" cxnId="{10780C83-2211-445E-8607-48BAD9810D09}">
      <dgm:prSet/>
      <dgm:spPr/>
      <dgm:t>
        <a:bodyPr/>
        <a:lstStyle/>
        <a:p>
          <a:endParaRPr lang="en-US"/>
        </a:p>
      </dgm:t>
    </dgm:pt>
    <dgm:pt modelId="{1CB90653-DE9E-467D-9690-94EC4789D303}" type="sibTrans" cxnId="{10780C83-2211-445E-8607-48BAD9810D09}">
      <dgm:prSet/>
      <dgm:spPr/>
      <dgm:t>
        <a:bodyPr/>
        <a:lstStyle/>
        <a:p>
          <a:endParaRPr lang="en-US"/>
        </a:p>
      </dgm:t>
    </dgm:pt>
    <dgm:pt modelId="{60412AA0-E639-4302-8E8C-F7CEE890493F}">
      <dgm:prSet/>
      <dgm:spPr/>
      <dgm:t>
        <a:bodyPr/>
        <a:lstStyle/>
        <a:p>
          <a:r>
            <a:rPr lang="en-US"/>
            <a:t>Keep unit tests fast and deterministic</a:t>
          </a:r>
        </a:p>
      </dgm:t>
    </dgm:pt>
    <dgm:pt modelId="{078C26A8-1672-4D13-9AF3-C99E8E29C496}" type="parTrans" cxnId="{4F0FAE81-F9E0-4675-BBE9-DF689730F023}">
      <dgm:prSet/>
      <dgm:spPr/>
      <dgm:t>
        <a:bodyPr/>
        <a:lstStyle/>
        <a:p>
          <a:endParaRPr lang="en-US"/>
        </a:p>
      </dgm:t>
    </dgm:pt>
    <dgm:pt modelId="{26EF9DBC-DB92-4F2C-8EAE-31E9FB86BDCE}" type="sibTrans" cxnId="{4F0FAE81-F9E0-4675-BBE9-DF689730F023}">
      <dgm:prSet/>
      <dgm:spPr/>
      <dgm:t>
        <a:bodyPr/>
        <a:lstStyle/>
        <a:p>
          <a:endParaRPr lang="en-US"/>
        </a:p>
      </dgm:t>
    </dgm:pt>
    <dgm:pt modelId="{80DCD88D-C200-4644-BDC5-BF98EF0B5736}" type="pres">
      <dgm:prSet presAssocID="{2BDBD8F2-BD46-4C6A-B202-0B75BD42AF02}" presName="root" presStyleCnt="0">
        <dgm:presLayoutVars>
          <dgm:dir/>
          <dgm:resizeHandles val="exact"/>
        </dgm:presLayoutVars>
      </dgm:prSet>
      <dgm:spPr/>
    </dgm:pt>
    <dgm:pt modelId="{14D7AECC-917F-4238-B992-E8DBD5BBEED4}" type="pres">
      <dgm:prSet presAssocID="{CEF9E163-BCB1-424F-886E-DD13C349E252}" presName="compNode" presStyleCnt="0"/>
      <dgm:spPr/>
    </dgm:pt>
    <dgm:pt modelId="{E80DFC94-E85B-4AE9-B017-DA4D694659D9}" type="pres">
      <dgm:prSet presAssocID="{CEF9E163-BCB1-424F-886E-DD13C349E252}" presName="bgRect" presStyleLbl="bgShp" presStyleIdx="0" presStyleCnt="2"/>
      <dgm:spPr/>
    </dgm:pt>
    <dgm:pt modelId="{710F641D-9860-4F1B-82C4-082B211F7098}" type="pres">
      <dgm:prSet presAssocID="{CEF9E163-BCB1-424F-886E-DD13C349E25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EADF0703-5335-4A43-B15E-E01A8C2D14B1}" type="pres">
      <dgm:prSet presAssocID="{CEF9E163-BCB1-424F-886E-DD13C349E252}" presName="spaceRect" presStyleCnt="0"/>
      <dgm:spPr/>
    </dgm:pt>
    <dgm:pt modelId="{1AC3633A-361C-42DE-8CEF-911F944603B0}" type="pres">
      <dgm:prSet presAssocID="{CEF9E163-BCB1-424F-886E-DD13C349E252}" presName="parTx" presStyleLbl="revTx" presStyleIdx="0" presStyleCnt="2">
        <dgm:presLayoutVars>
          <dgm:chMax val="0"/>
          <dgm:chPref val="0"/>
        </dgm:presLayoutVars>
      </dgm:prSet>
      <dgm:spPr/>
    </dgm:pt>
    <dgm:pt modelId="{EF0051DC-2F83-4CD1-A370-5D60D850CB3B}" type="pres">
      <dgm:prSet presAssocID="{1CB90653-DE9E-467D-9690-94EC4789D303}" presName="sibTrans" presStyleCnt="0"/>
      <dgm:spPr/>
    </dgm:pt>
    <dgm:pt modelId="{3444DC61-4F8B-4DD9-BF9A-8D7733102B34}" type="pres">
      <dgm:prSet presAssocID="{60412AA0-E639-4302-8E8C-F7CEE890493F}" presName="compNode" presStyleCnt="0"/>
      <dgm:spPr/>
    </dgm:pt>
    <dgm:pt modelId="{C4D76811-C554-45C2-A83B-46DB84671D35}" type="pres">
      <dgm:prSet presAssocID="{60412AA0-E639-4302-8E8C-F7CEE890493F}" presName="bgRect" presStyleLbl="bgShp" presStyleIdx="1" presStyleCnt="2"/>
      <dgm:spPr/>
    </dgm:pt>
    <dgm:pt modelId="{644BF7DF-37BB-468F-8EBE-D6F984FE948B}" type="pres">
      <dgm:prSet presAssocID="{60412AA0-E639-4302-8E8C-F7CEE890493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3DCAC820-90EC-4AE9-9E46-2F1821D5FD6C}" type="pres">
      <dgm:prSet presAssocID="{60412AA0-E639-4302-8E8C-F7CEE890493F}" presName="spaceRect" presStyleCnt="0"/>
      <dgm:spPr/>
    </dgm:pt>
    <dgm:pt modelId="{A249F798-0F91-46EC-B151-51A1AD69ADAD}" type="pres">
      <dgm:prSet presAssocID="{60412AA0-E639-4302-8E8C-F7CEE890493F}" presName="parTx" presStyleLbl="revTx" presStyleIdx="1" presStyleCnt="2">
        <dgm:presLayoutVars>
          <dgm:chMax val="0"/>
          <dgm:chPref val="0"/>
        </dgm:presLayoutVars>
      </dgm:prSet>
      <dgm:spPr/>
    </dgm:pt>
  </dgm:ptLst>
  <dgm:cxnLst>
    <dgm:cxn modelId="{22DED702-2588-4438-BA7A-06965C81B242}" type="presOf" srcId="{CEF9E163-BCB1-424F-886E-DD13C349E252}" destId="{1AC3633A-361C-42DE-8CEF-911F944603B0}" srcOrd="0" destOrd="0" presId="urn:microsoft.com/office/officeart/2018/2/layout/IconVerticalSolidList"/>
    <dgm:cxn modelId="{4F0FAE81-F9E0-4675-BBE9-DF689730F023}" srcId="{2BDBD8F2-BD46-4C6A-B202-0B75BD42AF02}" destId="{60412AA0-E639-4302-8E8C-F7CEE890493F}" srcOrd="1" destOrd="0" parTransId="{078C26A8-1672-4D13-9AF3-C99E8E29C496}" sibTransId="{26EF9DBC-DB92-4F2C-8EAE-31E9FB86BDCE}"/>
    <dgm:cxn modelId="{10780C83-2211-445E-8607-48BAD9810D09}" srcId="{2BDBD8F2-BD46-4C6A-B202-0B75BD42AF02}" destId="{CEF9E163-BCB1-424F-886E-DD13C349E252}" srcOrd="0" destOrd="0" parTransId="{91A2EE7B-71CB-4ED7-B319-5F09E3B758D8}" sibTransId="{1CB90653-DE9E-467D-9690-94EC4789D303}"/>
    <dgm:cxn modelId="{AF42A19C-A254-4ADD-87B0-03974F4B004D}" type="presOf" srcId="{2BDBD8F2-BD46-4C6A-B202-0B75BD42AF02}" destId="{80DCD88D-C200-4644-BDC5-BF98EF0B5736}" srcOrd="0" destOrd="0" presId="urn:microsoft.com/office/officeart/2018/2/layout/IconVerticalSolidList"/>
    <dgm:cxn modelId="{90F08AB7-DA33-42C9-AB14-4D7820331D67}" type="presOf" srcId="{60412AA0-E639-4302-8E8C-F7CEE890493F}" destId="{A249F798-0F91-46EC-B151-51A1AD69ADAD}" srcOrd="0" destOrd="0" presId="urn:microsoft.com/office/officeart/2018/2/layout/IconVerticalSolidList"/>
    <dgm:cxn modelId="{7108895D-2E5A-4AEF-B9A3-9AB575B37036}" type="presParOf" srcId="{80DCD88D-C200-4644-BDC5-BF98EF0B5736}" destId="{14D7AECC-917F-4238-B992-E8DBD5BBEED4}" srcOrd="0" destOrd="0" presId="urn:microsoft.com/office/officeart/2018/2/layout/IconVerticalSolidList"/>
    <dgm:cxn modelId="{3B138CB8-DDD9-492D-99F8-AB4BA8BB84F8}" type="presParOf" srcId="{14D7AECC-917F-4238-B992-E8DBD5BBEED4}" destId="{E80DFC94-E85B-4AE9-B017-DA4D694659D9}" srcOrd="0" destOrd="0" presId="urn:microsoft.com/office/officeart/2018/2/layout/IconVerticalSolidList"/>
    <dgm:cxn modelId="{8036D76F-4610-4EE1-8660-96343209A6E4}" type="presParOf" srcId="{14D7AECC-917F-4238-B992-E8DBD5BBEED4}" destId="{710F641D-9860-4F1B-82C4-082B211F7098}" srcOrd="1" destOrd="0" presId="urn:microsoft.com/office/officeart/2018/2/layout/IconVerticalSolidList"/>
    <dgm:cxn modelId="{F4288323-B1DC-437D-B986-FA8863C869BC}" type="presParOf" srcId="{14D7AECC-917F-4238-B992-E8DBD5BBEED4}" destId="{EADF0703-5335-4A43-B15E-E01A8C2D14B1}" srcOrd="2" destOrd="0" presId="urn:microsoft.com/office/officeart/2018/2/layout/IconVerticalSolidList"/>
    <dgm:cxn modelId="{50D65ABB-2D20-459D-9899-A63C5E5FD302}" type="presParOf" srcId="{14D7AECC-917F-4238-B992-E8DBD5BBEED4}" destId="{1AC3633A-361C-42DE-8CEF-911F944603B0}" srcOrd="3" destOrd="0" presId="urn:microsoft.com/office/officeart/2018/2/layout/IconVerticalSolidList"/>
    <dgm:cxn modelId="{396FE2E1-7C61-4D8D-B909-C53A0ED4CB1E}" type="presParOf" srcId="{80DCD88D-C200-4644-BDC5-BF98EF0B5736}" destId="{EF0051DC-2F83-4CD1-A370-5D60D850CB3B}" srcOrd="1" destOrd="0" presId="urn:microsoft.com/office/officeart/2018/2/layout/IconVerticalSolidList"/>
    <dgm:cxn modelId="{69FCD98A-8D58-42D4-9F5F-E0B19E2F0F7E}" type="presParOf" srcId="{80DCD88D-C200-4644-BDC5-BF98EF0B5736}" destId="{3444DC61-4F8B-4DD9-BF9A-8D7733102B34}" srcOrd="2" destOrd="0" presId="urn:microsoft.com/office/officeart/2018/2/layout/IconVerticalSolidList"/>
    <dgm:cxn modelId="{D8027993-84FD-47F6-837A-0DD9BD40A992}" type="presParOf" srcId="{3444DC61-4F8B-4DD9-BF9A-8D7733102B34}" destId="{C4D76811-C554-45C2-A83B-46DB84671D35}" srcOrd="0" destOrd="0" presId="urn:microsoft.com/office/officeart/2018/2/layout/IconVerticalSolidList"/>
    <dgm:cxn modelId="{094B18B2-5821-46CE-99F0-57686B5E695D}" type="presParOf" srcId="{3444DC61-4F8B-4DD9-BF9A-8D7733102B34}" destId="{644BF7DF-37BB-468F-8EBE-D6F984FE948B}" srcOrd="1" destOrd="0" presId="urn:microsoft.com/office/officeart/2018/2/layout/IconVerticalSolidList"/>
    <dgm:cxn modelId="{5EC3F118-C659-495E-94BD-0F0BDE223EE8}" type="presParOf" srcId="{3444DC61-4F8B-4DD9-BF9A-8D7733102B34}" destId="{3DCAC820-90EC-4AE9-9E46-2F1821D5FD6C}" srcOrd="2" destOrd="0" presId="urn:microsoft.com/office/officeart/2018/2/layout/IconVerticalSolidList"/>
    <dgm:cxn modelId="{12C16E32-D7C0-42F6-BC61-9FCA8CA20279}" type="presParOf" srcId="{3444DC61-4F8B-4DD9-BF9A-8D7733102B34}" destId="{A249F798-0F91-46EC-B151-51A1AD69ADA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7CA12C9-6E51-452B-8EDC-12E3A6D078B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956839C7-0145-45CC-9ED0-33B6437BCAD2}">
      <dgm:prSet/>
      <dgm:spPr/>
      <dgm:t>
        <a:bodyPr/>
        <a:lstStyle/>
        <a:p>
          <a:r>
            <a:rPr lang="en-US"/>
            <a:t>Fake: simplified working version (e.g., in-memory repo)</a:t>
          </a:r>
        </a:p>
      </dgm:t>
    </dgm:pt>
    <dgm:pt modelId="{72D6BFE7-7416-41D7-91AB-E1C683E0E73E}" type="parTrans" cxnId="{790F6510-1079-409C-BF80-1B54202ED254}">
      <dgm:prSet/>
      <dgm:spPr/>
      <dgm:t>
        <a:bodyPr/>
        <a:lstStyle/>
        <a:p>
          <a:endParaRPr lang="en-US"/>
        </a:p>
      </dgm:t>
    </dgm:pt>
    <dgm:pt modelId="{8B25C940-54E1-4661-A4DB-0D488D95E028}" type="sibTrans" cxnId="{790F6510-1079-409C-BF80-1B54202ED254}">
      <dgm:prSet/>
      <dgm:spPr/>
      <dgm:t>
        <a:bodyPr/>
        <a:lstStyle/>
        <a:p>
          <a:endParaRPr lang="en-US"/>
        </a:p>
      </dgm:t>
    </dgm:pt>
    <dgm:pt modelId="{A7D94DA5-00CC-4AF4-BEAA-A3DCD11AD2A4}">
      <dgm:prSet/>
      <dgm:spPr/>
      <dgm:t>
        <a:bodyPr/>
        <a:lstStyle/>
        <a:p>
          <a:r>
            <a:rPr lang="en-US"/>
            <a:t>Stub: returns canned answers</a:t>
          </a:r>
        </a:p>
      </dgm:t>
    </dgm:pt>
    <dgm:pt modelId="{E4ACA626-14E0-4542-B9C9-3BC4472370FD}" type="parTrans" cxnId="{0D64FB88-8C86-46BD-9ECA-42FF2A7AA0F3}">
      <dgm:prSet/>
      <dgm:spPr/>
      <dgm:t>
        <a:bodyPr/>
        <a:lstStyle/>
        <a:p>
          <a:endParaRPr lang="en-US"/>
        </a:p>
      </dgm:t>
    </dgm:pt>
    <dgm:pt modelId="{7E15FC47-7257-4166-996B-D5D749D09BA2}" type="sibTrans" cxnId="{0D64FB88-8C86-46BD-9ECA-42FF2A7AA0F3}">
      <dgm:prSet/>
      <dgm:spPr/>
      <dgm:t>
        <a:bodyPr/>
        <a:lstStyle/>
        <a:p>
          <a:endParaRPr lang="en-US"/>
        </a:p>
      </dgm:t>
    </dgm:pt>
    <dgm:pt modelId="{16DBDA0F-BB18-4C01-B3A1-541253334A30}">
      <dgm:prSet/>
      <dgm:spPr/>
      <dgm:t>
        <a:bodyPr/>
        <a:lstStyle/>
        <a:p>
          <a:r>
            <a:rPr lang="en-US"/>
            <a:t>Mock: verifies interactions (calls/arguments)</a:t>
          </a:r>
        </a:p>
      </dgm:t>
    </dgm:pt>
    <dgm:pt modelId="{03B4C414-DAF0-4443-8E7D-8034A78A5E26}" type="parTrans" cxnId="{6DBCB325-6A4A-4D82-931D-49625A5FBE93}">
      <dgm:prSet/>
      <dgm:spPr/>
      <dgm:t>
        <a:bodyPr/>
        <a:lstStyle/>
        <a:p>
          <a:endParaRPr lang="en-US"/>
        </a:p>
      </dgm:t>
    </dgm:pt>
    <dgm:pt modelId="{6E9618A5-9709-4B64-A6B0-695B8C909D28}" type="sibTrans" cxnId="{6DBCB325-6A4A-4D82-931D-49625A5FBE93}">
      <dgm:prSet/>
      <dgm:spPr/>
      <dgm:t>
        <a:bodyPr/>
        <a:lstStyle/>
        <a:p>
          <a:endParaRPr lang="en-US"/>
        </a:p>
      </dgm:t>
    </dgm:pt>
    <dgm:pt modelId="{F49E972E-AD19-41FB-9803-972762C5DF93}" type="pres">
      <dgm:prSet presAssocID="{67CA12C9-6E51-452B-8EDC-12E3A6D078B1}" presName="root" presStyleCnt="0">
        <dgm:presLayoutVars>
          <dgm:dir/>
          <dgm:resizeHandles val="exact"/>
        </dgm:presLayoutVars>
      </dgm:prSet>
      <dgm:spPr/>
    </dgm:pt>
    <dgm:pt modelId="{E933A2F7-E276-4BCB-AEE7-B4BA5FFFD70B}" type="pres">
      <dgm:prSet presAssocID="{956839C7-0145-45CC-9ED0-33B6437BCAD2}" presName="compNode" presStyleCnt="0"/>
      <dgm:spPr/>
    </dgm:pt>
    <dgm:pt modelId="{65064CFC-FF47-4440-89EB-5327D4545BC0}" type="pres">
      <dgm:prSet presAssocID="{956839C7-0145-45CC-9ED0-33B6437BCAD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bweb"/>
        </a:ext>
      </dgm:extLst>
    </dgm:pt>
    <dgm:pt modelId="{C4C01BE8-24E6-4E3B-A3AA-9264F753D458}" type="pres">
      <dgm:prSet presAssocID="{956839C7-0145-45CC-9ED0-33B6437BCAD2}" presName="spaceRect" presStyleCnt="0"/>
      <dgm:spPr/>
    </dgm:pt>
    <dgm:pt modelId="{0CA60EFE-4D0E-482F-9C2C-586C8D34618A}" type="pres">
      <dgm:prSet presAssocID="{956839C7-0145-45CC-9ED0-33B6437BCAD2}" presName="textRect" presStyleLbl="revTx" presStyleIdx="0" presStyleCnt="3">
        <dgm:presLayoutVars>
          <dgm:chMax val="1"/>
          <dgm:chPref val="1"/>
        </dgm:presLayoutVars>
      </dgm:prSet>
      <dgm:spPr/>
    </dgm:pt>
    <dgm:pt modelId="{502448AC-EFD0-439E-B8C9-CBB981A95649}" type="pres">
      <dgm:prSet presAssocID="{8B25C940-54E1-4661-A4DB-0D488D95E028}" presName="sibTrans" presStyleCnt="0"/>
      <dgm:spPr/>
    </dgm:pt>
    <dgm:pt modelId="{BAB47671-CBA3-4536-B191-2297226C48BF}" type="pres">
      <dgm:prSet presAssocID="{A7D94DA5-00CC-4AF4-BEAA-A3DCD11AD2A4}" presName="compNode" presStyleCnt="0"/>
      <dgm:spPr/>
    </dgm:pt>
    <dgm:pt modelId="{BDBBF017-00DA-4666-BD13-20BB74A2A032}" type="pres">
      <dgm:prSet presAssocID="{A7D94DA5-00CC-4AF4-BEAA-A3DCD11AD2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me"/>
        </a:ext>
      </dgm:extLst>
    </dgm:pt>
    <dgm:pt modelId="{21E7BA07-442B-4ACA-A08E-DE66A720C298}" type="pres">
      <dgm:prSet presAssocID="{A7D94DA5-00CC-4AF4-BEAA-A3DCD11AD2A4}" presName="spaceRect" presStyleCnt="0"/>
      <dgm:spPr/>
    </dgm:pt>
    <dgm:pt modelId="{189283F8-C417-43D3-B7D0-4DFA0F4029CA}" type="pres">
      <dgm:prSet presAssocID="{A7D94DA5-00CC-4AF4-BEAA-A3DCD11AD2A4}" presName="textRect" presStyleLbl="revTx" presStyleIdx="1" presStyleCnt="3">
        <dgm:presLayoutVars>
          <dgm:chMax val="1"/>
          <dgm:chPref val="1"/>
        </dgm:presLayoutVars>
      </dgm:prSet>
      <dgm:spPr/>
    </dgm:pt>
    <dgm:pt modelId="{4344589F-196E-4529-B656-3FD12024E819}" type="pres">
      <dgm:prSet presAssocID="{7E15FC47-7257-4166-996B-D5D749D09BA2}" presName="sibTrans" presStyleCnt="0"/>
      <dgm:spPr/>
    </dgm:pt>
    <dgm:pt modelId="{D41B6CEC-4F12-44E6-BF47-AD1418B6D61C}" type="pres">
      <dgm:prSet presAssocID="{16DBDA0F-BB18-4C01-B3A1-541253334A30}" presName="compNode" presStyleCnt="0"/>
      <dgm:spPr/>
    </dgm:pt>
    <dgm:pt modelId="{EBC9B2CE-26A9-40CD-B6A8-F270C2D7E79C}" type="pres">
      <dgm:prSet presAssocID="{16DBDA0F-BB18-4C01-B3A1-541253334A3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aker Phone"/>
        </a:ext>
      </dgm:extLst>
    </dgm:pt>
    <dgm:pt modelId="{9E66F53E-0666-4AC7-B542-B466EA74555C}" type="pres">
      <dgm:prSet presAssocID="{16DBDA0F-BB18-4C01-B3A1-541253334A30}" presName="spaceRect" presStyleCnt="0"/>
      <dgm:spPr/>
    </dgm:pt>
    <dgm:pt modelId="{D5EB8FE1-CAE5-407B-956B-CD19683356E9}" type="pres">
      <dgm:prSet presAssocID="{16DBDA0F-BB18-4C01-B3A1-541253334A30}" presName="textRect" presStyleLbl="revTx" presStyleIdx="2" presStyleCnt="3">
        <dgm:presLayoutVars>
          <dgm:chMax val="1"/>
          <dgm:chPref val="1"/>
        </dgm:presLayoutVars>
      </dgm:prSet>
      <dgm:spPr/>
    </dgm:pt>
  </dgm:ptLst>
  <dgm:cxnLst>
    <dgm:cxn modelId="{2DDF9C09-4067-4A6A-9560-9421CBE62E71}" type="presOf" srcId="{67CA12C9-6E51-452B-8EDC-12E3A6D078B1}" destId="{F49E972E-AD19-41FB-9803-972762C5DF93}" srcOrd="0" destOrd="0" presId="urn:microsoft.com/office/officeart/2018/2/layout/IconLabelList"/>
    <dgm:cxn modelId="{790F6510-1079-409C-BF80-1B54202ED254}" srcId="{67CA12C9-6E51-452B-8EDC-12E3A6D078B1}" destId="{956839C7-0145-45CC-9ED0-33B6437BCAD2}" srcOrd="0" destOrd="0" parTransId="{72D6BFE7-7416-41D7-91AB-E1C683E0E73E}" sibTransId="{8B25C940-54E1-4661-A4DB-0D488D95E028}"/>
    <dgm:cxn modelId="{6DBCB325-6A4A-4D82-931D-49625A5FBE93}" srcId="{67CA12C9-6E51-452B-8EDC-12E3A6D078B1}" destId="{16DBDA0F-BB18-4C01-B3A1-541253334A30}" srcOrd="2" destOrd="0" parTransId="{03B4C414-DAF0-4443-8E7D-8034A78A5E26}" sibTransId="{6E9618A5-9709-4B64-A6B0-695B8C909D28}"/>
    <dgm:cxn modelId="{8F1CB33D-F168-4B1E-B37F-6B9737377D80}" type="presOf" srcId="{A7D94DA5-00CC-4AF4-BEAA-A3DCD11AD2A4}" destId="{189283F8-C417-43D3-B7D0-4DFA0F4029CA}" srcOrd="0" destOrd="0" presId="urn:microsoft.com/office/officeart/2018/2/layout/IconLabelList"/>
    <dgm:cxn modelId="{8D5A1B6B-02BC-4840-BF22-7F78FE52975D}" type="presOf" srcId="{16DBDA0F-BB18-4C01-B3A1-541253334A30}" destId="{D5EB8FE1-CAE5-407B-956B-CD19683356E9}" srcOrd="0" destOrd="0" presId="urn:microsoft.com/office/officeart/2018/2/layout/IconLabelList"/>
    <dgm:cxn modelId="{0D64FB88-8C86-46BD-9ECA-42FF2A7AA0F3}" srcId="{67CA12C9-6E51-452B-8EDC-12E3A6D078B1}" destId="{A7D94DA5-00CC-4AF4-BEAA-A3DCD11AD2A4}" srcOrd="1" destOrd="0" parTransId="{E4ACA626-14E0-4542-B9C9-3BC4472370FD}" sibTransId="{7E15FC47-7257-4166-996B-D5D749D09BA2}"/>
    <dgm:cxn modelId="{D6EAA6FB-A096-4E36-B7BF-AD2D9B6F33D6}" type="presOf" srcId="{956839C7-0145-45CC-9ED0-33B6437BCAD2}" destId="{0CA60EFE-4D0E-482F-9C2C-586C8D34618A}" srcOrd="0" destOrd="0" presId="urn:microsoft.com/office/officeart/2018/2/layout/IconLabelList"/>
    <dgm:cxn modelId="{52F041E6-2A7E-40E7-8E4B-BCF277987561}" type="presParOf" srcId="{F49E972E-AD19-41FB-9803-972762C5DF93}" destId="{E933A2F7-E276-4BCB-AEE7-B4BA5FFFD70B}" srcOrd="0" destOrd="0" presId="urn:microsoft.com/office/officeart/2018/2/layout/IconLabelList"/>
    <dgm:cxn modelId="{A78FEF26-274E-4A50-ACAD-3E89E96202B7}" type="presParOf" srcId="{E933A2F7-E276-4BCB-AEE7-B4BA5FFFD70B}" destId="{65064CFC-FF47-4440-89EB-5327D4545BC0}" srcOrd="0" destOrd="0" presId="urn:microsoft.com/office/officeart/2018/2/layout/IconLabelList"/>
    <dgm:cxn modelId="{24EF79C3-566D-48D5-9D1B-B01E842D1079}" type="presParOf" srcId="{E933A2F7-E276-4BCB-AEE7-B4BA5FFFD70B}" destId="{C4C01BE8-24E6-4E3B-A3AA-9264F753D458}" srcOrd="1" destOrd="0" presId="urn:microsoft.com/office/officeart/2018/2/layout/IconLabelList"/>
    <dgm:cxn modelId="{2A1D8A78-871E-4027-95EA-55D5D4C1B99C}" type="presParOf" srcId="{E933A2F7-E276-4BCB-AEE7-B4BA5FFFD70B}" destId="{0CA60EFE-4D0E-482F-9C2C-586C8D34618A}" srcOrd="2" destOrd="0" presId="urn:microsoft.com/office/officeart/2018/2/layout/IconLabelList"/>
    <dgm:cxn modelId="{F0C8F73D-9410-41C6-8832-E1BB069EA3D2}" type="presParOf" srcId="{F49E972E-AD19-41FB-9803-972762C5DF93}" destId="{502448AC-EFD0-439E-B8C9-CBB981A95649}" srcOrd="1" destOrd="0" presId="urn:microsoft.com/office/officeart/2018/2/layout/IconLabelList"/>
    <dgm:cxn modelId="{2DF295A7-A9EF-4CE6-9F7B-F1B733729377}" type="presParOf" srcId="{F49E972E-AD19-41FB-9803-972762C5DF93}" destId="{BAB47671-CBA3-4536-B191-2297226C48BF}" srcOrd="2" destOrd="0" presId="urn:microsoft.com/office/officeart/2018/2/layout/IconLabelList"/>
    <dgm:cxn modelId="{A1F585AE-4FC6-4649-AB18-63A31DD2A42A}" type="presParOf" srcId="{BAB47671-CBA3-4536-B191-2297226C48BF}" destId="{BDBBF017-00DA-4666-BD13-20BB74A2A032}" srcOrd="0" destOrd="0" presId="urn:microsoft.com/office/officeart/2018/2/layout/IconLabelList"/>
    <dgm:cxn modelId="{64A11C82-9C80-4A69-A03B-C479839FCF1C}" type="presParOf" srcId="{BAB47671-CBA3-4536-B191-2297226C48BF}" destId="{21E7BA07-442B-4ACA-A08E-DE66A720C298}" srcOrd="1" destOrd="0" presId="urn:microsoft.com/office/officeart/2018/2/layout/IconLabelList"/>
    <dgm:cxn modelId="{84BF434F-5A9D-4FA7-9FDC-DEBA8368471F}" type="presParOf" srcId="{BAB47671-CBA3-4536-B191-2297226C48BF}" destId="{189283F8-C417-43D3-B7D0-4DFA0F4029CA}" srcOrd="2" destOrd="0" presId="urn:microsoft.com/office/officeart/2018/2/layout/IconLabelList"/>
    <dgm:cxn modelId="{E8AC4317-95BB-48B1-8AED-E6B9AE80C76C}" type="presParOf" srcId="{F49E972E-AD19-41FB-9803-972762C5DF93}" destId="{4344589F-196E-4529-B656-3FD12024E819}" srcOrd="3" destOrd="0" presId="urn:microsoft.com/office/officeart/2018/2/layout/IconLabelList"/>
    <dgm:cxn modelId="{0090E196-F758-4482-907E-F081C86C5001}" type="presParOf" srcId="{F49E972E-AD19-41FB-9803-972762C5DF93}" destId="{D41B6CEC-4F12-44E6-BF47-AD1418B6D61C}" srcOrd="4" destOrd="0" presId="urn:microsoft.com/office/officeart/2018/2/layout/IconLabelList"/>
    <dgm:cxn modelId="{CE5F4898-2E3C-4B53-BEEF-02FCC4A7A6AD}" type="presParOf" srcId="{D41B6CEC-4F12-44E6-BF47-AD1418B6D61C}" destId="{EBC9B2CE-26A9-40CD-B6A8-F270C2D7E79C}" srcOrd="0" destOrd="0" presId="urn:microsoft.com/office/officeart/2018/2/layout/IconLabelList"/>
    <dgm:cxn modelId="{0435753E-E527-49A3-8065-4218B8886F16}" type="presParOf" srcId="{D41B6CEC-4F12-44E6-BF47-AD1418B6D61C}" destId="{9E66F53E-0666-4AC7-B542-B466EA74555C}" srcOrd="1" destOrd="0" presId="urn:microsoft.com/office/officeart/2018/2/layout/IconLabelList"/>
    <dgm:cxn modelId="{ED69C33D-9A7C-426F-BCCC-7DF000A13683}" type="presParOf" srcId="{D41B6CEC-4F12-44E6-BF47-AD1418B6D61C}" destId="{D5EB8FE1-CAE5-407B-956B-CD19683356E9}"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B16326B-F3BE-400E-97E0-D6EB0C7F717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95511D6B-18C1-4436-B44B-C7AA7331EE8F}">
      <dgm:prSet/>
      <dgm:spPr/>
      <dgm:t>
        <a:bodyPr/>
        <a:lstStyle/>
        <a:p>
          <a:r>
            <a:rPr lang="en-US"/>
            <a:t>Too many mocks → brittle tests</a:t>
          </a:r>
        </a:p>
      </dgm:t>
    </dgm:pt>
    <dgm:pt modelId="{A4096825-FB0D-41A3-8A21-D620AB7F2B94}" type="parTrans" cxnId="{C64BD30C-7DEF-41D8-BFB7-2138EF2BBC02}">
      <dgm:prSet/>
      <dgm:spPr/>
      <dgm:t>
        <a:bodyPr/>
        <a:lstStyle/>
        <a:p>
          <a:endParaRPr lang="en-US"/>
        </a:p>
      </dgm:t>
    </dgm:pt>
    <dgm:pt modelId="{6FFA582F-C767-4A81-935C-BCDA8ADBBA82}" type="sibTrans" cxnId="{C64BD30C-7DEF-41D8-BFB7-2138EF2BBC02}">
      <dgm:prSet/>
      <dgm:spPr/>
      <dgm:t>
        <a:bodyPr/>
        <a:lstStyle/>
        <a:p>
          <a:endParaRPr lang="en-US"/>
        </a:p>
      </dgm:t>
    </dgm:pt>
    <dgm:pt modelId="{0DA1CF68-FB60-4D10-B812-F2D48D8374BF}">
      <dgm:prSet/>
      <dgm:spPr/>
      <dgm:t>
        <a:bodyPr/>
        <a:lstStyle/>
        <a:p>
          <a:r>
            <a:rPr lang="en-US"/>
            <a:t>Prefer testing outcomes vs internal steps</a:t>
          </a:r>
        </a:p>
      </dgm:t>
    </dgm:pt>
    <dgm:pt modelId="{49E83D82-CB2F-4548-A8CF-BA84717C7B36}" type="parTrans" cxnId="{D20958C2-906F-4FFC-A9F3-F99E7CD6F268}">
      <dgm:prSet/>
      <dgm:spPr/>
      <dgm:t>
        <a:bodyPr/>
        <a:lstStyle/>
        <a:p>
          <a:endParaRPr lang="en-US"/>
        </a:p>
      </dgm:t>
    </dgm:pt>
    <dgm:pt modelId="{CE038CFD-F45C-465A-A55F-F36C0AA5A07B}" type="sibTrans" cxnId="{D20958C2-906F-4FFC-A9F3-F99E7CD6F268}">
      <dgm:prSet/>
      <dgm:spPr/>
      <dgm:t>
        <a:bodyPr/>
        <a:lstStyle/>
        <a:p>
          <a:endParaRPr lang="en-US"/>
        </a:p>
      </dgm:t>
    </dgm:pt>
    <dgm:pt modelId="{F7A66B35-6444-447D-8E24-2A72EE8CA254}">
      <dgm:prSet/>
      <dgm:spPr/>
      <dgm:t>
        <a:bodyPr/>
        <a:lstStyle/>
        <a:p>
          <a:r>
            <a:rPr lang="en-US"/>
            <a:t>Mock when the interaction is the feature (e.g., sends email)</a:t>
          </a:r>
        </a:p>
      </dgm:t>
    </dgm:pt>
    <dgm:pt modelId="{B99E2D63-9F3C-48CD-B69F-8A1052E4F5B1}" type="parTrans" cxnId="{DBCFE6AF-80B1-4D7C-841C-151D8B2AAE5A}">
      <dgm:prSet/>
      <dgm:spPr/>
      <dgm:t>
        <a:bodyPr/>
        <a:lstStyle/>
        <a:p>
          <a:endParaRPr lang="en-US"/>
        </a:p>
      </dgm:t>
    </dgm:pt>
    <dgm:pt modelId="{56D0A1BF-853B-4F19-AD43-D174DADEF1BD}" type="sibTrans" cxnId="{DBCFE6AF-80B1-4D7C-841C-151D8B2AAE5A}">
      <dgm:prSet/>
      <dgm:spPr/>
      <dgm:t>
        <a:bodyPr/>
        <a:lstStyle/>
        <a:p>
          <a:endParaRPr lang="en-US"/>
        </a:p>
      </dgm:t>
    </dgm:pt>
    <dgm:pt modelId="{97CE45ED-59B7-6141-AD97-A10CC805276B}" type="pres">
      <dgm:prSet presAssocID="{5B16326B-F3BE-400E-97E0-D6EB0C7F717F}" presName="hierChild1" presStyleCnt="0">
        <dgm:presLayoutVars>
          <dgm:chPref val="1"/>
          <dgm:dir/>
          <dgm:animOne val="branch"/>
          <dgm:animLvl val="lvl"/>
          <dgm:resizeHandles/>
        </dgm:presLayoutVars>
      </dgm:prSet>
      <dgm:spPr/>
    </dgm:pt>
    <dgm:pt modelId="{FDAF5BC3-F49D-8B4B-BD03-35990A5CE62E}" type="pres">
      <dgm:prSet presAssocID="{95511D6B-18C1-4436-B44B-C7AA7331EE8F}" presName="hierRoot1" presStyleCnt="0"/>
      <dgm:spPr/>
    </dgm:pt>
    <dgm:pt modelId="{7509896B-B10C-DB45-82A7-5D435D5170BA}" type="pres">
      <dgm:prSet presAssocID="{95511D6B-18C1-4436-B44B-C7AA7331EE8F}" presName="composite" presStyleCnt="0"/>
      <dgm:spPr/>
    </dgm:pt>
    <dgm:pt modelId="{C1913D4E-D846-7744-8A18-72167B9A7DF1}" type="pres">
      <dgm:prSet presAssocID="{95511D6B-18C1-4436-B44B-C7AA7331EE8F}" presName="background" presStyleLbl="node0" presStyleIdx="0" presStyleCnt="3"/>
      <dgm:spPr/>
    </dgm:pt>
    <dgm:pt modelId="{F2EA5C4D-5439-4247-8841-430C3F07B50B}" type="pres">
      <dgm:prSet presAssocID="{95511D6B-18C1-4436-B44B-C7AA7331EE8F}" presName="text" presStyleLbl="fgAcc0" presStyleIdx="0" presStyleCnt="3">
        <dgm:presLayoutVars>
          <dgm:chPref val="3"/>
        </dgm:presLayoutVars>
      </dgm:prSet>
      <dgm:spPr/>
    </dgm:pt>
    <dgm:pt modelId="{53364E39-D8B9-EC44-9345-16DB3D83A488}" type="pres">
      <dgm:prSet presAssocID="{95511D6B-18C1-4436-B44B-C7AA7331EE8F}" presName="hierChild2" presStyleCnt="0"/>
      <dgm:spPr/>
    </dgm:pt>
    <dgm:pt modelId="{1C643815-E45A-1B4B-B412-48C9D2D60B61}" type="pres">
      <dgm:prSet presAssocID="{0DA1CF68-FB60-4D10-B812-F2D48D8374BF}" presName="hierRoot1" presStyleCnt="0"/>
      <dgm:spPr/>
    </dgm:pt>
    <dgm:pt modelId="{146CEB44-F1DA-9446-ABB2-532A57B79B04}" type="pres">
      <dgm:prSet presAssocID="{0DA1CF68-FB60-4D10-B812-F2D48D8374BF}" presName="composite" presStyleCnt="0"/>
      <dgm:spPr/>
    </dgm:pt>
    <dgm:pt modelId="{FF287C15-0538-374A-8076-8B12AA72CD96}" type="pres">
      <dgm:prSet presAssocID="{0DA1CF68-FB60-4D10-B812-F2D48D8374BF}" presName="background" presStyleLbl="node0" presStyleIdx="1" presStyleCnt="3"/>
      <dgm:spPr/>
    </dgm:pt>
    <dgm:pt modelId="{302B388C-7860-FE49-A9DE-23E7447389DE}" type="pres">
      <dgm:prSet presAssocID="{0DA1CF68-FB60-4D10-B812-F2D48D8374BF}" presName="text" presStyleLbl="fgAcc0" presStyleIdx="1" presStyleCnt="3">
        <dgm:presLayoutVars>
          <dgm:chPref val="3"/>
        </dgm:presLayoutVars>
      </dgm:prSet>
      <dgm:spPr/>
    </dgm:pt>
    <dgm:pt modelId="{AEC288F1-FBA1-B24F-88BF-1440F241FC30}" type="pres">
      <dgm:prSet presAssocID="{0DA1CF68-FB60-4D10-B812-F2D48D8374BF}" presName="hierChild2" presStyleCnt="0"/>
      <dgm:spPr/>
    </dgm:pt>
    <dgm:pt modelId="{26796CED-F597-DD4F-9F23-52F5A8DCB2CE}" type="pres">
      <dgm:prSet presAssocID="{F7A66B35-6444-447D-8E24-2A72EE8CA254}" presName="hierRoot1" presStyleCnt="0"/>
      <dgm:spPr/>
    </dgm:pt>
    <dgm:pt modelId="{A0063988-12D1-B949-8572-DD29237F52B0}" type="pres">
      <dgm:prSet presAssocID="{F7A66B35-6444-447D-8E24-2A72EE8CA254}" presName="composite" presStyleCnt="0"/>
      <dgm:spPr/>
    </dgm:pt>
    <dgm:pt modelId="{9DB0D011-901C-FF47-B25A-7F77A7AE4256}" type="pres">
      <dgm:prSet presAssocID="{F7A66B35-6444-447D-8E24-2A72EE8CA254}" presName="background" presStyleLbl="node0" presStyleIdx="2" presStyleCnt="3"/>
      <dgm:spPr/>
    </dgm:pt>
    <dgm:pt modelId="{F90436F1-27EC-CF4B-BFBF-034B5808E3B9}" type="pres">
      <dgm:prSet presAssocID="{F7A66B35-6444-447D-8E24-2A72EE8CA254}" presName="text" presStyleLbl="fgAcc0" presStyleIdx="2" presStyleCnt="3">
        <dgm:presLayoutVars>
          <dgm:chPref val="3"/>
        </dgm:presLayoutVars>
      </dgm:prSet>
      <dgm:spPr/>
    </dgm:pt>
    <dgm:pt modelId="{B020952A-DDF0-D44F-84C0-9B573EB99735}" type="pres">
      <dgm:prSet presAssocID="{F7A66B35-6444-447D-8E24-2A72EE8CA254}" presName="hierChild2" presStyleCnt="0"/>
      <dgm:spPr/>
    </dgm:pt>
  </dgm:ptLst>
  <dgm:cxnLst>
    <dgm:cxn modelId="{94953B0A-6177-8A46-BCEE-2617D8D44141}" type="presOf" srcId="{5B16326B-F3BE-400E-97E0-D6EB0C7F717F}" destId="{97CE45ED-59B7-6141-AD97-A10CC805276B}" srcOrd="0" destOrd="0" presId="urn:microsoft.com/office/officeart/2005/8/layout/hierarchy1"/>
    <dgm:cxn modelId="{C64BD30C-7DEF-41D8-BFB7-2138EF2BBC02}" srcId="{5B16326B-F3BE-400E-97E0-D6EB0C7F717F}" destId="{95511D6B-18C1-4436-B44B-C7AA7331EE8F}" srcOrd="0" destOrd="0" parTransId="{A4096825-FB0D-41A3-8A21-D620AB7F2B94}" sibTransId="{6FFA582F-C767-4A81-935C-BCDA8ADBBA82}"/>
    <dgm:cxn modelId="{9DAB042C-6280-284F-969C-B4F16C17992A}" type="presOf" srcId="{95511D6B-18C1-4436-B44B-C7AA7331EE8F}" destId="{F2EA5C4D-5439-4247-8841-430C3F07B50B}" srcOrd="0" destOrd="0" presId="urn:microsoft.com/office/officeart/2005/8/layout/hierarchy1"/>
    <dgm:cxn modelId="{7F08743B-CBDD-534A-BB09-8099BCFAA61A}" type="presOf" srcId="{0DA1CF68-FB60-4D10-B812-F2D48D8374BF}" destId="{302B388C-7860-FE49-A9DE-23E7447389DE}" srcOrd="0" destOrd="0" presId="urn:microsoft.com/office/officeart/2005/8/layout/hierarchy1"/>
    <dgm:cxn modelId="{DBCFE6AF-80B1-4D7C-841C-151D8B2AAE5A}" srcId="{5B16326B-F3BE-400E-97E0-D6EB0C7F717F}" destId="{F7A66B35-6444-447D-8E24-2A72EE8CA254}" srcOrd="2" destOrd="0" parTransId="{B99E2D63-9F3C-48CD-B69F-8A1052E4F5B1}" sibTransId="{56D0A1BF-853B-4F19-AD43-D174DADEF1BD}"/>
    <dgm:cxn modelId="{D20958C2-906F-4FFC-A9F3-F99E7CD6F268}" srcId="{5B16326B-F3BE-400E-97E0-D6EB0C7F717F}" destId="{0DA1CF68-FB60-4D10-B812-F2D48D8374BF}" srcOrd="1" destOrd="0" parTransId="{49E83D82-CB2F-4548-A8CF-BA84717C7B36}" sibTransId="{CE038CFD-F45C-465A-A55F-F36C0AA5A07B}"/>
    <dgm:cxn modelId="{FFB48FEA-27EA-DD43-A005-61EE9545BA84}" type="presOf" srcId="{F7A66B35-6444-447D-8E24-2A72EE8CA254}" destId="{F90436F1-27EC-CF4B-BFBF-034B5808E3B9}" srcOrd="0" destOrd="0" presId="urn:microsoft.com/office/officeart/2005/8/layout/hierarchy1"/>
    <dgm:cxn modelId="{B113BB52-40C5-644B-B20F-16C74DE7C239}" type="presParOf" srcId="{97CE45ED-59B7-6141-AD97-A10CC805276B}" destId="{FDAF5BC3-F49D-8B4B-BD03-35990A5CE62E}" srcOrd="0" destOrd="0" presId="urn:microsoft.com/office/officeart/2005/8/layout/hierarchy1"/>
    <dgm:cxn modelId="{F03B6860-D46C-FA47-9879-FF805F0B1DD5}" type="presParOf" srcId="{FDAF5BC3-F49D-8B4B-BD03-35990A5CE62E}" destId="{7509896B-B10C-DB45-82A7-5D435D5170BA}" srcOrd="0" destOrd="0" presId="urn:microsoft.com/office/officeart/2005/8/layout/hierarchy1"/>
    <dgm:cxn modelId="{C2521EAB-17B3-5E4A-B626-2054F8C02D55}" type="presParOf" srcId="{7509896B-B10C-DB45-82A7-5D435D5170BA}" destId="{C1913D4E-D846-7744-8A18-72167B9A7DF1}" srcOrd="0" destOrd="0" presId="urn:microsoft.com/office/officeart/2005/8/layout/hierarchy1"/>
    <dgm:cxn modelId="{0BD717C8-79F5-5845-AF33-6B4929B6A8E1}" type="presParOf" srcId="{7509896B-B10C-DB45-82A7-5D435D5170BA}" destId="{F2EA5C4D-5439-4247-8841-430C3F07B50B}" srcOrd="1" destOrd="0" presId="urn:microsoft.com/office/officeart/2005/8/layout/hierarchy1"/>
    <dgm:cxn modelId="{54A7F5EB-A73E-C448-8D7F-44A20FB892F4}" type="presParOf" srcId="{FDAF5BC3-F49D-8B4B-BD03-35990A5CE62E}" destId="{53364E39-D8B9-EC44-9345-16DB3D83A488}" srcOrd="1" destOrd="0" presId="urn:microsoft.com/office/officeart/2005/8/layout/hierarchy1"/>
    <dgm:cxn modelId="{A21589E7-57A5-394D-A020-2F65DCACE94B}" type="presParOf" srcId="{97CE45ED-59B7-6141-AD97-A10CC805276B}" destId="{1C643815-E45A-1B4B-B412-48C9D2D60B61}" srcOrd="1" destOrd="0" presId="urn:microsoft.com/office/officeart/2005/8/layout/hierarchy1"/>
    <dgm:cxn modelId="{C42FEA05-3E6A-E541-A509-B55A10FAD978}" type="presParOf" srcId="{1C643815-E45A-1B4B-B412-48C9D2D60B61}" destId="{146CEB44-F1DA-9446-ABB2-532A57B79B04}" srcOrd="0" destOrd="0" presId="urn:microsoft.com/office/officeart/2005/8/layout/hierarchy1"/>
    <dgm:cxn modelId="{07E0BFEE-49A3-E54E-BA9B-426CC3EC5BC8}" type="presParOf" srcId="{146CEB44-F1DA-9446-ABB2-532A57B79B04}" destId="{FF287C15-0538-374A-8076-8B12AA72CD96}" srcOrd="0" destOrd="0" presId="urn:microsoft.com/office/officeart/2005/8/layout/hierarchy1"/>
    <dgm:cxn modelId="{A1D335B5-CFFC-254D-B445-7F38A982E72C}" type="presParOf" srcId="{146CEB44-F1DA-9446-ABB2-532A57B79B04}" destId="{302B388C-7860-FE49-A9DE-23E7447389DE}" srcOrd="1" destOrd="0" presId="urn:microsoft.com/office/officeart/2005/8/layout/hierarchy1"/>
    <dgm:cxn modelId="{33E03090-3357-E145-A4F9-6E63DAB3EB23}" type="presParOf" srcId="{1C643815-E45A-1B4B-B412-48C9D2D60B61}" destId="{AEC288F1-FBA1-B24F-88BF-1440F241FC30}" srcOrd="1" destOrd="0" presId="urn:microsoft.com/office/officeart/2005/8/layout/hierarchy1"/>
    <dgm:cxn modelId="{980BB322-B6FB-8E49-B3E6-D2C31554FCEB}" type="presParOf" srcId="{97CE45ED-59B7-6141-AD97-A10CC805276B}" destId="{26796CED-F597-DD4F-9F23-52F5A8DCB2CE}" srcOrd="2" destOrd="0" presId="urn:microsoft.com/office/officeart/2005/8/layout/hierarchy1"/>
    <dgm:cxn modelId="{646F742D-50D7-2241-A11A-F2F67823C86B}" type="presParOf" srcId="{26796CED-F597-DD4F-9F23-52F5A8DCB2CE}" destId="{A0063988-12D1-B949-8572-DD29237F52B0}" srcOrd="0" destOrd="0" presId="urn:microsoft.com/office/officeart/2005/8/layout/hierarchy1"/>
    <dgm:cxn modelId="{DDC798AC-86CE-954F-8661-A01D525C5CF9}" type="presParOf" srcId="{A0063988-12D1-B949-8572-DD29237F52B0}" destId="{9DB0D011-901C-FF47-B25A-7F77A7AE4256}" srcOrd="0" destOrd="0" presId="urn:microsoft.com/office/officeart/2005/8/layout/hierarchy1"/>
    <dgm:cxn modelId="{3E6940CF-582D-5440-B9DB-D2B4F38C33D7}" type="presParOf" srcId="{A0063988-12D1-B949-8572-DD29237F52B0}" destId="{F90436F1-27EC-CF4B-BFBF-034B5808E3B9}" srcOrd="1" destOrd="0" presId="urn:microsoft.com/office/officeart/2005/8/layout/hierarchy1"/>
    <dgm:cxn modelId="{A225D756-48C2-2341-BC77-E3969B95519A}" type="presParOf" srcId="{26796CED-F597-DD4F-9F23-52F5A8DCB2CE}" destId="{B020952A-DDF0-D44F-84C0-9B573EB9973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09F32C7-9073-48A6-833B-AF1789AEDEB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CB16ACB-3FDD-4883-923F-FA3DBD461FFC}">
      <dgm:prSet/>
      <dgm:spPr/>
      <dgm:t>
        <a:bodyPr/>
        <a:lstStyle/>
        <a:p>
          <a:r>
            <a:rPr lang="en-US"/>
            <a:t>Smaller units → easier to test</a:t>
          </a:r>
        </a:p>
      </dgm:t>
    </dgm:pt>
    <dgm:pt modelId="{A062E7E4-E3A0-43F9-A922-2D015393723E}" type="parTrans" cxnId="{76AC1D7A-F722-48AC-A528-DFEE71C743CB}">
      <dgm:prSet/>
      <dgm:spPr/>
      <dgm:t>
        <a:bodyPr/>
        <a:lstStyle/>
        <a:p>
          <a:endParaRPr lang="en-US"/>
        </a:p>
      </dgm:t>
    </dgm:pt>
    <dgm:pt modelId="{466B0784-AF30-4E2C-A63F-81D987433695}" type="sibTrans" cxnId="{76AC1D7A-F722-48AC-A528-DFEE71C743CB}">
      <dgm:prSet/>
      <dgm:spPr/>
      <dgm:t>
        <a:bodyPr/>
        <a:lstStyle/>
        <a:p>
          <a:endParaRPr lang="en-US"/>
        </a:p>
      </dgm:t>
    </dgm:pt>
    <dgm:pt modelId="{3D57D21A-BDB8-4629-8EC7-0BB3EA843EDB}">
      <dgm:prSet/>
      <dgm:spPr/>
      <dgm:t>
        <a:bodyPr/>
        <a:lstStyle/>
        <a:p>
          <a:r>
            <a:rPr lang="en-US"/>
            <a:t>Clear boundaries (logic vs side effects)</a:t>
          </a:r>
        </a:p>
      </dgm:t>
    </dgm:pt>
    <dgm:pt modelId="{AAE3F6F2-3FDC-483A-9BC8-08526FBEE7E3}" type="parTrans" cxnId="{0464228F-B1AC-4F89-90DE-5A24378F2970}">
      <dgm:prSet/>
      <dgm:spPr/>
      <dgm:t>
        <a:bodyPr/>
        <a:lstStyle/>
        <a:p>
          <a:endParaRPr lang="en-US"/>
        </a:p>
      </dgm:t>
    </dgm:pt>
    <dgm:pt modelId="{750EF856-28EA-4E8F-89B7-E39CC568CE12}" type="sibTrans" cxnId="{0464228F-B1AC-4F89-90DE-5A24378F2970}">
      <dgm:prSet/>
      <dgm:spPr/>
      <dgm:t>
        <a:bodyPr/>
        <a:lstStyle/>
        <a:p>
          <a:endParaRPr lang="en-US"/>
        </a:p>
      </dgm:t>
    </dgm:pt>
    <dgm:pt modelId="{750F5521-061F-4961-94AB-795A8F1FC03B}">
      <dgm:prSet/>
      <dgm:spPr/>
      <dgm:t>
        <a:bodyPr/>
        <a:lstStyle/>
        <a:p>
          <a:r>
            <a:rPr lang="en-US"/>
            <a:t>Dependencies injected instead of hard-coded</a:t>
          </a:r>
        </a:p>
      </dgm:t>
    </dgm:pt>
    <dgm:pt modelId="{FBF191D3-E52F-4644-93EC-772570730055}" type="parTrans" cxnId="{6D401DA7-581E-4BC1-9CCF-5B4D17784185}">
      <dgm:prSet/>
      <dgm:spPr/>
      <dgm:t>
        <a:bodyPr/>
        <a:lstStyle/>
        <a:p>
          <a:endParaRPr lang="en-US"/>
        </a:p>
      </dgm:t>
    </dgm:pt>
    <dgm:pt modelId="{118FCC3C-BFAF-48F5-8169-713034200F4C}" type="sibTrans" cxnId="{6D401DA7-581E-4BC1-9CCF-5B4D17784185}">
      <dgm:prSet/>
      <dgm:spPr/>
      <dgm:t>
        <a:bodyPr/>
        <a:lstStyle/>
        <a:p>
          <a:endParaRPr lang="en-US"/>
        </a:p>
      </dgm:t>
    </dgm:pt>
    <dgm:pt modelId="{6CC7176C-A918-9A49-955C-5C9A1F35AE62}" type="pres">
      <dgm:prSet presAssocID="{A09F32C7-9073-48A6-833B-AF1789AEDEB4}" presName="linear" presStyleCnt="0">
        <dgm:presLayoutVars>
          <dgm:animLvl val="lvl"/>
          <dgm:resizeHandles val="exact"/>
        </dgm:presLayoutVars>
      </dgm:prSet>
      <dgm:spPr/>
    </dgm:pt>
    <dgm:pt modelId="{69E2D033-8D6C-5A43-B17C-C66634F65403}" type="pres">
      <dgm:prSet presAssocID="{DCB16ACB-3FDD-4883-923F-FA3DBD461FFC}" presName="parentText" presStyleLbl="node1" presStyleIdx="0" presStyleCnt="3">
        <dgm:presLayoutVars>
          <dgm:chMax val="0"/>
          <dgm:bulletEnabled val="1"/>
        </dgm:presLayoutVars>
      </dgm:prSet>
      <dgm:spPr/>
    </dgm:pt>
    <dgm:pt modelId="{EF014E92-B33D-4B47-A06B-3CC625B38A16}" type="pres">
      <dgm:prSet presAssocID="{466B0784-AF30-4E2C-A63F-81D987433695}" presName="spacer" presStyleCnt="0"/>
      <dgm:spPr/>
    </dgm:pt>
    <dgm:pt modelId="{CE45F7EA-4715-8F4E-B4FC-14D37A5BA765}" type="pres">
      <dgm:prSet presAssocID="{3D57D21A-BDB8-4629-8EC7-0BB3EA843EDB}" presName="parentText" presStyleLbl="node1" presStyleIdx="1" presStyleCnt="3">
        <dgm:presLayoutVars>
          <dgm:chMax val="0"/>
          <dgm:bulletEnabled val="1"/>
        </dgm:presLayoutVars>
      </dgm:prSet>
      <dgm:spPr/>
    </dgm:pt>
    <dgm:pt modelId="{813F5F80-02A9-B04E-A619-CBCDCE9C5E83}" type="pres">
      <dgm:prSet presAssocID="{750EF856-28EA-4E8F-89B7-E39CC568CE12}" presName="spacer" presStyleCnt="0"/>
      <dgm:spPr/>
    </dgm:pt>
    <dgm:pt modelId="{51F42523-DB81-134F-9BF0-95C1E7F36E39}" type="pres">
      <dgm:prSet presAssocID="{750F5521-061F-4961-94AB-795A8F1FC03B}" presName="parentText" presStyleLbl="node1" presStyleIdx="2" presStyleCnt="3">
        <dgm:presLayoutVars>
          <dgm:chMax val="0"/>
          <dgm:bulletEnabled val="1"/>
        </dgm:presLayoutVars>
      </dgm:prSet>
      <dgm:spPr/>
    </dgm:pt>
  </dgm:ptLst>
  <dgm:cxnLst>
    <dgm:cxn modelId="{8BCC600C-7CC6-E544-B062-96177E24F9DF}" type="presOf" srcId="{750F5521-061F-4961-94AB-795A8F1FC03B}" destId="{51F42523-DB81-134F-9BF0-95C1E7F36E39}" srcOrd="0" destOrd="0" presId="urn:microsoft.com/office/officeart/2005/8/layout/vList2"/>
    <dgm:cxn modelId="{8C5F0226-0347-194A-B1A9-11813919DD1F}" type="presOf" srcId="{DCB16ACB-3FDD-4883-923F-FA3DBD461FFC}" destId="{69E2D033-8D6C-5A43-B17C-C66634F65403}" srcOrd="0" destOrd="0" presId="urn:microsoft.com/office/officeart/2005/8/layout/vList2"/>
    <dgm:cxn modelId="{8220A02E-A4C3-AC4B-81EA-A6F225325927}" type="presOf" srcId="{A09F32C7-9073-48A6-833B-AF1789AEDEB4}" destId="{6CC7176C-A918-9A49-955C-5C9A1F35AE62}" srcOrd="0" destOrd="0" presId="urn:microsoft.com/office/officeart/2005/8/layout/vList2"/>
    <dgm:cxn modelId="{76AC1D7A-F722-48AC-A528-DFEE71C743CB}" srcId="{A09F32C7-9073-48A6-833B-AF1789AEDEB4}" destId="{DCB16ACB-3FDD-4883-923F-FA3DBD461FFC}" srcOrd="0" destOrd="0" parTransId="{A062E7E4-E3A0-43F9-A922-2D015393723E}" sibTransId="{466B0784-AF30-4E2C-A63F-81D987433695}"/>
    <dgm:cxn modelId="{0464228F-B1AC-4F89-90DE-5A24378F2970}" srcId="{A09F32C7-9073-48A6-833B-AF1789AEDEB4}" destId="{3D57D21A-BDB8-4629-8EC7-0BB3EA843EDB}" srcOrd="1" destOrd="0" parTransId="{AAE3F6F2-3FDC-483A-9BC8-08526FBEE7E3}" sibTransId="{750EF856-28EA-4E8F-89B7-E39CC568CE12}"/>
    <dgm:cxn modelId="{6D401DA7-581E-4BC1-9CCF-5B4D17784185}" srcId="{A09F32C7-9073-48A6-833B-AF1789AEDEB4}" destId="{750F5521-061F-4961-94AB-795A8F1FC03B}" srcOrd="2" destOrd="0" parTransId="{FBF191D3-E52F-4644-93EC-772570730055}" sibTransId="{118FCC3C-BFAF-48F5-8169-713034200F4C}"/>
    <dgm:cxn modelId="{602BE0F9-1E49-3046-94A6-C9145813F814}" type="presOf" srcId="{3D57D21A-BDB8-4629-8EC7-0BB3EA843EDB}" destId="{CE45F7EA-4715-8F4E-B4FC-14D37A5BA765}" srcOrd="0" destOrd="0" presId="urn:microsoft.com/office/officeart/2005/8/layout/vList2"/>
    <dgm:cxn modelId="{FACB098F-CBB8-144F-A71F-FB79869C4C09}" type="presParOf" srcId="{6CC7176C-A918-9A49-955C-5C9A1F35AE62}" destId="{69E2D033-8D6C-5A43-B17C-C66634F65403}" srcOrd="0" destOrd="0" presId="urn:microsoft.com/office/officeart/2005/8/layout/vList2"/>
    <dgm:cxn modelId="{BB59705D-1925-F34C-A8CD-44A796EAF282}" type="presParOf" srcId="{6CC7176C-A918-9A49-955C-5C9A1F35AE62}" destId="{EF014E92-B33D-4B47-A06B-3CC625B38A16}" srcOrd="1" destOrd="0" presId="urn:microsoft.com/office/officeart/2005/8/layout/vList2"/>
    <dgm:cxn modelId="{E57688F2-C957-3B4D-8B49-C68F867FFB0B}" type="presParOf" srcId="{6CC7176C-A918-9A49-955C-5C9A1F35AE62}" destId="{CE45F7EA-4715-8F4E-B4FC-14D37A5BA765}" srcOrd="2" destOrd="0" presId="urn:microsoft.com/office/officeart/2005/8/layout/vList2"/>
    <dgm:cxn modelId="{75CA55F1-E68F-D045-BA18-E046B062FDD4}" type="presParOf" srcId="{6CC7176C-A918-9A49-955C-5C9A1F35AE62}" destId="{813F5F80-02A9-B04E-A619-CBCDCE9C5E83}" srcOrd="3" destOrd="0" presId="urn:microsoft.com/office/officeart/2005/8/layout/vList2"/>
    <dgm:cxn modelId="{4D32FB3E-613E-0F4F-A080-C3446C6ED6DF}" type="presParOf" srcId="{6CC7176C-A918-9A49-955C-5C9A1F35AE62}" destId="{51F42523-DB81-134F-9BF0-95C1E7F36E39}"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CF484D8-564A-4C5F-9DDB-F48642BCA72F}"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936F5C1-4792-4493-B3C2-4900F3461CE5}">
      <dgm:prSet/>
      <dgm:spPr/>
      <dgm:t>
        <a:bodyPr/>
        <a:lstStyle/>
        <a:p>
          <a:r>
            <a:rPr lang="en-US"/>
            <a:t>Pure functions are easy to test</a:t>
          </a:r>
        </a:p>
      </dgm:t>
    </dgm:pt>
    <dgm:pt modelId="{15A59573-C6FC-4628-91A6-4B4E48F21FEF}" type="parTrans" cxnId="{757A302D-7AFD-40BC-8A90-8232A120D2CF}">
      <dgm:prSet/>
      <dgm:spPr/>
      <dgm:t>
        <a:bodyPr/>
        <a:lstStyle/>
        <a:p>
          <a:endParaRPr lang="en-US"/>
        </a:p>
      </dgm:t>
    </dgm:pt>
    <dgm:pt modelId="{F52B3435-F2FB-453F-B381-00A680EE4802}" type="sibTrans" cxnId="{757A302D-7AFD-40BC-8A90-8232A120D2CF}">
      <dgm:prSet/>
      <dgm:spPr/>
      <dgm:t>
        <a:bodyPr/>
        <a:lstStyle/>
        <a:p>
          <a:endParaRPr lang="en-US"/>
        </a:p>
      </dgm:t>
    </dgm:pt>
    <dgm:pt modelId="{515AA190-916A-40FB-B9C0-F317CBCE155A}">
      <dgm:prSet/>
      <dgm:spPr/>
      <dgm:t>
        <a:bodyPr/>
        <a:lstStyle/>
        <a:p>
          <a:r>
            <a:rPr lang="en-US"/>
            <a:t>Move I/O to the edges (DB, HTTP, filesystem)</a:t>
          </a:r>
        </a:p>
      </dgm:t>
    </dgm:pt>
    <dgm:pt modelId="{29E1AD3C-DB28-4AA0-976B-882F371430A3}" type="parTrans" cxnId="{1D507FB1-87DB-43B8-9409-C3964EEE8B5A}">
      <dgm:prSet/>
      <dgm:spPr/>
      <dgm:t>
        <a:bodyPr/>
        <a:lstStyle/>
        <a:p>
          <a:endParaRPr lang="en-US"/>
        </a:p>
      </dgm:t>
    </dgm:pt>
    <dgm:pt modelId="{114709AC-076C-4C18-B507-9CD0FDC2C760}" type="sibTrans" cxnId="{1D507FB1-87DB-43B8-9409-C3964EEE8B5A}">
      <dgm:prSet/>
      <dgm:spPr/>
      <dgm:t>
        <a:bodyPr/>
        <a:lstStyle/>
        <a:p>
          <a:endParaRPr lang="en-US"/>
        </a:p>
      </dgm:t>
    </dgm:pt>
    <dgm:pt modelId="{B7A12DE9-7076-4A22-B712-484FDA0976B9}">
      <dgm:prSet/>
      <dgm:spPr/>
      <dgm:t>
        <a:bodyPr/>
        <a:lstStyle/>
        <a:p>
          <a:r>
            <a:rPr lang="en-US"/>
            <a:t>Keep core rules in plain functions/classes</a:t>
          </a:r>
        </a:p>
      </dgm:t>
    </dgm:pt>
    <dgm:pt modelId="{6BFDC370-FF50-4273-9CC2-5C093ECE8E8E}" type="parTrans" cxnId="{F05875AF-BEF9-409A-B229-E66F3E080600}">
      <dgm:prSet/>
      <dgm:spPr/>
      <dgm:t>
        <a:bodyPr/>
        <a:lstStyle/>
        <a:p>
          <a:endParaRPr lang="en-US"/>
        </a:p>
      </dgm:t>
    </dgm:pt>
    <dgm:pt modelId="{66BD21DA-A0ED-478B-86FC-79B8F0D23F28}" type="sibTrans" cxnId="{F05875AF-BEF9-409A-B229-E66F3E080600}">
      <dgm:prSet/>
      <dgm:spPr/>
      <dgm:t>
        <a:bodyPr/>
        <a:lstStyle/>
        <a:p>
          <a:endParaRPr lang="en-US"/>
        </a:p>
      </dgm:t>
    </dgm:pt>
    <dgm:pt modelId="{1535D614-4B36-46C4-AFF5-A3F2A8412A9D}" type="pres">
      <dgm:prSet presAssocID="{ECF484D8-564A-4C5F-9DDB-F48642BCA72F}" presName="root" presStyleCnt="0">
        <dgm:presLayoutVars>
          <dgm:dir/>
          <dgm:resizeHandles val="exact"/>
        </dgm:presLayoutVars>
      </dgm:prSet>
      <dgm:spPr/>
    </dgm:pt>
    <dgm:pt modelId="{5A32FD00-299A-4735-A6D9-526ED2EE7306}" type="pres">
      <dgm:prSet presAssocID="{5936F5C1-4792-4493-B3C2-4900F3461CE5}" presName="compNode" presStyleCnt="0"/>
      <dgm:spPr/>
    </dgm:pt>
    <dgm:pt modelId="{56C09F79-936D-43C2-9B90-BD18E7F17994}" type="pres">
      <dgm:prSet presAssocID="{5936F5C1-4792-4493-B3C2-4900F3461CE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7E8AC881-BE21-437E-BFD7-7FB9A09F7794}" type="pres">
      <dgm:prSet presAssocID="{5936F5C1-4792-4493-B3C2-4900F3461CE5}" presName="spaceRect" presStyleCnt="0"/>
      <dgm:spPr/>
    </dgm:pt>
    <dgm:pt modelId="{9B9DD0C4-C086-47A7-8B99-B89A2828D328}" type="pres">
      <dgm:prSet presAssocID="{5936F5C1-4792-4493-B3C2-4900F3461CE5}" presName="textRect" presStyleLbl="revTx" presStyleIdx="0" presStyleCnt="3">
        <dgm:presLayoutVars>
          <dgm:chMax val="1"/>
          <dgm:chPref val="1"/>
        </dgm:presLayoutVars>
      </dgm:prSet>
      <dgm:spPr/>
    </dgm:pt>
    <dgm:pt modelId="{AEA1C637-5EE2-41D8-8BC6-684B9EA48AFF}" type="pres">
      <dgm:prSet presAssocID="{F52B3435-F2FB-453F-B381-00A680EE4802}" presName="sibTrans" presStyleCnt="0"/>
      <dgm:spPr/>
    </dgm:pt>
    <dgm:pt modelId="{A2C24E83-6820-4B48-972E-7BAF2E039016}" type="pres">
      <dgm:prSet presAssocID="{515AA190-916A-40FB-B9C0-F317CBCE155A}" presName="compNode" presStyleCnt="0"/>
      <dgm:spPr/>
    </dgm:pt>
    <dgm:pt modelId="{8923E410-8BE0-4BBA-BC16-3704C149A656}" type="pres">
      <dgm:prSet presAssocID="{515AA190-916A-40FB-B9C0-F317CBCE155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354C889-1F7F-43F5-84B1-AFBDA52FCA6B}" type="pres">
      <dgm:prSet presAssocID="{515AA190-916A-40FB-B9C0-F317CBCE155A}" presName="spaceRect" presStyleCnt="0"/>
      <dgm:spPr/>
    </dgm:pt>
    <dgm:pt modelId="{DAF8B6A7-E34E-41EB-AD60-11C1E1171C71}" type="pres">
      <dgm:prSet presAssocID="{515AA190-916A-40FB-B9C0-F317CBCE155A}" presName="textRect" presStyleLbl="revTx" presStyleIdx="1" presStyleCnt="3">
        <dgm:presLayoutVars>
          <dgm:chMax val="1"/>
          <dgm:chPref val="1"/>
        </dgm:presLayoutVars>
      </dgm:prSet>
      <dgm:spPr/>
    </dgm:pt>
    <dgm:pt modelId="{58D2CA08-A7B7-449D-8785-AA8B85B2C4B1}" type="pres">
      <dgm:prSet presAssocID="{114709AC-076C-4C18-B507-9CD0FDC2C760}" presName="sibTrans" presStyleCnt="0"/>
      <dgm:spPr/>
    </dgm:pt>
    <dgm:pt modelId="{BB91A01B-AA6B-4706-9391-484F64E7DBB6}" type="pres">
      <dgm:prSet presAssocID="{B7A12DE9-7076-4A22-B712-484FDA0976B9}" presName="compNode" presStyleCnt="0"/>
      <dgm:spPr/>
    </dgm:pt>
    <dgm:pt modelId="{FED38356-023A-49EB-8499-6C2A2DF481AB}" type="pres">
      <dgm:prSet presAssocID="{B7A12DE9-7076-4A22-B712-484FDA0976B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oster"/>
        </a:ext>
      </dgm:extLst>
    </dgm:pt>
    <dgm:pt modelId="{F9322D70-4AA4-4C9C-A457-AAEFC52BB97A}" type="pres">
      <dgm:prSet presAssocID="{B7A12DE9-7076-4A22-B712-484FDA0976B9}" presName="spaceRect" presStyleCnt="0"/>
      <dgm:spPr/>
    </dgm:pt>
    <dgm:pt modelId="{664B8420-768F-4B1F-90A5-3F89C3C7296E}" type="pres">
      <dgm:prSet presAssocID="{B7A12DE9-7076-4A22-B712-484FDA0976B9}" presName="textRect" presStyleLbl="revTx" presStyleIdx="2" presStyleCnt="3">
        <dgm:presLayoutVars>
          <dgm:chMax val="1"/>
          <dgm:chPref val="1"/>
        </dgm:presLayoutVars>
      </dgm:prSet>
      <dgm:spPr/>
    </dgm:pt>
  </dgm:ptLst>
  <dgm:cxnLst>
    <dgm:cxn modelId="{0F01331A-0FA1-4446-9F2A-626D1C380DFA}" type="presOf" srcId="{B7A12DE9-7076-4A22-B712-484FDA0976B9}" destId="{664B8420-768F-4B1F-90A5-3F89C3C7296E}" srcOrd="0" destOrd="0" presId="urn:microsoft.com/office/officeart/2018/2/layout/IconLabelList"/>
    <dgm:cxn modelId="{757A302D-7AFD-40BC-8A90-8232A120D2CF}" srcId="{ECF484D8-564A-4C5F-9DDB-F48642BCA72F}" destId="{5936F5C1-4792-4493-B3C2-4900F3461CE5}" srcOrd="0" destOrd="0" parTransId="{15A59573-C6FC-4628-91A6-4B4E48F21FEF}" sibTransId="{F52B3435-F2FB-453F-B381-00A680EE4802}"/>
    <dgm:cxn modelId="{59772637-835D-4DBE-BBC4-3291FFB813EE}" type="presOf" srcId="{515AA190-916A-40FB-B9C0-F317CBCE155A}" destId="{DAF8B6A7-E34E-41EB-AD60-11C1E1171C71}" srcOrd="0" destOrd="0" presId="urn:microsoft.com/office/officeart/2018/2/layout/IconLabelList"/>
    <dgm:cxn modelId="{7B0A4B92-7FF8-4BAC-8D70-9498EDFC83D8}" type="presOf" srcId="{5936F5C1-4792-4493-B3C2-4900F3461CE5}" destId="{9B9DD0C4-C086-47A7-8B99-B89A2828D328}" srcOrd="0" destOrd="0" presId="urn:microsoft.com/office/officeart/2018/2/layout/IconLabelList"/>
    <dgm:cxn modelId="{F05875AF-BEF9-409A-B229-E66F3E080600}" srcId="{ECF484D8-564A-4C5F-9DDB-F48642BCA72F}" destId="{B7A12DE9-7076-4A22-B712-484FDA0976B9}" srcOrd="2" destOrd="0" parTransId="{6BFDC370-FF50-4273-9CC2-5C093ECE8E8E}" sibTransId="{66BD21DA-A0ED-478B-86FC-79B8F0D23F28}"/>
    <dgm:cxn modelId="{1D507FB1-87DB-43B8-9409-C3964EEE8B5A}" srcId="{ECF484D8-564A-4C5F-9DDB-F48642BCA72F}" destId="{515AA190-916A-40FB-B9C0-F317CBCE155A}" srcOrd="1" destOrd="0" parTransId="{29E1AD3C-DB28-4AA0-976B-882F371430A3}" sibTransId="{114709AC-076C-4C18-B507-9CD0FDC2C760}"/>
    <dgm:cxn modelId="{4A43F7D9-D644-4DC9-875C-8DE8A25DC8DA}" type="presOf" srcId="{ECF484D8-564A-4C5F-9DDB-F48642BCA72F}" destId="{1535D614-4B36-46C4-AFF5-A3F2A8412A9D}" srcOrd="0" destOrd="0" presId="urn:microsoft.com/office/officeart/2018/2/layout/IconLabelList"/>
    <dgm:cxn modelId="{BE662DA6-5922-4C2A-B90C-A9DE5686E0AD}" type="presParOf" srcId="{1535D614-4B36-46C4-AFF5-A3F2A8412A9D}" destId="{5A32FD00-299A-4735-A6D9-526ED2EE7306}" srcOrd="0" destOrd="0" presId="urn:microsoft.com/office/officeart/2018/2/layout/IconLabelList"/>
    <dgm:cxn modelId="{C2B4353C-6D9B-4B23-8C43-F6A3B771E514}" type="presParOf" srcId="{5A32FD00-299A-4735-A6D9-526ED2EE7306}" destId="{56C09F79-936D-43C2-9B90-BD18E7F17994}" srcOrd="0" destOrd="0" presId="urn:microsoft.com/office/officeart/2018/2/layout/IconLabelList"/>
    <dgm:cxn modelId="{FD03BCD4-FFAE-4D36-9CE4-D9D06FAF3365}" type="presParOf" srcId="{5A32FD00-299A-4735-A6D9-526ED2EE7306}" destId="{7E8AC881-BE21-437E-BFD7-7FB9A09F7794}" srcOrd="1" destOrd="0" presId="urn:microsoft.com/office/officeart/2018/2/layout/IconLabelList"/>
    <dgm:cxn modelId="{D43E8DD7-E985-422B-B772-C340FC507F79}" type="presParOf" srcId="{5A32FD00-299A-4735-A6D9-526ED2EE7306}" destId="{9B9DD0C4-C086-47A7-8B99-B89A2828D328}" srcOrd="2" destOrd="0" presId="urn:microsoft.com/office/officeart/2018/2/layout/IconLabelList"/>
    <dgm:cxn modelId="{BA4BA3CD-2BF8-47C8-AF9A-3A3F7EF23727}" type="presParOf" srcId="{1535D614-4B36-46C4-AFF5-A3F2A8412A9D}" destId="{AEA1C637-5EE2-41D8-8BC6-684B9EA48AFF}" srcOrd="1" destOrd="0" presId="urn:microsoft.com/office/officeart/2018/2/layout/IconLabelList"/>
    <dgm:cxn modelId="{4DFE2A12-4E57-4B16-87EC-EDC5932A05DE}" type="presParOf" srcId="{1535D614-4B36-46C4-AFF5-A3F2A8412A9D}" destId="{A2C24E83-6820-4B48-972E-7BAF2E039016}" srcOrd="2" destOrd="0" presId="urn:microsoft.com/office/officeart/2018/2/layout/IconLabelList"/>
    <dgm:cxn modelId="{803F6F02-9AF6-4E0E-B13F-EDC0743C1F21}" type="presParOf" srcId="{A2C24E83-6820-4B48-972E-7BAF2E039016}" destId="{8923E410-8BE0-4BBA-BC16-3704C149A656}" srcOrd="0" destOrd="0" presId="urn:microsoft.com/office/officeart/2018/2/layout/IconLabelList"/>
    <dgm:cxn modelId="{E09585B8-FBE1-4A09-947F-1EC258B8B22C}" type="presParOf" srcId="{A2C24E83-6820-4B48-972E-7BAF2E039016}" destId="{4354C889-1F7F-43F5-84B1-AFBDA52FCA6B}" srcOrd="1" destOrd="0" presId="urn:microsoft.com/office/officeart/2018/2/layout/IconLabelList"/>
    <dgm:cxn modelId="{B61F4EEC-57C4-48D3-8438-8D84C79B8A81}" type="presParOf" srcId="{A2C24E83-6820-4B48-972E-7BAF2E039016}" destId="{DAF8B6A7-E34E-41EB-AD60-11C1E1171C71}" srcOrd="2" destOrd="0" presId="urn:microsoft.com/office/officeart/2018/2/layout/IconLabelList"/>
    <dgm:cxn modelId="{2B7121A0-7C24-4E6D-8864-3C10AE7F71B9}" type="presParOf" srcId="{1535D614-4B36-46C4-AFF5-A3F2A8412A9D}" destId="{58D2CA08-A7B7-449D-8785-AA8B85B2C4B1}" srcOrd="3" destOrd="0" presId="urn:microsoft.com/office/officeart/2018/2/layout/IconLabelList"/>
    <dgm:cxn modelId="{EDA9CCCF-69B7-4511-9453-54AF000E8401}" type="presParOf" srcId="{1535D614-4B36-46C4-AFF5-A3F2A8412A9D}" destId="{BB91A01B-AA6B-4706-9391-484F64E7DBB6}" srcOrd="4" destOrd="0" presId="urn:microsoft.com/office/officeart/2018/2/layout/IconLabelList"/>
    <dgm:cxn modelId="{2286FCE7-E1E4-4670-96E0-3707CC68610F}" type="presParOf" srcId="{BB91A01B-AA6B-4706-9391-484F64E7DBB6}" destId="{FED38356-023A-49EB-8499-6C2A2DF481AB}" srcOrd="0" destOrd="0" presId="urn:microsoft.com/office/officeart/2018/2/layout/IconLabelList"/>
    <dgm:cxn modelId="{DC0F3200-CF98-4350-A8C0-D32AA886952D}" type="presParOf" srcId="{BB91A01B-AA6B-4706-9391-484F64E7DBB6}" destId="{F9322D70-4AA4-4C9C-A457-AAEFC52BB97A}" srcOrd="1" destOrd="0" presId="urn:microsoft.com/office/officeart/2018/2/layout/IconLabelList"/>
    <dgm:cxn modelId="{3887180E-1EAC-4170-84B6-EC35CBCA9BC7}" type="presParOf" srcId="{BB91A01B-AA6B-4706-9391-484F64E7DBB6}" destId="{664B8420-768F-4B1F-90A5-3F89C3C7296E}"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EFE2813-22E5-42C0-9626-D98E42D5FB6D}" type="doc">
      <dgm:prSet loTypeId="urn:microsoft.com/office/officeart/2016/7/layout/VerticalSolidActionList" loCatId="List" qsTypeId="urn:microsoft.com/office/officeart/2005/8/quickstyle/simple1" qsCatId="simple" csTypeId="urn:microsoft.com/office/officeart/2005/8/colors/accent1_2" csCatId="accent1"/>
      <dgm:spPr/>
      <dgm:t>
        <a:bodyPr/>
        <a:lstStyle/>
        <a:p>
          <a:endParaRPr lang="en-US"/>
        </a:p>
      </dgm:t>
    </dgm:pt>
    <dgm:pt modelId="{7B756636-69C3-4B34-AEF0-B52FF64D32F0}">
      <dgm:prSet/>
      <dgm:spPr/>
      <dgm:t>
        <a:bodyPr/>
        <a:lstStyle/>
        <a:p>
          <a:r>
            <a:rPr lang="en-US"/>
            <a:t>Inject</a:t>
          </a:r>
        </a:p>
      </dgm:t>
    </dgm:pt>
    <dgm:pt modelId="{65296DAD-69BB-4C75-8CDD-2F55C1BED7DF}" type="parTrans" cxnId="{23F399DC-F3C5-41F1-ADE9-7D283301F9E7}">
      <dgm:prSet/>
      <dgm:spPr/>
      <dgm:t>
        <a:bodyPr/>
        <a:lstStyle/>
        <a:p>
          <a:endParaRPr lang="en-US"/>
        </a:p>
      </dgm:t>
    </dgm:pt>
    <dgm:pt modelId="{691DF49B-7B5D-42A1-B5FB-A00DD154E557}" type="sibTrans" cxnId="{23F399DC-F3C5-41F1-ADE9-7D283301F9E7}">
      <dgm:prSet/>
      <dgm:spPr/>
      <dgm:t>
        <a:bodyPr/>
        <a:lstStyle/>
        <a:p>
          <a:endParaRPr lang="en-US"/>
        </a:p>
      </dgm:t>
    </dgm:pt>
    <dgm:pt modelId="{03E69170-5144-4873-B376-2C99B13C23A2}">
      <dgm:prSet/>
      <dgm:spPr/>
      <dgm:t>
        <a:bodyPr/>
        <a:lstStyle/>
        <a:p>
          <a:r>
            <a:rPr lang="en-US"/>
            <a:t>Inject a clock instead of calling now()</a:t>
          </a:r>
        </a:p>
      </dgm:t>
    </dgm:pt>
    <dgm:pt modelId="{FC17F10B-3E0C-4DC8-A231-748AEA9BF3D6}" type="parTrans" cxnId="{98FC74E0-DFAF-47BE-8733-E136FF5EE951}">
      <dgm:prSet/>
      <dgm:spPr/>
      <dgm:t>
        <a:bodyPr/>
        <a:lstStyle/>
        <a:p>
          <a:endParaRPr lang="en-US"/>
        </a:p>
      </dgm:t>
    </dgm:pt>
    <dgm:pt modelId="{31AA741A-6ABE-4612-A23E-0CDE63945C90}" type="sibTrans" cxnId="{98FC74E0-DFAF-47BE-8733-E136FF5EE951}">
      <dgm:prSet/>
      <dgm:spPr/>
      <dgm:t>
        <a:bodyPr/>
        <a:lstStyle/>
        <a:p>
          <a:endParaRPr lang="en-US"/>
        </a:p>
      </dgm:t>
    </dgm:pt>
    <dgm:pt modelId="{2934B4B4-FD59-4641-B649-412F02018C78}">
      <dgm:prSet/>
      <dgm:spPr/>
      <dgm:t>
        <a:bodyPr/>
        <a:lstStyle/>
        <a:p>
          <a:r>
            <a:rPr lang="en-US"/>
            <a:t>Inject</a:t>
          </a:r>
        </a:p>
      </dgm:t>
    </dgm:pt>
    <dgm:pt modelId="{7C67349B-031C-4CB9-9653-C66613854DD7}" type="parTrans" cxnId="{087ADFD2-304A-42EC-81B4-0D84F741C33C}">
      <dgm:prSet/>
      <dgm:spPr/>
      <dgm:t>
        <a:bodyPr/>
        <a:lstStyle/>
        <a:p>
          <a:endParaRPr lang="en-US"/>
        </a:p>
      </dgm:t>
    </dgm:pt>
    <dgm:pt modelId="{07281EE6-E76E-4425-B66B-583302E03238}" type="sibTrans" cxnId="{087ADFD2-304A-42EC-81B4-0D84F741C33C}">
      <dgm:prSet/>
      <dgm:spPr/>
      <dgm:t>
        <a:bodyPr/>
        <a:lstStyle/>
        <a:p>
          <a:endParaRPr lang="en-US"/>
        </a:p>
      </dgm:t>
    </dgm:pt>
    <dgm:pt modelId="{EB6456C5-C41D-4026-9801-5C9919842CEF}">
      <dgm:prSet/>
      <dgm:spPr/>
      <dgm:t>
        <a:bodyPr/>
        <a:lstStyle/>
        <a:p>
          <a:r>
            <a:rPr lang="en-US"/>
            <a:t>Inject a RNG or use a fixed seed</a:t>
          </a:r>
        </a:p>
      </dgm:t>
    </dgm:pt>
    <dgm:pt modelId="{0B335D85-9BA1-45CC-992A-E1C3361DBAC8}" type="parTrans" cxnId="{9478C758-344E-4AE1-A1F5-D1DBD76ECBB6}">
      <dgm:prSet/>
      <dgm:spPr/>
      <dgm:t>
        <a:bodyPr/>
        <a:lstStyle/>
        <a:p>
          <a:endParaRPr lang="en-US"/>
        </a:p>
      </dgm:t>
    </dgm:pt>
    <dgm:pt modelId="{D9B8F6C0-1871-42BC-A4A9-414C96870453}" type="sibTrans" cxnId="{9478C758-344E-4AE1-A1F5-D1DBD76ECBB6}">
      <dgm:prSet/>
      <dgm:spPr/>
      <dgm:t>
        <a:bodyPr/>
        <a:lstStyle/>
        <a:p>
          <a:endParaRPr lang="en-US"/>
        </a:p>
      </dgm:t>
    </dgm:pt>
    <dgm:pt modelId="{856BCF05-FB27-4A54-A4D0-44DED4B92D5D}">
      <dgm:prSet/>
      <dgm:spPr/>
      <dgm:t>
        <a:bodyPr/>
        <a:lstStyle/>
        <a:p>
          <a:r>
            <a:rPr lang="en-US"/>
            <a:t>Make</a:t>
          </a:r>
        </a:p>
      </dgm:t>
    </dgm:pt>
    <dgm:pt modelId="{3142DBD3-F0CF-4BEC-93E1-1E997BB6E069}" type="parTrans" cxnId="{9FC6262E-03F5-4CA3-BDAB-CEEAF4291B41}">
      <dgm:prSet/>
      <dgm:spPr/>
      <dgm:t>
        <a:bodyPr/>
        <a:lstStyle/>
        <a:p>
          <a:endParaRPr lang="en-US"/>
        </a:p>
      </dgm:t>
    </dgm:pt>
    <dgm:pt modelId="{8C7261DC-AE4A-4542-BD8E-159D057C90E3}" type="sibTrans" cxnId="{9FC6262E-03F5-4CA3-BDAB-CEEAF4291B41}">
      <dgm:prSet/>
      <dgm:spPr/>
      <dgm:t>
        <a:bodyPr/>
        <a:lstStyle/>
        <a:p>
          <a:endParaRPr lang="en-US"/>
        </a:p>
      </dgm:t>
    </dgm:pt>
    <dgm:pt modelId="{59DFC80B-48BC-403F-B4DE-6836669D0E77}">
      <dgm:prSet/>
      <dgm:spPr/>
      <dgm:t>
        <a:bodyPr/>
        <a:lstStyle/>
        <a:p>
          <a:r>
            <a:rPr lang="en-US"/>
            <a:t>Make tests deterministic</a:t>
          </a:r>
        </a:p>
      </dgm:t>
    </dgm:pt>
    <dgm:pt modelId="{16CB44DD-59DC-425B-9855-502DAB010B56}" type="parTrans" cxnId="{3934FAA1-9628-43D9-84E7-9530AC1C75F9}">
      <dgm:prSet/>
      <dgm:spPr/>
      <dgm:t>
        <a:bodyPr/>
        <a:lstStyle/>
        <a:p>
          <a:endParaRPr lang="en-US"/>
        </a:p>
      </dgm:t>
    </dgm:pt>
    <dgm:pt modelId="{A6914526-36D1-42F3-B202-573F660CBE6C}" type="sibTrans" cxnId="{3934FAA1-9628-43D9-84E7-9530AC1C75F9}">
      <dgm:prSet/>
      <dgm:spPr/>
      <dgm:t>
        <a:bodyPr/>
        <a:lstStyle/>
        <a:p>
          <a:endParaRPr lang="en-US"/>
        </a:p>
      </dgm:t>
    </dgm:pt>
    <dgm:pt modelId="{2037408C-391D-F648-9D02-B33217849FCD}" type="pres">
      <dgm:prSet presAssocID="{4EFE2813-22E5-42C0-9626-D98E42D5FB6D}" presName="Name0" presStyleCnt="0">
        <dgm:presLayoutVars>
          <dgm:dir/>
          <dgm:animLvl val="lvl"/>
          <dgm:resizeHandles val="exact"/>
        </dgm:presLayoutVars>
      </dgm:prSet>
      <dgm:spPr/>
    </dgm:pt>
    <dgm:pt modelId="{5362449D-82DC-494E-97E4-BCB1A4FB4BEC}" type="pres">
      <dgm:prSet presAssocID="{7B756636-69C3-4B34-AEF0-B52FF64D32F0}" presName="linNode" presStyleCnt="0"/>
      <dgm:spPr/>
    </dgm:pt>
    <dgm:pt modelId="{64A5CA97-937A-B14C-A404-0110D73314BB}" type="pres">
      <dgm:prSet presAssocID="{7B756636-69C3-4B34-AEF0-B52FF64D32F0}" presName="parentText" presStyleLbl="alignNode1" presStyleIdx="0" presStyleCnt="3">
        <dgm:presLayoutVars>
          <dgm:chMax val="1"/>
          <dgm:bulletEnabled/>
        </dgm:presLayoutVars>
      </dgm:prSet>
      <dgm:spPr/>
    </dgm:pt>
    <dgm:pt modelId="{38341CF8-DE09-C649-917D-15B3CB6ADEC9}" type="pres">
      <dgm:prSet presAssocID="{7B756636-69C3-4B34-AEF0-B52FF64D32F0}" presName="descendantText" presStyleLbl="alignAccFollowNode1" presStyleIdx="0" presStyleCnt="3">
        <dgm:presLayoutVars>
          <dgm:bulletEnabled/>
        </dgm:presLayoutVars>
      </dgm:prSet>
      <dgm:spPr/>
    </dgm:pt>
    <dgm:pt modelId="{4AE34739-D8DE-7B40-B060-4AAC7E6C166D}" type="pres">
      <dgm:prSet presAssocID="{691DF49B-7B5D-42A1-B5FB-A00DD154E557}" presName="sp" presStyleCnt="0"/>
      <dgm:spPr/>
    </dgm:pt>
    <dgm:pt modelId="{717FD701-4442-884B-8FA4-363DAAE59F0B}" type="pres">
      <dgm:prSet presAssocID="{2934B4B4-FD59-4641-B649-412F02018C78}" presName="linNode" presStyleCnt="0"/>
      <dgm:spPr/>
    </dgm:pt>
    <dgm:pt modelId="{848AEDFD-19BF-3F48-BB88-59668FCEBB19}" type="pres">
      <dgm:prSet presAssocID="{2934B4B4-FD59-4641-B649-412F02018C78}" presName="parentText" presStyleLbl="alignNode1" presStyleIdx="1" presStyleCnt="3">
        <dgm:presLayoutVars>
          <dgm:chMax val="1"/>
          <dgm:bulletEnabled/>
        </dgm:presLayoutVars>
      </dgm:prSet>
      <dgm:spPr/>
    </dgm:pt>
    <dgm:pt modelId="{D201726B-4DBE-0043-A6CC-E06EFB859F31}" type="pres">
      <dgm:prSet presAssocID="{2934B4B4-FD59-4641-B649-412F02018C78}" presName="descendantText" presStyleLbl="alignAccFollowNode1" presStyleIdx="1" presStyleCnt="3">
        <dgm:presLayoutVars>
          <dgm:bulletEnabled/>
        </dgm:presLayoutVars>
      </dgm:prSet>
      <dgm:spPr/>
    </dgm:pt>
    <dgm:pt modelId="{B4972F8B-C5F6-8E48-8321-BF7FC4E501AF}" type="pres">
      <dgm:prSet presAssocID="{07281EE6-E76E-4425-B66B-583302E03238}" presName="sp" presStyleCnt="0"/>
      <dgm:spPr/>
    </dgm:pt>
    <dgm:pt modelId="{7AECBE69-04E7-9C4E-8A73-5551AFC1D9AD}" type="pres">
      <dgm:prSet presAssocID="{856BCF05-FB27-4A54-A4D0-44DED4B92D5D}" presName="linNode" presStyleCnt="0"/>
      <dgm:spPr/>
    </dgm:pt>
    <dgm:pt modelId="{ED50CF68-08E2-CE4A-A41B-97DCB3322188}" type="pres">
      <dgm:prSet presAssocID="{856BCF05-FB27-4A54-A4D0-44DED4B92D5D}" presName="parentText" presStyleLbl="alignNode1" presStyleIdx="2" presStyleCnt="3">
        <dgm:presLayoutVars>
          <dgm:chMax val="1"/>
          <dgm:bulletEnabled/>
        </dgm:presLayoutVars>
      </dgm:prSet>
      <dgm:spPr/>
    </dgm:pt>
    <dgm:pt modelId="{09821A43-DE4E-9D43-BCE3-B1C23F1A7EB2}" type="pres">
      <dgm:prSet presAssocID="{856BCF05-FB27-4A54-A4D0-44DED4B92D5D}" presName="descendantText" presStyleLbl="alignAccFollowNode1" presStyleIdx="2" presStyleCnt="3">
        <dgm:presLayoutVars>
          <dgm:bulletEnabled/>
        </dgm:presLayoutVars>
      </dgm:prSet>
      <dgm:spPr/>
    </dgm:pt>
  </dgm:ptLst>
  <dgm:cxnLst>
    <dgm:cxn modelId="{43FA172B-EFE1-2742-A8FD-CA9BEEE2CD24}" type="presOf" srcId="{03E69170-5144-4873-B376-2C99B13C23A2}" destId="{38341CF8-DE09-C649-917D-15B3CB6ADEC9}" srcOrd="0" destOrd="0" presId="urn:microsoft.com/office/officeart/2016/7/layout/VerticalSolidActionList"/>
    <dgm:cxn modelId="{9FC6262E-03F5-4CA3-BDAB-CEEAF4291B41}" srcId="{4EFE2813-22E5-42C0-9626-D98E42D5FB6D}" destId="{856BCF05-FB27-4A54-A4D0-44DED4B92D5D}" srcOrd="2" destOrd="0" parTransId="{3142DBD3-F0CF-4BEC-93E1-1E997BB6E069}" sibTransId="{8C7261DC-AE4A-4542-BD8E-159D057C90E3}"/>
    <dgm:cxn modelId="{9478C758-344E-4AE1-A1F5-D1DBD76ECBB6}" srcId="{2934B4B4-FD59-4641-B649-412F02018C78}" destId="{EB6456C5-C41D-4026-9801-5C9919842CEF}" srcOrd="0" destOrd="0" parTransId="{0B335D85-9BA1-45CC-992A-E1C3361DBAC8}" sibTransId="{D9B8F6C0-1871-42BC-A4A9-414C96870453}"/>
    <dgm:cxn modelId="{2DC02667-ADE7-7C46-9129-4238525C2396}" type="presOf" srcId="{2934B4B4-FD59-4641-B649-412F02018C78}" destId="{848AEDFD-19BF-3F48-BB88-59668FCEBB19}" srcOrd="0" destOrd="0" presId="urn:microsoft.com/office/officeart/2016/7/layout/VerticalSolidActionList"/>
    <dgm:cxn modelId="{0C0D2C6F-7A7C-BE4B-AD66-016ECE0E380B}" type="presOf" srcId="{856BCF05-FB27-4A54-A4D0-44DED4B92D5D}" destId="{ED50CF68-08E2-CE4A-A41B-97DCB3322188}" srcOrd="0" destOrd="0" presId="urn:microsoft.com/office/officeart/2016/7/layout/VerticalSolidActionList"/>
    <dgm:cxn modelId="{68B22D6F-5672-274F-99F1-7B0D9467E6D2}" type="presOf" srcId="{59DFC80B-48BC-403F-B4DE-6836669D0E77}" destId="{09821A43-DE4E-9D43-BCE3-B1C23F1A7EB2}" srcOrd="0" destOrd="0" presId="urn:microsoft.com/office/officeart/2016/7/layout/VerticalSolidActionList"/>
    <dgm:cxn modelId="{3934FAA1-9628-43D9-84E7-9530AC1C75F9}" srcId="{856BCF05-FB27-4A54-A4D0-44DED4B92D5D}" destId="{59DFC80B-48BC-403F-B4DE-6836669D0E77}" srcOrd="0" destOrd="0" parTransId="{16CB44DD-59DC-425B-9855-502DAB010B56}" sibTransId="{A6914526-36D1-42F3-B202-573F660CBE6C}"/>
    <dgm:cxn modelId="{087ADFD2-304A-42EC-81B4-0D84F741C33C}" srcId="{4EFE2813-22E5-42C0-9626-D98E42D5FB6D}" destId="{2934B4B4-FD59-4641-B649-412F02018C78}" srcOrd="1" destOrd="0" parTransId="{7C67349B-031C-4CB9-9653-C66613854DD7}" sibTransId="{07281EE6-E76E-4425-B66B-583302E03238}"/>
    <dgm:cxn modelId="{23F399DC-F3C5-41F1-ADE9-7D283301F9E7}" srcId="{4EFE2813-22E5-42C0-9626-D98E42D5FB6D}" destId="{7B756636-69C3-4B34-AEF0-B52FF64D32F0}" srcOrd="0" destOrd="0" parTransId="{65296DAD-69BB-4C75-8CDD-2F55C1BED7DF}" sibTransId="{691DF49B-7B5D-42A1-B5FB-A00DD154E557}"/>
    <dgm:cxn modelId="{98FC74E0-DFAF-47BE-8733-E136FF5EE951}" srcId="{7B756636-69C3-4B34-AEF0-B52FF64D32F0}" destId="{03E69170-5144-4873-B376-2C99B13C23A2}" srcOrd="0" destOrd="0" parTransId="{FC17F10B-3E0C-4DC8-A231-748AEA9BF3D6}" sibTransId="{31AA741A-6ABE-4612-A23E-0CDE63945C90}"/>
    <dgm:cxn modelId="{828BDBE2-8150-FE40-BD3C-B39EE3BB74F1}" type="presOf" srcId="{4EFE2813-22E5-42C0-9626-D98E42D5FB6D}" destId="{2037408C-391D-F648-9D02-B33217849FCD}" srcOrd="0" destOrd="0" presId="urn:microsoft.com/office/officeart/2016/7/layout/VerticalSolidActionList"/>
    <dgm:cxn modelId="{94E7FCF7-6511-044B-B746-B3A69C5C7348}" type="presOf" srcId="{EB6456C5-C41D-4026-9801-5C9919842CEF}" destId="{D201726B-4DBE-0043-A6CC-E06EFB859F31}" srcOrd="0" destOrd="0" presId="urn:microsoft.com/office/officeart/2016/7/layout/VerticalSolidActionList"/>
    <dgm:cxn modelId="{CF2511F9-4EBA-344C-ADA4-B3431D68828A}" type="presOf" srcId="{7B756636-69C3-4B34-AEF0-B52FF64D32F0}" destId="{64A5CA97-937A-B14C-A404-0110D73314BB}" srcOrd="0" destOrd="0" presId="urn:microsoft.com/office/officeart/2016/7/layout/VerticalSolidActionList"/>
    <dgm:cxn modelId="{93B3077B-E16A-EF47-A921-D224507392CE}" type="presParOf" srcId="{2037408C-391D-F648-9D02-B33217849FCD}" destId="{5362449D-82DC-494E-97E4-BCB1A4FB4BEC}" srcOrd="0" destOrd="0" presId="urn:microsoft.com/office/officeart/2016/7/layout/VerticalSolidActionList"/>
    <dgm:cxn modelId="{AEEE1370-3E02-EE41-8BB9-2686200E00CC}" type="presParOf" srcId="{5362449D-82DC-494E-97E4-BCB1A4FB4BEC}" destId="{64A5CA97-937A-B14C-A404-0110D73314BB}" srcOrd="0" destOrd="0" presId="urn:microsoft.com/office/officeart/2016/7/layout/VerticalSolidActionList"/>
    <dgm:cxn modelId="{2E7E0E4A-8C54-EA4F-B2B6-3F6322AF6302}" type="presParOf" srcId="{5362449D-82DC-494E-97E4-BCB1A4FB4BEC}" destId="{38341CF8-DE09-C649-917D-15B3CB6ADEC9}" srcOrd="1" destOrd="0" presId="urn:microsoft.com/office/officeart/2016/7/layout/VerticalSolidActionList"/>
    <dgm:cxn modelId="{3B16BD71-A7BE-734F-964E-55184299C25F}" type="presParOf" srcId="{2037408C-391D-F648-9D02-B33217849FCD}" destId="{4AE34739-D8DE-7B40-B060-4AAC7E6C166D}" srcOrd="1" destOrd="0" presId="urn:microsoft.com/office/officeart/2016/7/layout/VerticalSolidActionList"/>
    <dgm:cxn modelId="{6395F57E-5577-AC4F-8C49-DBA98E76C632}" type="presParOf" srcId="{2037408C-391D-F648-9D02-B33217849FCD}" destId="{717FD701-4442-884B-8FA4-363DAAE59F0B}" srcOrd="2" destOrd="0" presId="urn:microsoft.com/office/officeart/2016/7/layout/VerticalSolidActionList"/>
    <dgm:cxn modelId="{6FE0A1F9-4698-3146-B44C-8829FCB82587}" type="presParOf" srcId="{717FD701-4442-884B-8FA4-363DAAE59F0B}" destId="{848AEDFD-19BF-3F48-BB88-59668FCEBB19}" srcOrd="0" destOrd="0" presId="urn:microsoft.com/office/officeart/2016/7/layout/VerticalSolidActionList"/>
    <dgm:cxn modelId="{8BD68A0A-EBAA-ED4A-A746-5AB8374ADCFA}" type="presParOf" srcId="{717FD701-4442-884B-8FA4-363DAAE59F0B}" destId="{D201726B-4DBE-0043-A6CC-E06EFB859F31}" srcOrd="1" destOrd="0" presId="urn:microsoft.com/office/officeart/2016/7/layout/VerticalSolidActionList"/>
    <dgm:cxn modelId="{A660F4F6-4FC8-8949-B820-A475E40F5883}" type="presParOf" srcId="{2037408C-391D-F648-9D02-B33217849FCD}" destId="{B4972F8B-C5F6-8E48-8321-BF7FC4E501AF}" srcOrd="3" destOrd="0" presId="urn:microsoft.com/office/officeart/2016/7/layout/VerticalSolidActionList"/>
    <dgm:cxn modelId="{5A0AEC98-2D87-BD4F-B0CB-5B0E08E1720D}" type="presParOf" srcId="{2037408C-391D-F648-9D02-B33217849FCD}" destId="{7AECBE69-04E7-9C4E-8A73-5551AFC1D9AD}" srcOrd="4" destOrd="0" presId="urn:microsoft.com/office/officeart/2016/7/layout/VerticalSolidActionList"/>
    <dgm:cxn modelId="{7F478FE3-277C-D14D-BA44-3DBC39F30035}" type="presParOf" srcId="{7AECBE69-04E7-9C4E-8A73-5551AFC1D9AD}" destId="{ED50CF68-08E2-CE4A-A41B-97DCB3322188}" srcOrd="0" destOrd="0" presId="urn:microsoft.com/office/officeart/2016/7/layout/VerticalSolidActionList"/>
    <dgm:cxn modelId="{F4A16C66-5BF9-A542-B8F6-D2F296083484}" type="presParOf" srcId="{7AECBE69-04E7-9C4E-8A73-5551AFC1D9AD}" destId="{09821A43-DE4E-9D43-BCE3-B1C23F1A7EB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6723292-A909-4E7A-9BD3-E23690F8652E}"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en-US"/>
        </a:p>
      </dgm:t>
    </dgm:pt>
    <dgm:pt modelId="{22FF8103-9CAE-4FE6-B974-4164E8195B94}">
      <dgm:prSet/>
      <dgm:spPr/>
      <dgm:t>
        <a:bodyPr/>
        <a:lstStyle/>
        <a:p>
          <a:r>
            <a:rPr lang="en-US"/>
            <a:t>Verify real boundaries: DB schemas, HTTP wiring, config</a:t>
          </a:r>
        </a:p>
      </dgm:t>
    </dgm:pt>
    <dgm:pt modelId="{DC60539E-5433-4BF9-BE29-E88D6EB3559D}" type="parTrans" cxnId="{CD95CCBA-AA61-4A3E-8589-AEF5E57520D9}">
      <dgm:prSet/>
      <dgm:spPr/>
      <dgm:t>
        <a:bodyPr/>
        <a:lstStyle/>
        <a:p>
          <a:endParaRPr lang="en-US"/>
        </a:p>
      </dgm:t>
    </dgm:pt>
    <dgm:pt modelId="{34CA4939-C3B6-4A9B-831E-9E7102AA3E1A}" type="sibTrans" cxnId="{CD95CCBA-AA61-4A3E-8589-AEF5E57520D9}">
      <dgm:prSet phldrT="01" phldr="0"/>
      <dgm:spPr/>
      <dgm:t>
        <a:bodyPr/>
        <a:lstStyle/>
        <a:p>
          <a:r>
            <a:rPr lang="en-US"/>
            <a:t>01</a:t>
          </a:r>
        </a:p>
      </dgm:t>
    </dgm:pt>
    <dgm:pt modelId="{8BCDFEDB-D1F7-49A2-9D7D-6124FAF00DFA}">
      <dgm:prSet/>
      <dgm:spPr/>
      <dgm:t>
        <a:bodyPr/>
        <a:lstStyle/>
        <a:p>
          <a:r>
            <a:rPr lang="en-US"/>
            <a:t>Keep them fewer than unit tests</a:t>
          </a:r>
        </a:p>
      </dgm:t>
    </dgm:pt>
    <dgm:pt modelId="{792932C9-81F7-46EA-92C0-45C75E08D13D}" type="parTrans" cxnId="{8DA0D1B5-FE82-4E6D-BEA0-2EE76403F392}">
      <dgm:prSet/>
      <dgm:spPr/>
      <dgm:t>
        <a:bodyPr/>
        <a:lstStyle/>
        <a:p>
          <a:endParaRPr lang="en-US"/>
        </a:p>
      </dgm:t>
    </dgm:pt>
    <dgm:pt modelId="{805391C8-D3CF-4DD4-882C-83E40223278D}" type="sibTrans" cxnId="{8DA0D1B5-FE82-4E6D-BEA0-2EE76403F392}">
      <dgm:prSet phldrT="02" phldr="0"/>
      <dgm:spPr/>
      <dgm:t>
        <a:bodyPr/>
        <a:lstStyle/>
        <a:p>
          <a:r>
            <a:rPr lang="en-US"/>
            <a:t>02</a:t>
          </a:r>
        </a:p>
      </dgm:t>
    </dgm:pt>
    <dgm:pt modelId="{154DB856-5FC4-465D-851B-6138C0F13676}">
      <dgm:prSet/>
      <dgm:spPr/>
      <dgm:t>
        <a:bodyPr/>
        <a:lstStyle/>
        <a:p>
          <a:r>
            <a:rPr lang="en-US"/>
            <a:t>Run in CI for confidence</a:t>
          </a:r>
        </a:p>
      </dgm:t>
    </dgm:pt>
    <dgm:pt modelId="{1DAF1484-F4A8-4F16-A2E2-ECC3F89A3FA0}" type="parTrans" cxnId="{8D1A1984-53B2-414C-B6F3-48DD115BE7C5}">
      <dgm:prSet/>
      <dgm:spPr/>
      <dgm:t>
        <a:bodyPr/>
        <a:lstStyle/>
        <a:p>
          <a:endParaRPr lang="en-US"/>
        </a:p>
      </dgm:t>
    </dgm:pt>
    <dgm:pt modelId="{7CFB9D09-4DB1-4CA5-83B4-46995296942B}" type="sibTrans" cxnId="{8D1A1984-53B2-414C-B6F3-48DD115BE7C5}">
      <dgm:prSet phldrT="03" phldr="0"/>
      <dgm:spPr/>
      <dgm:t>
        <a:bodyPr/>
        <a:lstStyle/>
        <a:p>
          <a:r>
            <a:rPr lang="en-US"/>
            <a:t>03</a:t>
          </a:r>
        </a:p>
      </dgm:t>
    </dgm:pt>
    <dgm:pt modelId="{8CCB8F90-75B7-024D-96EA-29014544ABE8}" type="pres">
      <dgm:prSet presAssocID="{D6723292-A909-4E7A-9BD3-E23690F8652E}" presName="Name0" presStyleCnt="0">
        <dgm:presLayoutVars>
          <dgm:animLvl val="lvl"/>
          <dgm:resizeHandles val="exact"/>
        </dgm:presLayoutVars>
      </dgm:prSet>
      <dgm:spPr/>
    </dgm:pt>
    <dgm:pt modelId="{9CB29995-F7CA-414D-A3BC-80F2FB7E8AD3}" type="pres">
      <dgm:prSet presAssocID="{22FF8103-9CAE-4FE6-B974-4164E8195B94}" presName="compositeNode" presStyleCnt="0">
        <dgm:presLayoutVars>
          <dgm:bulletEnabled val="1"/>
        </dgm:presLayoutVars>
      </dgm:prSet>
      <dgm:spPr/>
    </dgm:pt>
    <dgm:pt modelId="{3CC2219F-BA96-9B42-A1C1-714074C49EA3}" type="pres">
      <dgm:prSet presAssocID="{22FF8103-9CAE-4FE6-B974-4164E8195B94}" presName="bgRect" presStyleLbl="alignNode1" presStyleIdx="0" presStyleCnt="3"/>
      <dgm:spPr/>
    </dgm:pt>
    <dgm:pt modelId="{01643D1D-4DF8-744F-9E97-460319D44AA8}" type="pres">
      <dgm:prSet presAssocID="{34CA4939-C3B6-4A9B-831E-9E7102AA3E1A}" presName="sibTransNodeRect" presStyleLbl="alignNode1" presStyleIdx="0" presStyleCnt="3">
        <dgm:presLayoutVars>
          <dgm:chMax val="0"/>
          <dgm:bulletEnabled val="1"/>
        </dgm:presLayoutVars>
      </dgm:prSet>
      <dgm:spPr/>
    </dgm:pt>
    <dgm:pt modelId="{99BCB229-654E-844E-AF66-689370610B8D}" type="pres">
      <dgm:prSet presAssocID="{22FF8103-9CAE-4FE6-B974-4164E8195B94}" presName="nodeRect" presStyleLbl="alignNode1" presStyleIdx="0" presStyleCnt="3">
        <dgm:presLayoutVars>
          <dgm:bulletEnabled val="1"/>
        </dgm:presLayoutVars>
      </dgm:prSet>
      <dgm:spPr/>
    </dgm:pt>
    <dgm:pt modelId="{3B6469A9-EBC1-3446-BBFA-6D6F008BEE41}" type="pres">
      <dgm:prSet presAssocID="{34CA4939-C3B6-4A9B-831E-9E7102AA3E1A}" presName="sibTrans" presStyleCnt="0"/>
      <dgm:spPr/>
    </dgm:pt>
    <dgm:pt modelId="{25BEF122-2753-9F49-9DB0-D8DCAA28ECE8}" type="pres">
      <dgm:prSet presAssocID="{8BCDFEDB-D1F7-49A2-9D7D-6124FAF00DFA}" presName="compositeNode" presStyleCnt="0">
        <dgm:presLayoutVars>
          <dgm:bulletEnabled val="1"/>
        </dgm:presLayoutVars>
      </dgm:prSet>
      <dgm:spPr/>
    </dgm:pt>
    <dgm:pt modelId="{4C28A0DF-17F3-D146-92B9-0E0870AB5F74}" type="pres">
      <dgm:prSet presAssocID="{8BCDFEDB-D1F7-49A2-9D7D-6124FAF00DFA}" presName="bgRect" presStyleLbl="alignNode1" presStyleIdx="1" presStyleCnt="3"/>
      <dgm:spPr/>
    </dgm:pt>
    <dgm:pt modelId="{F0326683-B995-ED45-A41F-48B751D20143}" type="pres">
      <dgm:prSet presAssocID="{805391C8-D3CF-4DD4-882C-83E40223278D}" presName="sibTransNodeRect" presStyleLbl="alignNode1" presStyleIdx="1" presStyleCnt="3">
        <dgm:presLayoutVars>
          <dgm:chMax val="0"/>
          <dgm:bulletEnabled val="1"/>
        </dgm:presLayoutVars>
      </dgm:prSet>
      <dgm:spPr/>
    </dgm:pt>
    <dgm:pt modelId="{6B72FACD-2FCE-C048-AE10-6D4E4BD45F03}" type="pres">
      <dgm:prSet presAssocID="{8BCDFEDB-D1F7-49A2-9D7D-6124FAF00DFA}" presName="nodeRect" presStyleLbl="alignNode1" presStyleIdx="1" presStyleCnt="3">
        <dgm:presLayoutVars>
          <dgm:bulletEnabled val="1"/>
        </dgm:presLayoutVars>
      </dgm:prSet>
      <dgm:spPr/>
    </dgm:pt>
    <dgm:pt modelId="{9F8B2CF9-2999-7D4B-AFB1-6BFC8B7227C4}" type="pres">
      <dgm:prSet presAssocID="{805391C8-D3CF-4DD4-882C-83E40223278D}" presName="sibTrans" presStyleCnt="0"/>
      <dgm:spPr/>
    </dgm:pt>
    <dgm:pt modelId="{E2369536-27E0-9242-9507-8D1A857715BB}" type="pres">
      <dgm:prSet presAssocID="{154DB856-5FC4-465D-851B-6138C0F13676}" presName="compositeNode" presStyleCnt="0">
        <dgm:presLayoutVars>
          <dgm:bulletEnabled val="1"/>
        </dgm:presLayoutVars>
      </dgm:prSet>
      <dgm:spPr/>
    </dgm:pt>
    <dgm:pt modelId="{769EBB5C-0F8A-1D4E-A862-8094E4CDD1A1}" type="pres">
      <dgm:prSet presAssocID="{154DB856-5FC4-465D-851B-6138C0F13676}" presName="bgRect" presStyleLbl="alignNode1" presStyleIdx="2" presStyleCnt="3"/>
      <dgm:spPr/>
    </dgm:pt>
    <dgm:pt modelId="{5121C2DF-7024-7E41-A22E-CB33994007AD}" type="pres">
      <dgm:prSet presAssocID="{7CFB9D09-4DB1-4CA5-83B4-46995296942B}" presName="sibTransNodeRect" presStyleLbl="alignNode1" presStyleIdx="2" presStyleCnt="3">
        <dgm:presLayoutVars>
          <dgm:chMax val="0"/>
          <dgm:bulletEnabled val="1"/>
        </dgm:presLayoutVars>
      </dgm:prSet>
      <dgm:spPr/>
    </dgm:pt>
    <dgm:pt modelId="{BC59778E-F0A0-7449-B50F-EBAD2168DC26}" type="pres">
      <dgm:prSet presAssocID="{154DB856-5FC4-465D-851B-6138C0F13676}" presName="nodeRect" presStyleLbl="alignNode1" presStyleIdx="2" presStyleCnt="3">
        <dgm:presLayoutVars>
          <dgm:bulletEnabled val="1"/>
        </dgm:presLayoutVars>
      </dgm:prSet>
      <dgm:spPr/>
    </dgm:pt>
  </dgm:ptLst>
  <dgm:cxnLst>
    <dgm:cxn modelId="{27F77316-FA67-FA4A-970E-9A1C88A2EF36}" type="presOf" srcId="{7CFB9D09-4DB1-4CA5-83B4-46995296942B}" destId="{5121C2DF-7024-7E41-A22E-CB33994007AD}" srcOrd="0" destOrd="0" presId="urn:microsoft.com/office/officeart/2016/7/layout/LinearBlockProcessNumbered"/>
    <dgm:cxn modelId="{3B81FF2C-FB11-5144-8BB4-7B139E2BF8B8}" type="presOf" srcId="{34CA4939-C3B6-4A9B-831E-9E7102AA3E1A}" destId="{01643D1D-4DF8-744F-9E97-460319D44AA8}" srcOrd="0" destOrd="0" presId="urn:microsoft.com/office/officeart/2016/7/layout/LinearBlockProcessNumbered"/>
    <dgm:cxn modelId="{FB5A2639-52BB-BC48-868A-6993BAEB52FB}" type="presOf" srcId="{8BCDFEDB-D1F7-49A2-9D7D-6124FAF00DFA}" destId="{4C28A0DF-17F3-D146-92B9-0E0870AB5F74}" srcOrd="0" destOrd="0" presId="urn:microsoft.com/office/officeart/2016/7/layout/LinearBlockProcessNumbered"/>
    <dgm:cxn modelId="{2D894E78-C0AE-A14B-925E-4D29CA3B292E}" type="presOf" srcId="{8BCDFEDB-D1F7-49A2-9D7D-6124FAF00DFA}" destId="{6B72FACD-2FCE-C048-AE10-6D4E4BD45F03}" srcOrd="1" destOrd="0" presId="urn:microsoft.com/office/officeart/2016/7/layout/LinearBlockProcessNumbered"/>
    <dgm:cxn modelId="{8D1A1984-53B2-414C-B6F3-48DD115BE7C5}" srcId="{D6723292-A909-4E7A-9BD3-E23690F8652E}" destId="{154DB856-5FC4-465D-851B-6138C0F13676}" srcOrd="2" destOrd="0" parTransId="{1DAF1484-F4A8-4F16-A2E2-ECC3F89A3FA0}" sibTransId="{7CFB9D09-4DB1-4CA5-83B4-46995296942B}"/>
    <dgm:cxn modelId="{3C6F17A2-F7BD-DB45-97E6-07BC3658C1A1}" type="presOf" srcId="{22FF8103-9CAE-4FE6-B974-4164E8195B94}" destId="{99BCB229-654E-844E-AF66-689370610B8D}" srcOrd="1" destOrd="0" presId="urn:microsoft.com/office/officeart/2016/7/layout/LinearBlockProcessNumbered"/>
    <dgm:cxn modelId="{D34CE1AF-FA04-F842-B727-DE09081FA8CE}" type="presOf" srcId="{805391C8-D3CF-4DD4-882C-83E40223278D}" destId="{F0326683-B995-ED45-A41F-48B751D20143}" srcOrd="0" destOrd="0" presId="urn:microsoft.com/office/officeart/2016/7/layout/LinearBlockProcessNumbered"/>
    <dgm:cxn modelId="{8DA0D1B5-FE82-4E6D-BEA0-2EE76403F392}" srcId="{D6723292-A909-4E7A-9BD3-E23690F8652E}" destId="{8BCDFEDB-D1F7-49A2-9D7D-6124FAF00DFA}" srcOrd="1" destOrd="0" parTransId="{792932C9-81F7-46EA-92C0-45C75E08D13D}" sibTransId="{805391C8-D3CF-4DD4-882C-83E40223278D}"/>
    <dgm:cxn modelId="{CD95CCBA-AA61-4A3E-8589-AEF5E57520D9}" srcId="{D6723292-A909-4E7A-9BD3-E23690F8652E}" destId="{22FF8103-9CAE-4FE6-B974-4164E8195B94}" srcOrd="0" destOrd="0" parTransId="{DC60539E-5433-4BF9-BE29-E88D6EB3559D}" sibTransId="{34CA4939-C3B6-4A9B-831E-9E7102AA3E1A}"/>
    <dgm:cxn modelId="{EFFB95C4-3E6B-6F40-9390-3252BEFECB0D}" type="presOf" srcId="{154DB856-5FC4-465D-851B-6138C0F13676}" destId="{769EBB5C-0F8A-1D4E-A862-8094E4CDD1A1}" srcOrd="0" destOrd="0" presId="urn:microsoft.com/office/officeart/2016/7/layout/LinearBlockProcessNumbered"/>
    <dgm:cxn modelId="{5D37C2E4-CB80-F849-BA1E-0F74037E54AF}" type="presOf" srcId="{154DB856-5FC4-465D-851B-6138C0F13676}" destId="{BC59778E-F0A0-7449-B50F-EBAD2168DC26}" srcOrd="1" destOrd="0" presId="urn:microsoft.com/office/officeart/2016/7/layout/LinearBlockProcessNumbered"/>
    <dgm:cxn modelId="{E2296EE9-45D2-A443-879D-16E3D1848D99}" type="presOf" srcId="{D6723292-A909-4E7A-9BD3-E23690F8652E}" destId="{8CCB8F90-75B7-024D-96EA-29014544ABE8}" srcOrd="0" destOrd="0" presId="urn:microsoft.com/office/officeart/2016/7/layout/LinearBlockProcessNumbered"/>
    <dgm:cxn modelId="{DDC778FB-C73B-444E-B48D-9048CCF0DABE}" type="presOf" srcId="{22FF8103-9CAE-4FE6-B974-4164E8195B94}" destId="{3CC2219F-BA96-9B42-A1C1-714074C49EA3}" srcOrd="0" destOrd="0" presId="urn:microsoft.com/office/officeart/2016/7/layout/LinearBlockProcessNumbered"/>
    <dgm:cxn modelId="{B18BC587-A776-C846-B628-30D75A7CD417}" type="presParOf" srcId="{8CCB8F90-75B7-024D-96EA-29014544ABE8}" destId="{9CB29995-F7CA-414D-A3BC-80F2FB7E8AD3}" srcOrd="0" destOrd="0" presId="urn:microsoft.com/office/officeart/2016/7/layout/LinearBlockProcessNumbered"/>
    <dgm:cxn modelId="{0137ABC1-A1E3-C24D-8022-24BC218C30C2}" type="presParOf" srcId="{9CB29995-F7CA-414D-A3BC-80F2FB7E8AD3}" destId="{3CC2219F-BA96-9B42-A1C1-714074C49EA3}" srcOrd="0" destOrd="0" presId="urn:microsoft.com/office/officeart/2016/7/layout/LinearBlockProcessNumbered"/>
    <dgm:cxn modelId="{845389CB-0526-884E-9648-C34844C63021}" type="presParOf" srcId="{9CB29995-F7CA-414D-A3BC-80F2FB7E8AD3}" destId="{01643D1D-4DF8-744F-9E97-460319D44AA8}" srcOrd="1" destOrd="0" presId="urn:microsoft.com/office/officeart/2016/7/layout/LinearBlockProcessNumbered"/>
    <dgm:cxn modelId="{B99DDFD1-D925-5E46-915C-0F3A7E58C171}" type="presParOf" srcId="{9CB29995-F7CA-414D-A3BC-80F2FB7E8AD3}" destId="{99BCB229-654E-844E-AF66-689370610B8D}" srcOrd="2" destOrd="0" presId="urn:microsoft.com/office/officeart/2016/7/layout/LinearBlockProcessNumbered"/>
    <dgm:cxn modelId="{4FB85106-C591-5948-8EAC-2496D3F742E1}" type="presParOf" srcId="{8CCB8F90-75B7-024D-96EA-29014544ABE8}" destId="{3B6469A9-EBC1-3446-BBFA-6D6F008BEE41}" srcOrd="1" destOrd="0" presId="urn:microsoft.com/office/officeart/2016/7/layout/LinearBlockProcessNumbered"/>
    <dgm:cxn modelId="{FBC9558E-3E72-9B4F-8E4C-320EE17F5CEC}" type="presParOf" srcId="{8CCB8F90-75B7-024D-96EA-29014544ABE8}" destId="{25BEF122-2753-9F49-9DB0-D8DCAA28ECE8}" srcOrd="2" destOrd="0" presId="urn:microsoft.com/office/officeart/2016/7/layout/LinearBlockProcessNumbered"/>
    <dgm:cxn modelId="{0B074BA4-2ADA-1B40-9072-B3ECBC145AFF}" type="presParOf" srcId="{25BEF122-2753-9F49-9DB0-D8DCAA28ECE8}" destId="{4C28A0DF-17F3-D146-92B9-0E0870AB5F74}" srcOrd="0" destOrd="0" presId="urn:microsoft.com/office/officeart/2016/7/layout/LinearBlockProcessNumbered"/>
    <dgm:cxn modelId="{23165840-B58E-5147-8FD9-BF04E6D3D5CE}" type="presParOf" srcId="{25BEF122-2753-9F49-9DB0-D8DCAA28ECE8}" destId="{F0326683-B995-ED45-A41F-48B751D20143}" srcOrd="1" destOrd="0" presId="urn:microsoft.com/office/officeart/2016/7/layout/LinearBlockProcessNumbered"/>
    <dgm:cxn modelId="{6673A4FC-7AFA-B543-93B8-6160E5A8D143}" type="presParOf" srcId="{25BEF122-2753-9F49-9DB0-D8DCAA28ECE8}" destId="{6B72FACD-2FCE-C048-AE10-6D4E4BD45F03}" srcOrd="2" destOrd="0" presId="urn:microsoft.com/office/officeart/2016/7/layout/LinearBlockProcessNumbered"/>
    <dgm:cxn modelId="{383B40E6-CD3D-D444-B198-B8682CB23155}" type="presParOf" srcId="{8CCB8F90-75B7-024D-96EA-29014544ABE8}" destId="{9F8B2CF9-2999-7D4B-AFB1-6BFC8B7227C4}" srcOrd="3" destOrd="0" presId="urn:microsoft.com/office/officeart/2016/7/layout/LinearBlockProcessNumbered"/>
    <dgm:cxn modelId="{F6B879EB-C782-374F-A225-4CCD054C2ACA}" type="presParOf" srcId="{8CCB8F90-75B7-024D-96EA-29014544ABE8}" destId="{E2369536-27E0-9242-9507-8D1A857715BB}" srcOrd="4" destOrd="0" presId="urn:microsoft.com/office/officeart/2016/7/layout/LinearBlockProcessNumbered"/>
    <dgm:cxn modelId="{F2A254F6-172A-3F4E-B192-AEFB056A395A}" type="presParOf" srcId="{E2369536-27E0-9242-9507-8D1A857715BB}" destId="{769EBB5C-0F8A-1D4E-A862-8094E4CDD1A1}" srcOrd="0" destOrd="0" presId="urn:microsoft.com/office/officeart/2016/7/layout/LinearBlockProcessNumbered"/>
    <dgm:cxn modelId="{E79A755A-FC1D-2A45-964B-174759A702A7}" type="presParOf" srcId="{E2369536-27E0-9242-9507-8D1A857715BB}" destId="{5121C2DF-7024-7E41-A22E-CB33994007AD}" srcOrd="1" destOrd="0" presId="urn:microsoft.com/office/officeart/2016/7/layout/LinearBlockProcessNumbered"/>
    <dgm:cxn modelId="{2DB539EC-080F-1348-8339-96C09B1489BD}" type="presParOf" srcId="{E2369536-27E0-9242-9507-8D1A857715BB}" destId="{BC59778E-F0A0-7449-B50F-EBAD2168DC26}"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3927113-4CEF-489A-BF52-9548AD9F68BC}"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639D9BAD-9BF9-416D-BD17-A5354B639955}">
      <dgm:prSet/>
      <dgm:spPr/>
      <dgm:t>
        <a:bodyPr/>
        <a:lstStyle/>
        <a:p>
          <a:r>
            <a:rPr lang="en-US"/>
            <a:t>Unit tests: use fakes/stubs (in-memory repo)</a:t>
          </a:r>
        </a:p>
      </dgm:t>
    </dgm:pt>
    <dgm:pt modelId="{DD65A3FA-AC46-4D90-AE67-FC7011E8AD6E}" type="parTrans" cxnId="{53306C73-161A-4333-AA6D-98DC70FA5325}">
      <dgm:prSet/>
      <dgm:spPr/>
      <dgm:t>
        <a:bodyPr/>
        <a:lstStyle/>
        <a:p>
          <a:endParaRPr lang="en-US"/>
        </a:p>
      </dgm:t>
    </dgm:pt>
    <dgm:pt modelId="{48BD52B2-4E78-403F-9B8A-C5D897138369}" type="sibTrans" cxnId="{53306C73-161A-4333-AA6D-98DC70FA5325}">
      <dgm:prSet/>
      <dgm:spPr/>
      <dgm:t>
        <a:bodyPr/>
        <a:lstStyle/>
        <a:p>
          <a:endParaRPr lang="en-US"/>
        </a:p>
      </dgm:t>
    </dgm:pt>
    <dgm:pt modelId="{D7D8C1AE-6C02-4E2C-863A-84628B39F413}">
      <dgm:prSet/>
      <dgm:spPr/>
      <dgm:t>
        <a:bodyPr/>
        <a:lstStyle/>
        <a:p>
          <a:r>
            <a:rPr lang="en-US"/>
            <a:t>Integration: real DB with a clean setup/teardown</a:t>
          </a:r>
        </a:p>
      </dgm:t>
    </dgm:pt>
    <dgm:pt modelId="{2FD448D9-FC1E-486A-96AB-E4D802101621}" type="parTrans" cxnId="{025A6641-DF39-43A4-8E85-0699F1FA6862}">
      <dgm:prSet/>
      <dgm:spPr/>
      <dgm:t>
        <a:bodyPr/>
        <a:lstStyle/>
        <a:p>
          <a:endParaRPr lang="en-US"/>
        </a:p>
      </dgm:t>
    </dgm:pt>
    <dgm:pt modelId="{8C7777FA-845E-4AF4-94EA-21A9330471E2}" type="sibTrans" cxnId="{025A6641-DF39-43A4-8E85-0699F1FA6862}">
      <dgm:prSet/>
      <dgm:spPr/>
      <dgm:t>
        <a:bodyPr/>
        <a:lstStyle/>
        <a:p>
          <a:endParaRPr lang="en-US"/>
        </a:p>
      </dgm:t>
    </dgm:pt>
    <dgm:pt modelId="{AB03DAB6-3C05-4DEE-AF97-B75646E2BADF}">
      <dgm:prSet/>
      <dgm:spPr/>
      <dgm:t>
        <a:bodyPr/>
        <a:lstStyle/>
        <a:p>
          <a:r>
            <a:rPr lang="en-US"/>
            <a:t>Aim for reproducible environments</a:t>
          </a:r>
        </a:p>
      </dgm:t>
    </dgm:pt>
    <dgm:pt modelId="{622130FE-1DD6-42EC-91A5-24B92F0BE12A}" type="parTrans" cxnId="{736CA919-35F6-4329-9E25-4EA8EF9183D3}">
      <dgm:prSet/>
      <dgm:spPr/>
      <dgm:t>
        <a:bodyPr/>
        <a:lstStyle/>
        <a:p>
          <a:endParaRPr lang="en-US"/>
        </a:p>
      </dgm:t>
    </dgm:pt>
    <dgm:pt modelId="{B52688DC-7E0E-403B-902A-324941C50A02}" type="sibTrans" cxnId="{736CA919-35F6-4329-9E25-4EA8EF9183D3}">
      <dgm:prSet/>
      <dgm:spPr/>
      <dgm:t>
        <a:bodyPr/>
        <a:lstStyle/>
        <a:p>
          <a:endParaRPr lang="en-US"/>
        </a:p>
      </dgm:t>
    </dgm:pt>
    <dgm:pt modelId="{C4512053-F725-42EB-BF54-367E65C9B5A3}" type="pres">
      <dgm:prSet presAssocID="{A3927113-4CEF-489A-BF52-9548AD9F68BC}" presName="root" presStyleCnt="0">
        <dgm:presLayoutVars>
          <dgm:dir/>
          <dgm:resizeHandles val="exact"/>
        </dgm:presLayoutVars>
      </dgm:prSet>
      <dgm:spPr/>
    </dgm:pt>
    <dgm:pt modelId="{930DCB7D-DC4B-4D21-B98E-78A752E21BA3}" type="pres">
      <dgm:prSet presAssocID="{639D9BAD-9BF9-416D-BD17-A5354B639955}" presName="compNode" presStyleCnt="0"/>
      <dgm:spPr/>
    </dgm:pt>
    <dgm:pt modelId="{A23C0593-A2B8-4FAC-8EDA-5EBACB56FD9D}" type="pres">
      <dgm:prSet presAssocID="{639D9BAD-9BF9-416D-BD17-A5354B63995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68EB0ED8-3B1E-4620-B6D4-C08B5C7C4271}" type="pres">
      <dgm:prSet presAssocID="{639D9BAD-9BF9-416D-BD17-A5354B639955}" presName="spaceRect" presStyleCnt="0"/>
      <dgm:spPr/>
    </dgm:pt>
    <dgm:pt modelId="{9579E8D3-8CCF-47D2-9A0F-73C972F13261}" type="pres">
      <dgm:prSet presAssocID="{639D9BAD-9BF9-416D-BD17-A5354B639955}" presName="textRect" presStyleLbl="revTx" presStyleIdx="0" presStyleCnt="3">
        <dgm:presLayoutVars>
          <dgm:chMax val="1"/>
          <dgm:chPref val="1"/>
        </dgm:presLayoutVars>
      </dgm:prSet>
      <dgm:spPr/>
    </dgm:pt>
    <dgm:pt modelId="{48D1CF70-B9C2-4D6D-AC66-5BA7F96CE135}" type="pres">
      <dgm:prSet presAssocID="{48BD52B2-4E78-403F-9B8A-C5D897138369}" presName="sibTrans" presStyleCnt="0"/>
      <dgm:spPr/>
    </dgm:pt>
    <dgm:pt modelId="{1FC9259C-DBAE-456E-AC8C-DCF1D50367E0}" type="pres">
      <dgm:prSet presAssocID="{D7D8C1AE-6C02-4E2C-863A-84628B39F413}" presName="compNode" presStyleCnt="0"/>
      <dgm:spPr/>
    </dgm:pt>
    <dgm:pt modelId="{E5910DCA-3431-44C3-9897-651503DB3AD2}" type="pres">
      <dgm:prSet presAssocID="{D7D8C1AE-6C02-4E2C-863A-84628B39F41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587E9C7-FE0C-41D4-B3BD-70A9389AC03E}" type="pres">
      <dgm:prSet presAssocID="{D7D8C1AE-6C02-4E2C-863A-84628B39F413}" presName="spaceRect" presStyleCnt="0"/>
      <dgm:spPr/>
    </dgm:pt>
    <dgm:pt modelId="{773A5474-467E-4E69-8469-7C699F51CD47}" type="pres">
      <dgm:prSet presAssocID="{D7D8C1AE-6C02-4E2C-863A-84628B39F413}" presName="textRect" presStyleLbl="revTx" presStyleIdx="1" presStyleCnt="3">
        <dgm:presLayoutVars>
          <dgm:chMax val="1"/>
          <dgm:chPref val="1"/>
        </dgm:presLayoutVars>
      </dgm:prSet>
      <dgm:spPr/>
    </dgm:pt>
    <dgm:pt modelId="{A88AA8FB-B22B-45C8-9637-E025DAF0009F}" type="pres">
      <dgm:prSet presAssocID="{8C7777FA-845E-4AF4-94EA-21A9330471E2}" presName="sibTrans" presStyleCnt="0"/>
      <dgm:spPr/>
    </dgm:pt>
    <dgm:pt modelId="{02FC7AF6-8B7B-4C46-9CC0-C873CAEAA71A}" type="pres">
      <dgm:prSet presAssocID="{AB03DAB6-3C05-4DEE-AF97-B75646E2BADF}" presName="compNode" presStyleCnt="0"/>
      <dgm:spPr/>
    </dgm:pt>
    <dgm:pt modelId="{129BC218-33B4-4EAB-940C-431EBD903486}" type="pres">
      <dgm:prSet presAssocID="{AB03DAB6-3C05-4DEE-AF97-B75646E2BAD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DA127C8B-4962-484F-8090-B131383FF962}" type="pres">
      <dgm:prSet presAssocID="{AB03DAB6-3C05-4DEE-AF97-B75646E2BADF}" presName="spaceRect" presStyleCnt="0"/>
      <dgm:spPr/>
    </dgm:pt>
    <dgm:pt modelId="{0FD14508-73B3-4A76-A45B-AD7AAF3092B5}" type="pres">
      <dgm:prSet presAssocID="{AB03DAB6-3C05-4DEE-AF97-B75646E2BADF}" presName="textRect" presStyleLbl="revTx" presStyleIdx="2" presStyleCnt="3">
        <dgm:presLayoutVars>
          <dgm:chMax val="1"/>
          <dgm:chPref val="1"/>
        </dgm:presLayoutVars>
      </dgm:prSet>
      <dgm:spPr/>
    </dgm:pt>
  </dgm:ptLst>
  <dgm:cxnLst>
    <dgm:cxn modelId="{736CA919-35F6-4329-9E25-4EA8EF9183D3}" srcId="{A3927113-4CEF-489A-BF52-9548AD9F68BC}" destId="{AB03DAB6-3C05-4DEE-AF97-B75646E2BADF}" srcOrd="2" destOrd="0" parTransId="{622130FE-1DD6-42EC-91A5-24B92F0BE12A}" sibTransId="{B52688DC-7E0E-403B-902A-324941C50A02}"/>
    <dgm:cxn modelId="{404CB52C-8840-4F70-B32D-437BD38C6129}" type="presOf" srcId="{A3927113-4CEF-489A-BF52-9548AD9F68BC}" destId="{C4512053-F725-42EB-BF54-367E65C9B5A3}" srcOrd="0" destOrd="0" presId="urn:microsoft.com/office/officeart/2018/2/layout/IconLabelList"/>
    <dgm:cxn modelId="{025A6641-DF39-43A4-8E85-0699F1FA6862}" srcId="{A3927113-4CEF-489A-BF52-9548AD9F68BC}" destId="{D7D8C1AE-6C02-4E2C-863A-84628B39F413}" srcOrd="1" destOrd="0" parTransId="{2FD448D9-FC1E-486A-96AB-E4D802101621}" sibTransId="{8C7777FA-845E-4AF4-94EA-21A9330471E2}"/>
    <dgm:cxn modelId="{6677D64F-50AA-470E-8BD8-D253C16B8366}" type="presOf" srcId="{AB03DAB6-3C05-4DEE-AF97-B75646E2BADF}" destId="{0FD14508-73B3-4A76-A45B-AD7AAF3092B5}" srcOrd="0" destOrd="0" presId="urn:microsoft.com/office/officeart/2018/2/layout/IconLabelList"/>
    <dgm:cxn modelId="{9D2E3F52-43E4-489E-BEC0-10C479F018B1}" type="presOf" srcId="{D7D8C1AE-6C02-4E2C-863A-84628B39F413}" destId="{773A5474-467E-4E69-8469-7C699F51CD47}" srcOrd="0" destOrd="0" presId="urn:microsoft.com/office/officeart/2018/2/layout/IconLabelList"/>
    <dgm:cxn modelId="{53306C73-161A-4333-AA6D-98DC70FA5325}" srcId="{A3927113-4CEF-489A-BF52-9548AD9F68BC}" destId="{639D9BAD-9BF9-416D-BD17-A5354B639955}" srcOrd="0" destOrd="0" parTransId="{DD65A3FA-AC46-4D90-AE67-FC7011E8AD6E}" sibTransId="{48BD52B2-4E78-403F-9B8A-C5D897138369}"/>
    <dgm:cxn modelId="{E84032A7-DA3A-452D-8584-A68427CBC667}" type="presOf" srcId="{639D9BAD-9BF9-416D-BD17-A5354B639955}" destId="{9579E8D3-8CCF-47D2-9A0F-73C972F13261}" srcOrd="0" destOrd="0" presId="urn:microsoft.com/office/officeart/2018/2/layout/IconLabelList"/>
    <dgm:cxn modelId="{253E0C26-9B34-4643-ACBB-75B88DDA4540}" type="presParOf" srcId="{C4512053-F725-42EB-BF54-367E65C9B5A3}" destId="{930DCB7D-DC4B-4D21-B98E-78A752E21BA3}" srcOrd="0" destOrd="0" presId="urn:microsoft.com/office/officeart/2018/2/layout/IconLabelList"/>
    <dgm:cxn modelId="{81B9A7D0-62AB-4637-992A-F637654B45DA}" type="presParOf" srcId="{930DCB7D-DC4B-4D21-B98E-78A752E21BA3}" destId="{A23C0593-A2B8-4FAC-8EDA-5EBACB56FD9D}" srcOrd="0" destOrd="0" presId="urn:microsoft.com/office/officeart/2018/2/layout/IconLabelList"/>
    <dgm:cxn modelId="{61C527F5-6A78-432F-AB35-8D9DDA1CC6D0}" type="presParOf" srcId="{930DCB7D-DC4B-4D21-B98E-78A752E21BA3}" destId="{68EB0ED8-3B1E-4620-B6D4-C08B5C7C4271}" srcOrd="1" destOrd="0" presId="urn:microsoft.com/office/officeart/2018/2/layout/IconLabelList"/>
    <dgm:cxn modelId="{DED81673-78D5-42EF-9055-7FED98608D57}" type="presParOf" srcId="{930DCB7D-DC4B-4D21-B98E-78A752E21BA3}" destId="{9579E8D3-8CCF-47D2-9A0F-73C972F13261}" srcOrd="2" destOrd="0" presId="urn:microsoft.com/office/officeart/2018/2/layout/IconLabelList"/>
    <dgm:cxn modelId="{77390C0F-9C02-421C-A52F-4B48DA8A70B2}" type="presParOf" srcId="{C4512053-F725-42EB-BF54-367E65C9B5A3}" destId="{48D1CF70-B9C2-4D6D-AC66-5BA7F96CE135}" srcOrd="1" destOrd="0" presId="urn:microsoft.com/office/officeart/2018/2/layout/IconLabelList"/>
    <dgm:cxn modelId="{7DDCD37E-41CC-43E5-BD13-BDFE1D5B900F}" type="presParOf" srcId="{C4512053-F725-42EB-BF54-367E65C9B5A3}" destId="{1FC9259C-DBAE-456E-AC8C-DCF1D50367E0}" srcOrd="2" destOrd="0" presId="urn:microsoft.com/office/officeart/2018/2/layout/IconLabelList"/>
    <dgm:cxn modelId="{CDE68D8E-554E-467F-A1B1-EFE0D9F6D48B}" type="presParOf" srcId="{1FC9259C-DBAE-456E-AC8C-DCF1D50367E0}" destId="{E5910DCA-3431-44C3-9897-651503DB3AD2}" srcOrd="0" destOrd="0" presId="urn:microsoft.com/office/officeart/2018/2/layout/IconLabelList"/>
    <dgm:cxn modelId="{E0313EFF-268E-468A-8B55-C0FD3C9E8DE9}" type="presParOf" srcId="{1FC9259C-DBAE-456E-AC8C-DCF1D50367E0}" destId="{B587E9C7-FE0C-41D4-B3BD-70A9389AC03E}" srcOrd="1" destOrd="0" presId="urn:microsoft.com/office/officeart/2018/2/layout/IconLabelList"/>
    <dgm:cxn modelId="{3A44644C-831E-4F81-8944-2BE857F11B8C}" type="presParOf" srcId="{1FC9259C-DBAE-456E-AC8C-DCF1D50367E0}" destId="{773A5474-467E-4E69-8469-7C699F51CD47}" srcOrd="2" destOrd="0" presId="urn:microsoft.com/office/officeart/2018/2/layout/IconLabelList"/>
    <dgm:cxn modelId="{E9A7BF2F-5D79-4DC3-A282-A51A8652E2F6}" type="presParOf" srcId="{C4512053-F725-42EB-BF54-367E65C9B5A3}" destId="{A88AA8FB-B22B-45C8-9637-E025DAF0009F}" srcOrd="3" destOrd="0" presId="urn:microsoft.com/office/officeart/2018/2/layout/IconLabelList"/>
    <dgm:cxn modelId="{E82F99D3-B445-40AE-B2DA-191D3CE9B030}" type="presParOf" srcId="{C4512053-F725-42EB-BF54-367E65C9B5A3}" destId="{02FC7AF6-8B7B-4C46-9CC0-C873CAEAA71A}" srcOrd="4" destOrd="0" presId="urn:microsoft.com/office/officeart/2018/2/layout/IconLabelList"/>
    <dgm:cxn modelId="{3F085523-D694-4DC6-BF8D-495393BEBAED}" type="presParOf" srcId="{02FC7AF6-8B7B-4C46-9CC0-C873CAEAA71A}" destId="{129BC218-33B4-4EAB-940C-431EBD903486}" srcOrd="0" destOrd="0" presId="urn:microsoft.com/office/officeart/2018/2/layout/IconLabelList"/>
    <dgm:cxn modelId="{5E281E65-5BE2-436A-9E58-0775031C3277}" type="presParOf" srcId="{02FC7AF6-8B7B-4C46-9CC0-C873CAEAA71A}" destId="{DA127C8B-4962-484F-8090-B131383FF962}" srcOrd="1" destOrd="0" presId="urn:microsoft.com/office/officeart/2018/2/layout/IconLabelList"/>
    <dgm:cxn modelId="{ED30B8C6-830A-441C-B9E5-102820658BB3}" type="presParOf" srcId="{02FC7AF6-8B7B-4C46-9CC0-C873CAEAA71A}" destId="{0FD14508-73B3-4A76-A45B-AD7AAF3092B5}"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FE6CDEEB-CA46-4F3B-B00A-4F8947F5E26E}" type="doc">
      <dgm:prSet loTypeId="urn:microsoft.com/office/officeart/2016/7/layout/LinearBlockProcessNumbered" loCatId="process" qsTypeId="urn:microsoft.com/office/officeart/2005/8/quickstyle/simple4" qsCatId="simple" csTypeId="urn:microsoft.com/office/officeart/2005/8/colors/colorful5" csCatId="colorful"/>
      <dgm:spPr/>
      <dgm:t>
        <a:bodyPr/>
        <a:lstStyle/>
        <a:p>
          <a:endParaRPr lang="en-US"/>
        </a:p>
      </dgm:t>
    </dgm:pt>
    <dgm:pt modelId="{F6BA0449-6E0B-430A-8DB9-B7A62E4218FA}">
      <dgm:prSet/>
      <dgm:spPr/>
      <dgm:t>
        <a:bodyPr/>
        <a:lstStyle/>
        <a:p>
          <a:r>
            <a:rPr lang="en-US"/>
            <a:t>Write tests that describe current behavior (even if ugly)</a:t>
          </a:r>
        </a:p>
      </dgm:t>
    </dgm:pt>
    <dgm:pt modelId="{B867D82F-C19E-4347-8A09-149ADB0C2F56}" type="parTrans" cxnId="{2744995A-DEA8-41FC-AB60-0DD8A849312E}">
      <dgm:prSet/>
      <dgm:spPr/>
      <dgm:t>
        <a:bodyPr/>
        <a:lstStyle/>
        <a:p>
          <a:endParaRPr lang="en-US"/>
        </a:p>
      </dgm:t>
    </dgm:pt>
    <dgm:pt modelId="{30805696-B3B3-40D6-878F-325176F3C69D}" type="sibTrans" cxnId="{2744995A-DEA8-41FC-AB60-0DD8A849312E}">
      <dgm:prSet phldrT="01" phldr="0"/>
      <dgm:spPr/>
      <dgm:t>
        <a:bodyPr/>
        <a:lstStyle/>
        <a:p>
          <a:r>
            <a:rPr lang="en-US"/>
            <a:t>01</a:t>
          </a:r>
        </a:p>
      </dgm:t>
    </dgm:pt>
    <dgm:pt modelId="{5E7E9E46-2BB4-4807-B238-46E6E11E7E6E}">
      <dgm:prSet/>
      <dgm:spPr/>
      <dgm:t>
        <a:bodyPr/>
        <a:lstStyle/>
        <a:p>
          <a:r>
            <a:rPr lang="en-US"/>
            <a:t>Use them as a safety net</a:t>
          </a:r>
        </a:p>
      </dgm:t>
    </dgm:pt>
    <dgm:pt modelId="{64C4744C-3005-48C8-B261-978977222B00}" type="parTrans" cxnId="{D99F07F3-F9B6-43F5-806D-789CCF1D66E4}">
      <dgm:prSet/>
      <dgm:spPr/>
      <dgm:t>
        <a:bodyPr/>
        <a:lstStyle/>
        <a:p>
          <a:endParaRPr lang="en-US"/>
        </a:p>
      </dgm:t>
    </dgm:pt>
    <dgm:pt modelId="{08C5358C-8C06-43A5-9DD8-AB8005E6BBFA}" type="sibTrans" cxnId="{D99F07F3-F9B6-43F5-806D-789CCF1D66E4}">
      <dgm:prSet phldrT="02" phldr="0"/>
      <dgm:spPr/>
      <dgm:t>
        <a:bodyPr/>
        <a:lstStyle/>
        <a:p>
          <a:r>
            <a:rPr lang="en-US"/>
            <a:t>02</a:t>
          </a:r>
        </a:p>
      </dgm:t>
    </dgm:pt>
    <dgm:pt modelId="{D8B122E1-ABAC-4456-AD1B-99271112CB70}">
      <dgm:prSet/>
      <dgm:spPr/>
      <dgm:t>
        <a:bodyPr/>
        <a:lstStyle/>
        <a:p>
          <a:r>
            <a:rPr lang="en-US"/>
            <a:t>Then refactor in small steps</a:t>
          </a:r>
        </a:p>
      </dgm:t>
    </dgm:pt>
    <dgm:pt modelId="{C7503E60-6651-4F4B-9AF8-41EBB4EBA86C}" type="parTrans" cxnId="{B2F6F022-4156-4915-89C2-1861186C7F93}">
      <dgm:prSet/>
      <dgm:spPr/>
      <dgm:t>
        <a:bodyPr/>
        <a:lstStyle/>
        <a:p>
          <a:endParaRPr lang="en-US"/>
        </a:p>
      </dgm:t>
    </dgm:pt>
    <dgm:pt modelId="{3A10EB5E-48B7-4DBF-87A9-3106784F27D0}" type="sibTrans" cxnId="{B2F6F022-4156-4915-89C2-1861186C7F93}">
      <dgm:prSet phldrT="03" phldr="0"/>
      <dgm:spPr/>
      <dgm:t>
        <a:bodyPr/>
        <a:lstStyle/>
        <a:p>
          <a:r>
            <a:rPr lang="en-US"/>
            <a:t>03</a:t>
          </a:r>
        </a:p>
      </dgm:t>
    </dgm:pt>
    <dgm:pt modelId="{82D05387-5EEC-934F-82C7-03ECF8438057}" type="pres">
      <dgm:prSet presAssocID="{FE6CDEEB-CA46-4F3B-B00A-4F8947F5E26E}" presName="Name0" presStyleCnt="0">
        <dgm:presLayoutVars>
          <dgm:animLvl val="lvl"/>
          <dgm:resizeHandles val="exact"/>
        </dgm:presLayoutVars>
      </dgm:prSet>
      <dgm:spPr/>
    </dgm:pt>
    <dgm:pt modelId="{84B9FA5F-AC90-974F-8BAC-9AB7A7FF20F0}" type="pres">
      <dgm:prSet presAssocID="{F6BA0449-6E0B-430A-8DB9-B7A62E4218FA}" presName="compositeNode" presStyleCnt="0">
        <dgm:presLayoutVars>
          <dgm:bulletEnabled val="1"/>
        </dgm:presLayoutVars>
      </dgm:prSet>
      <dgm:spPr/>
    </dgm:pt>
    <dgm:pt modelId="{1B8CE327-4471-1A4D-8066-D23E4162E83F}" type="pres">
      <dgm:prSet presAssocID="{F6BA0449-6E0B-430A-8DB9-B7A62E4218FA}" presName="bgRect" presStyleLbl="alignNode1" presStyleIdx="0" presStyleCnt="3"/>
      <dgm:spPr/>
    </dgm:pt>
    <dgm:pt modelId="{9E9E58D8-7CB4-3448-806D-9420B14309BB}" type="pres">
      <dgm:prSet presAssocID="{30805696-B3B3-40D6-878F-325176F3C69D}" presName="sibTransNodeRect" presStyleLbl="alignNode1" presStyleIdx="0" presStyleCnt="3">
        <dgm:presLayoutVars>
          <dgm:chMax val="0"/>
          <dgm:bulletEnabled val="1"/>
        </dgm:presLayoutVars>
      </dgm:prSet>
      <dgm:spPr/>
    </dgm:pt>
    <dgm:pt modelId="{F17041A5-6FA1-CF47-8EB5-378ED7CFED97}" type="pres">
      <dgm:prSet presAssocID="{F6BA0449-6E0B-430A-8DB9-B7A62E4218FA}" presName="nodeRect" presStyleLbl="alignNode1" presStyleIdx="0" presStyleCnt="3">
        <dgm:presLayoutVars>
          <dgm:bulletEnabled val="1"/>
        </dgm:presLayoutVars>
      </dgm:prSet>
      <dgm:spPr/>
    </dgm:pt>
    <dgm:pt modelId="{CE3489F7-8417-0640-9A6E-6D7455A90B06}" type="pres">
      <dgm:prSet presAssocID="{30805696-B3B3-40D6-878F-325176F3C69D}" presName="sibTrans" presStyleCnt="0"/>
      <dgm:spPr/>
    </dgm:pt>
    <dgm:pt modelId="{D6FF70D5-A6D7-5542-B278-798A45247ACD}" type="pres">
      <dgm:prSet presAssocID="{5E7E9E46-2BB4-4807-B238-46E6E11E7E6E}" presName="compositeNode" presStyleCnt="0">
        <dgm:presLayoutVars>
          <dgm:bulletEnabled val="1"/>
        </dgm:presLayoutVars>
      </dgm:prSet>
      <dgm:spPr/>
    </dgm:pt>
    <dgm:pt modelId="{99A12ACB-E490-F74E-A5B7-8AE62EEE217C}" type="pres">
      <dgm:prSet presAssocID="{5E7E9E46-2BB4-4807-B238-46E6E11E7E6E}" presName="bgRect" presStyleLbl="alignNode1" presStyleIdx="1" presStyleCnt="3"/>
      <dgm:spPr/>
    </dgm:pt>
    <dgm:pt modelId="{EBB1BBB1-72D2-124C-BA71-945AB3D6F470}" type="pres">
      <dgm:prSet presAssocID="{08C5358C-8C06-43A5-9DD8-AB8005E6BBFA}" presName="sibTransNodeRect" presStyleLbl="alignNode1" presStyleIdx="1" presStyleCnt="3">
        <dgm:presLayoutVars>
          <dgm:chMax val="0"/>
          <dgm:bulletEnabled val="1"/>
        </dgm:presLayoutVars>
      </dgm:prSet>
      <dgm:spPr/>
    </dgm:pt>
    <dgm:pt modelId="{41ABF8CB-B87E-CF42-B5FE-5ADE40A8BF81}" type="pres">
      <dgm:prSet presAssocID="{5E7E9E46-2BB4-4807-B238-46E6E11E7E6E}" presName="nodeRect" presStyleLbl="alignNode1" presStyleIdx="1" presStyleCnt="3">
        <dgm:presLayoutVars>
          <dgm:bulletEnabled val="1"/>
        </dgm:presLayoutVars>
      </dgm:prSet>
      <dgm:spPr/>
    </dgm:pt>
    <dgm:pt modelId="{75733844-A5E1-504E-90C3-101DA79B80CA}" type="pres">
      <dgm:prSet presAssocID="{08C5358C-8C06-43A5-9DD8-AB8005E6BBFA}" presName="sibTrans" presStyleCnt="0"/>
      <dgm:spPr/>
    </dgm:pt>
    <dgm:pt modelId="{79BAA148-331D-4544-BCB2-AD5684E46E9F}" type="pres">
      <dgm:prSet presAssocID="{D8B122E1-ABAC-4456-AD1B-99271112CB70}" presName="compositeNode" presStyleCnt="0">
        <dgm:presLayoutVars>
          <dgm:bulletEnabled val="1"/>
        </dgm:presLayoutVars>
      </dgm:prSet>
      <dgm:spPr/>
    </dgm:pt>
    <dgm:pt modelId="{0D4402F6-52A9-A04E-B1DD-B6C2A6F486F0}" type="pres">
      <dgm:prSet presAssocID="{D8B122E1-ABAC-4456-AD1B-99271112CB70}" presName="bgRect" presStyleLbl="alignNode1" presStyleIdx="2" presStyleCnt="3"/>
      <dgm:spPr/>
    </dgm:pt>
    <dgm:pt modelId="{1DBFA3E5-0EDD-0C45-9D88-3AA83ED43512}" type="pres">
      <dgm:prSet presAssocID="{3A10EB5E-48B7-4DBF-87A9-3106784F27D0}" presName="sibTransNodeRect" presStyleLbl="alignNode1" presStyleIdx="2" presStyleCnt="3">
        <dgm:presLayoutVars>
          <dgm:chMax val="0"/>
          <dgm:bulletEnabled val="1"/>
        </dgm:presLayoutVars>
      </dgm:prSet>
      <dgm:spPr/>
    </dgm:pt>
    <dgm:pt modelId="{C5CF3177-2739-834A-90EF-A53E51B80E92}" type="pres">
      <dgm:prSet presAssocID="{D8B122E1-ABAC-4456-AD1B-99271112CB70}" presName="nodeRect" presStyleLbl="alignNode1" presStyleIdx="2" presStyleCnt="3">
        <dgm:presLayoutVars>
          <dgm:bulletEnabled val="1"/>
        </dgm:presLayoutVars>
      </dgm:prSet>
      <dgm:spPr/>
    </dgm:pt>
  </dgm:ptLst>
  <dgm:cxnLst>
    <dgm:cxn modelId="{5161A508-E813-0446-BF2D-B4A96FE9020D}" type="presOf" srcId="{F6BA0449-6E0B-430A-8DB9-B7A62E4218FA}" destId="{1B8CE327-4471-1A4D-8066-D23E4162E83F}" srcOrd="0" destOrd="0" presId="urn:microsoft.com/office/officeart/2016/7/layout/LinearBlockProcessNumbered"/>
    <dgm:cxn modelId="{B2F6F022-4156-4915-89C2-1861186C7F93}" srcId="{FE6CDEEB-CA46-4F3B-B00A-4F8947F5E26E}" destId="{D8B122E1-ABAC-4456-AD1B-99271112CB70}" srcOrd="2" destOrd="0" parTransId="{C7503E60-6651-4F4B-9AF8-41EBB4EBA86C}" sibTransId="{3A10EB5E-48B7-4DBF-87A9-3106784F27D0}"/>
    <dgm:cxn modelId="{A435FB2B-ECCC-034E-93FD-0489D3A52C02}" type="presOf" srcId="{30805696-B3B3-40D6-878F-325176F3C69D}" destId="{9E9E58D8-7CB4-3448-806D-9420B14309BB}" srcOrd="0" destOrd="0" presId="urn:microsoft.com/office/officeart/2016/7/layout/LinearBlockProcessNumbered"/>
    <dgm:cxn modelId="{1837C634-77DC-B64D-BA6D-BEDF7CAEDBAB}" type="presOf" srcId="{FE6CDEEB-CA46-4F3B-B00A-4F8947F5E26E}" destId="{82D05387-5EEC-934F-82C7-03ECF8438057}" srcOrd="0" destOrd="0" presId="urn:microsoft.com/office/officeart/2016/7/layout/LinearBlockProcessNumbered"/>
    <dgm:cxn modelId="{C5642045-C2C2-1A46-9B46-58C1C8421E36}" type="presOf" srcId="{08C5358C-8C06-43A5-9DD8-AB8005E6BBFA}" destId="{EBB1BBB1-72D2-124C-BA71-945AB3D6F470}" srcOrd="0" destOrd="0" presId="urn:microsoft.com/office/officeart/2016/7/layout/LinearBlockProcessNumbered"/>
    <dgm:cxn modelId="{8840D250-79C1-F843-B2AB-91487B4437F8}" type="presOf" srcId="{D8B122E1-ABAC-4456-AD1B-99271112CB70}" destId="{C5CF3177-2739-834A-90EF-A53E51B80E92}" srcOrd="1" destOrd="0" presId="urn:microsoft.com/office/officeart/2016/7/layout/LinearBlockProcessNumbered"/>
    <dgm:cxn modelId="{2744995A-DEA8-41FC-AB60-0DD8A849312E}" srcId="{FE6CDEEB-CA46-4F3B-B00A-4F8947F5E26E}" destId="{F6BA0449-6E0B-430A-8DB9-B7A62E4218FA}" srcOrd="0" destOrd="0" parTransId="{B867D82F-C19E-4347-8A09-149ADB0C2F56}" sibTransId="{30805696-B3B3-40D6-878F-325176F3C69D}"/>
    <dgm:cxn modelId="{06777089-0351-A24F-8C1F-02EF0EF67451}" type="presOf" srcId="{D8B122E1-ABAC-4456-AD1B-99271112CB70}" destId="{0D4402F6-52A9-A04E-B1DD-B6C2A6F486F0}" srcOrd="0" destOrd="0" presId="urn:microsoft.com/office/officeart/2016/7/layout/LinearBlockProcessNumbered"/>
    <dgm:cxn modelId="{658D8BCF-FE34-864E-8AB6-71C46B210C01}" type="presOf" srcId="{3A10EB5E-48B7-4DBF-87A9-3106784F27D0}" destId="{1DBFA3E5-0EDD-0C45-9D88-3AA83ED43512}" srcOrd="0" destOrd="0" presId="urn:microsoft.com/office/officeart/2016/7/layout/LinearBlockProcessNumbered"/>
    <dgm:cxn modelId="{8220F8CF-E011-6248-B199-2C5D959B8FBC}" type="presOf" srcId="{F6BA0449-6E0B-430A-8DB9-B7A62E4218FA}" destId="{F17041A5-6FA1-CF47-8EB5-378ED7CFED97}" srcOrd="1" destOrd="0" presId="urn:microsoft.com/office/officeart/2016/7/layout/LinearBlockProcessNumbered"/>
    <dgm:cxn modelId="{D99F07F3-F9B6-43F5-806D-789CCF1D66E4}" srcId="{FE6CDEEB-CA46-4F3B-B00A-4F8947F5E26E}" destId="{5E7E9E46-2BB4-4807-B238-46E6E11E7E6E}" srcOrd="1" destOrd="0" parTransId="{64C4744C-3005-48C8-B261-978977222B00}" sibTransId="{08C5358C-8C06-43A5-9DD8-AB8005E6BBFA}"/>
    <dgm:cxn modelId="{C38BFCF5-281F-C94F-BAEB-DBFA744B1724}" type="presOf" srcId="{5E7E9E46-2BB4-4807-B238-46E6E11E7E6E}" destId="{41ABF8CB-B87E-CF42-B5FE-5ADE40A8BF81}" srcOrd="1" destOrd="0" presId="urn:microsoft.com/office/officeart/2016/7/layout/LinearBlockProcessNumbered"/>
    <dgm:cxn modelId="{81CBFDFB-B828-9441-A15A-51F6DCACD66F}" type="presOf" srcId="{5E7E9E46-2BB4-4807-B238-46E6E11E7E6E}" destId="{99A12ACB-E490-F74E-A5B7-8AE62EEE217C}" srcOrd="0" destOrd="0" presId="urn:microsoft.com/office/officeart/2016/7/layout/LinearBlockProcessNumbered"/>
    <dgm:cxn modelId="{106EDDE4-631C-6D42-BE7A-C7F448BB933B}" type="presParOf" srcId="{82D05387-5EEC-934F-82C7-03ECF8438057}" destId="{84B9FA5F-AC90-974F-8BAC-9AB7A7FF20F0}" srcOrd="0" destOrd="0" presId="urn:microsoft.com/office/officeart/2016/7/layout/LinearBlockProcessNumbered"/>
    <dgm:cxn modelId="{C4EEC334-0C70-5D4D-81C2-A55A1F303AE1}" type="presParOf" srcId="{84B9FA5F-AC90-974F-8BAC-9AB7A7FF20F0}" destId="{1B8CE327-4471-1A4D-8066-D23E4162E83F}" srcOrd="0" destOrd="0" presId="urn:microsoft.com/office/officeart/2016/7/layout/LinearBlockProcessNumbered"/>
    <dgm:cxn modelId="{07FFB039-3155-6B48-8F7A-87BB20F9111A}" type="presParOf" srcId="{84B9FA5F-AC90-974F-8BAC-9AB7A7FF20F0}" destId="{9E9E58D8-7CB4-3448-806D-9420B14309BB}" srcOrd="1" destOrd="0" presId="urn:microsoft.com/office/officeart/2016/7/layout/LinearBlockProcessNumbered"/>
    <dgm:cxn modelId="{68E961EA-D0BC-D14D-AE8E-CA42C2052645}" type="presParOf" srcId="{84B9FA5F-AC90-974F-8BAC-9AB7A7FF20F0}" destId="{F17041A5-6FA1-CF47-8EB5-378ED7CFED97}" srcOrd="2" destOrd="0" presId="urn:microsoft.com/office/officeart/2016/7/layout/LinearBlockProcessNumbered"/>
    <dgm:cxn modelId="{1B967CC6-1EFD-BE4C-8C69-369EC84FD982}" type="presParOf" srcId="{82D05387-5EEC-934F-82C7-03ECF8438057}" destId="{CE3489F7-8417-0640-9A6E-6D7455A90B06}" srcOrd="1" destOrd="0" presId="urn:microsoft.com/office/officeart/2016/7/layout/LinearBlockProcessNumbered"/>
    <dgm:cxn modelId="{390B9087-97F6-CD44-A275-0BD090529623}" type="presParOf" srcId="{82D05387-5EEC-934F-82C7-03ECF8438057}" destId="{D6FF70D5-A6D7-5542-B278-798A45247ACD}" srcOrd="2" destOrd="0" presId="urn:microsoft.com/office/officeart/2016/7/layout/LinearBlockProcessNumbered"/>
    <dgm:cxn modelId="{07504B63-FB5E-FE4D-889F-A979CB1D62F0}" type="presParOf" srcId="{D6FF70D5-A6D7-5542-B278-798A45247ACD}" destId="{99A12ACB-E490-F74E-A5B7-8AE62EEE217C}" srcOrd="0" destOrd="0" presId="urn:microsoft.com/office/officeart/2016/7/layout/LinearBlockProcessNumbered"/>
    <dgm:cxn modelId="{F51AC6FE-5789-5646-AE1E-07EFD4A16B5A}" type="presParOf" srcId="{D6FF70D5-A6D7-5542-B278-798A45247ACD}" destId="{EBB1BBB1-72D2-124C-BA71-945AB3D6F470}" srcOrd="1" destOrd="0" presId="urn:microsoft.com/office/officeart/2016/7/layout/LinearBlockProcessNumbered"/>
    <dgm:cxn modelId="{859770FB-ED07-554E-AE2C-C38E0352206B}" type="presParOf" srcId="{D6FF70D5-A6D7-5542-B278-798A45247ACD}" destId="{41ABF8CB-B87E-CF42-B5FE-5ADE40A8BF81}" srcOrd="2" destOrd="0" presId="urn:microsoft.com/office/officeart/2016/7/layout/LinearBlockProcessNumbered"/>
    <dgm:cxn modelId="{9DB25A75-65AB-884E-A6B3-39FDE2C486C9}" type="presParOf" srcId="{82D05387-5EEC-934F-82C7-03ECF8438057}" destId="{75733844-A5E1-504E-90C3-101DA79B80CA}" srcOrd="3" destOrd="0" presId="urn:microsoft.com/office/officeart/2016/7/layout/LinearBlockProcessNumbered"/>
    <dgm:cxn modelId="{D80C00FC-5E54-D041-BDB4-BD322D855BA9}" type="presParOf" srcId="{82D05387-5EEC-934F-82C7-03ECF8438057}" destId="{79BAA148-331D-4544-BCB2-AD5684E46E9F}" srcOrd="4" destOrd="0" presId="urn:microsoft.com/office/officeart/2016/7/layout/LinearBlockProcessNumbered"/>
    <dgm:cxn modelId="{2DB03F47-B778-DB45-B527-0D7D22F86A62}" type="presParOf" srcId="{79BAA148-331D-4544-BCB2-AD5684E46E9F}" destId="{0D4402F6-52A9-A04E-B1DD-B6C2A6F486F0}" srcOrd="0" destOrd="0" presId="urn:microsoft.com/office/officeart/2016/7/layout/LinearBlockProcessNumbered"/>
    <dgm:cxn modelId="{092D331D-182D-4643-AD0F-2CF4E5AA45D3}" type="presParOf" srcId="{79BAA148-331D-4544-BCB2-AD5684E46E9F}" destId="{1DBFA3E5-0EDD-0C45-9D88-3AA83ED43512}" srcOrd="1" destOrd="0" presId="urn:microsoft.com/office/officeart/2016/7/layout/LinearBlockProcessNumbered"/>
    <dgm:cxn modelId="{F9BCB886-E2E3-9543-BBB1-C85CC16821EE}" type="presParOf" srcId="{79BAA148-331D-4544-BCB2-AD5684E46E9F}" destId="{C5CF3177-2739-834A-90EF-A53E51B80E92}"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CEB5963-E3E1-4BF3-9219-0250A7E65631}"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en-US"/>
        </a:p>
      </dgm:t>
    </dgm:pt>
    <dgm:pt modelId="{1DF2A161-4B12-4AAD-8525-C6F275F26A51}">
      <dgm:prSet/>
      <dgm:spPr/>
      <dgm:t>
        <a:bodyPr/>
        <a:lstStyle/>
        <a:p>
          <a:r>
            <a:rPr lang="en-US"/>
            <a:t>Add new behavior in new code paths</a:t>
          </a:r>
        </a:p>
      </dgm:t>
    </dgm:pt>
    <dgm:pt modelId="{F4F13814-B314-44EB-A35C-347435AA7EB6}" type="parTrans" cxnId="{9755122F-7E54-4A8E-8EB3-C1C5850B7E8B}">
      <dgm:prSet/>
      <dgm:spPr/>
      <dgm:t>
        <a:bodyPr/>
        <a:lstStyle/>
        <a:p>
          <a:endParaRPr lang="en-US"/>
        </a:p>
      </dgm:t>
    </dgm:pt>
    <dgm:pt modelId="{D13BE7FF-D849-4E74-8B0D-7FEB43648905}" type="sibTrans" cxnId="{9755122F-7E54-4A8E-8EB3-C1C5850B7E8B}">
      <dgm:prSet phldrT="01" phldr="0"/>
      <dgm:spPr/>
      <dgm:t>
        <a:bodyPr/>
        <a:lstStyle/>
        <a:p>
          <a:r>
            <a:rPr lang="en-US"/>
            <a:t>01</a:t>
          </a:r>
        </a:p>
      </dgm:t>
    </dgm:pt>
    <dgm:pt modelId="{150B0F56-B771-466E-AA59-1194DC72D5D9}">
      <dgm:prSet/>
      <dgm:spPr/>
      <dgm:t>
        <a:bodyPr/>
        <a:lstStyle/>
        <a:p>
          <a:r>
            <a:rPr lang="en-US"/>
            <a:t>Extract helpers gradually</a:t>
          </a:r>
        </a:p>
      </dgm:t>
    </dgm:pt>
    <dgm:pt modelId="{EE417753-EB3F-4B2B-8E07-E6E7D6A365BB}" type="parTrans" cxnId="{52FF2175-AEF8-4482-ADF7-AB09096F716C}">
      <dgm:prSet/>
      <dgm:spPr/>
      <dgm:t>
        <a:bodyPr/>
        <a:lstStyle/>
        <a:p>
          <a:endParaRPr lang="en-US"/>
        </a:p>
      </dgm:t>
    </dgm:pt>
    <dgm:pt modelId="{D6988BA5-BED9-4981-B175-BE8EBCE67DA0}" type="sibTrans" cxnId="{52FF2175-AEF8-4482-ADF7-AB09096F716C}">
      <dgm:prSet phldrT="02" phldr="0"/>
      <dgm:spPr/>
      <dgm:t>
        <a:bodyPr/>
        <a:lstStyle/>
        <a:p>
          <a:r>
            <a:rPr lang="en-US"/>
            <a:t>02</a:t>
          </a:r>
        </a:p>
      </dgm:t>
    </dgm:pt>
    <dgm:pt modelId="{8929D0DC-4BB1-4C16-8157-3BAFCCA0B5CB}">
      <dgm:prSet/>
      <dgm:spPr/>
      <dgm:t>
        <a:bodyPr/>
        <a:lstStyle/>
        <a:p>
          <a:r>
            <a:rPr lang="en-US"/>
            <a:t>Increase test coverage over time</a:t>
          </a:r>
        </a:p>
      </dgm:t>
    </dgm:pt>
    <dgm:pt modelId="{1165AF18-B11F-4A5E-8865-E7B10BF337CD}" type="parTrans" cxnId="{280A221D-546F-4EAE-86BC-6681077A6E48}">
      <dgm:prSet/>
      <dgm:spPr/>
      <dgm:t>
        <a:bodyPr/>
        <a:lstStyle/>
        <a:p>
          <a:endParaRPr lang="en-US"/>
        </a:p>
      </dgm:t>
    </dgm:pt>
    <dgm:pt modelId="{5A1065E2-F2F9-49D0-B6B7-0737DB789953}" type="sibTrans" cxnId="{280A221D-546F-4EAE-86BC-6681077A6E48}">
      <dgm:prSet phldrT="03" phldr="0"/>
      <dgm:spPr/>
      <dgm:t>
        <a:bodyPr/>
        <a:lstStyle/>
        <a:p>
          <a:r>
            <a:rPr lang="en-US"/>
            <a:t>03</a:t>
          </a:r>
        </a:p>
      </dgm:t>
    </dgm:pt>
    <dgm:pt modelId="{826590B4-9FCA-B74E-AF34-018FDFC30289}" type="pres">
      <dgm:prSet presAssocID="{ECEB5963-E3E1-4BF3-9219-0250A7E65631}" presName="Name0" presStyleCnt="0">
        <dgm:presLayoutVars>
          <dgm:animLvl val="lvl"/>
          <dgm:resizeHandles val="exact"/>
        </dgm:presLayoutVars>
      </dgm:prSet>
      <dgm:spPr/>
    </dgm:pt>
    <dgm:pt modelId="{85858A3E-C41D-5749-9B23-8E03310B60AD}" type="pres">
      <dgm:prSet presAssocID="{1DF2A161-4B12-4AAD-8525-C6F275F26A51}" presName="compositeNode" presStyleCnt="0">
        <dgm:presLayoutVars>
          <dgm:bulletEnabled val="1"/>
        </dgm:presLayoutVars>
      </dgm:prSet>
      <dgm:spPr/>
    </dgm:pt>
    <dgm:pt modelId="{519688F3-AAAC-4448-A13F-B943FB9E74F0}" type="pres">
      <dgm:prSet presAssocID="{1DF2A161-4B12-4AAD-8525-C6F275F26A51}" presName="bgRect" presStyleLbl="alignNode1" presStyleIdx="0" presStyleCnt="3"/>
      <dgm:spPr/>
    </dgm:pt>
    <dgm:pt modelId="{AC00AE73-B2B5-8341-B4FA-66A285AFB710}" type="pres">
      <dgm:prSet presAssocID="{D13BE7FF-D849-4E74-8B0D-7FEB43648905}" presName="sibTransNodeRect" presStyleLbl="alignNode1" presStyleIdx="0" presStyleCnt="3">
        <dgm:presLayoutVars>
          <dgm:chMax val="0"/>
          <dgm:bulletEnabled val="1"/>
        </dgm:presLayoutVars>
      </dgm:prSet>
      <dgm:spPr/>
    </dgm:pt>
    <dgm:pt modelId="{36352B89-81E0-1343-B703-56823C31CA52}" type="pres">
      <dgm:prSet presAssocID="{1DF2A161-4B12-4AAD-8525-C6F275F26A51}" presName="nodeRect" presStyleLbl="alignNode1" presStyleIdx="0" presStyleCnt="3">
        <dgm:presLayoutVars>
          <dgm:bulletEnabled val="1"/>
        </dgm:presLayoutVars>
      </dgm:prSet>
      <dgm:spPr/>
    </dgm:pt>
    <dgm:pt modelId="{7640352E-9B7F-364F-A367-B7592A9E98CF}" type="pres">
      <dgm:prSet presAssocID="{D13BE7FF-D849-4E74-8B0D-7FEB43648905}" presName="sibTrans" presStyleCnt="0"/>
      <dgm:spPr/>
    </dgm:pt>
    <dgm:pt modelId="{B3B394C9-AAA1-F748-89C8-F9BF3F95319B}" type="pres">
      <dgm:prSet presAssocID="{150B0F56-B771-466E-AA59-1194DC72D5D9}" presName="compositeNode" presStyleCnt="0">
        <dgm:presLayoutVars>
          <dgm:bulletEnabled val="1"/>
        </dgm:presLayoutVars>
      </dgm:prSet>
      <dgm:spPr/>
    </dgm:pt>
    <dgm:pt modelId="{3D7A9548-8A2C-CF45-80D6-A19240D6CD8E}" type="pres">
      <dgm:prSet presAssocID="{150B0F56-B771-466E-AA59-1194DC72D5D9}" presName="bgRect" presStyleLbl="alignNode1" presStyleIdx="1" presStyleCnt="3"/>
      <dgm:spPr/>
    </dgm:pt>
    <dgm:pt modelId="{8E4B9328-B0C7-D047-B3DD-7B29BC586826}" type="pres">
      <dgm:prSet presAssocID="{D6988BA5-BED9-4981-B175-BE8EBCE67DA0}" presName="sibTransNodeRect" presStyleLbl="alignNode1" presStyleIdx="1" presStyleCnt="3">
        <dgm:presLayoutVars>
          <dgm:chMax val="0"/>
          <dgm:bulletEnabled val="1"/>
        </dgm:presLayoutVars>
      </dgm:prSet>
      <dgm:spPr/>
    </dgm:pt>
    <dgm:pt modelId="{CBDBAF51-439B-3A4F-B0C0-14D7B550D1FA}" type="pres">
      <dgm:prSet presAssocID="{150B0F56-B771-466E-AA59-1194DC72D5D9}" presName="nodeRect" presStyleLbl="alignNode1" presStyleIdx="1" presStyleCnt="3">
        <dgm:presLayoutVars>
          <dgm:bulletEnabled val="1"/>
        </dgm:presLayoutVars>
      </dgm:prSet>
      <dgm:spPr/>
    </dgm:pt>
    <dgm:pt modelId="{74957ED1-6496-A94B-9C4D-CCFBA51615BA}" type="pres">
      <dgm:prSet presAssocID="{D6988BA5-BED9-4981-B175-BE8EBCE67DA0}" presName="sibTrans" presStyleCnt="0"/>
      <dgm:spPr/>
    </dgm:pt>
    <dgm:pt modelId="{ACA46A23-55AA-4E4C-9547-A94A4D18990F}" type="pres">
      <dgm:prSet presAssocID="{8929D0DC-4BB1-4C16-8157-3BAFCCA0B5CB}" presName="compositeNode" presStyleCnt="0">
        <dgm:presLayoutVars>
          <dgm:bulletEnabled val="1"/>
        </dgm:presLayoutVars>
      </dgm:prSet>
      <dgm:spPr/>
    </dgm:pt>
    <dgm:pt modelId="{E3CE883B-BC75-A64E-985F-80CB0464E34D}" type="pres">
      <dgm:prSet presAssocID="{8929D0DC-4BB1-4C16-8157-3BAFCCA0B5CB}" presName="bgRect" presStyleLbl="alignNode1" presStyleIdx="2" presStyleCnt="3"/>
      <dgm:spPr/>
    </dgm:pt>
    <dgm:pt modelId="{5C9063EF-8F51-074B-BF4C-FF81CD55AFE7}" type="pres">
      <dgm:prSet presAssocID="{5A1065E2-F2F9-49D0-B6B7-0737DB789953}" presName="sibTransNodeRect" presStyleLbl="alignNode1" presStyleIdx="2" presStyleCnt="3">
        <dgm:presLayoutVars>
          <dgm:chMax val="0"/>
          <dgm:bulletEnabled val="1"/>
        </dgm:presLayoutVars>
      </dgm:prSet>
      <dgm:spPr/>
    </dgm:pt>
    <dgm:pt modelId="{606FBBF5-0319-144B-B7DE-45693FE40ECC}" type="pres">
      <dgm:prSet presAssocID="{8929D0DC-4BB1-4C16-8157-3BAFCCA0B5CB}" presName="nodeRect" presStyleLbl="alignNode1" presStyleIdx="2" presStyleCnt="3">
        <dgm:presLayoutVars>
          <dgm:bulletEnabled val="1"/>
        </dgm:presLayoutVars>
      </dgm:prSet>
      <dgm:spPr/>
    </dgm:pt>
  </dgm:ptLst>
  <dgm:cxnLst>
    <dgm:cxn modelId="{C11D1A0D-23D5-F24C-B412-D2F8F73BAA35}" type="presOf" srcId="{150B0F56-B771-466E-AA59-1194DC72D5D9}" destId="{3D7A9548-8A2C-CF45-80D6-A19240D6CD8E}" srcOrd="0" destOrd="0" presId="urn:microsoft.com/office/officeart/2016/7/layout/LinearBlockProcessNumbered"/>
    <dgm:cxn modelId="{D987FC12-11B1-1042-ACA5-B840693DFA94}" type="presOf" srcId="{D6988BA5-BED9-4981-B175-BE8EBCE67DA0}" destId="{8E4B9328-B0C7-D047-B3DD-7B29BC586826}" srcOrd="0" destOrd="0" presId="urn:microsoft.com/office/officeart/2016/7/layout/LinearBlockProcessNumbered"/>
    <dgm:cxn modelId="{280A221D-546F-4EAE-86BC-6681077A6E48}" srcId="{ECEB5963-E3E1-4BF3-9219-0250A7E65631}" destId="{8929D0DC-4BB1-4C16-8157-3BAFCCA0B5CB}" srcOrd="2" destOrd="0" parTransId="{1165AF18-B11F-4A5E-8865-E7B10BF337CD}" sibTransId="{5A1065E2-F2F9-49D0-B6B7-0737DB789953}"/>
    <dgm:cxn modelId="{9755122F-7E54-4A8E-8EB3-C1C5850B7E8B}" srcId="{ECEB5963-E3E1-4BF3-9219-0250A7E65631}" destId="{1DF2A161-4B12-4AAD-8525-C6F275F26A51}" srcOrd="0" destOrd="0" parTransId="{F4F13814-B314-44EB-A35C-347435AA7EB6}" sibTransId="{D13BE7FF-D849-4E74-8B0D-7FEB43648905}"/>
    <dgm:cxn modelId="{52FF2175-AEF8-4482-ADF7-AB09096F716C}" srcId="{ECEB5963-E3E1-4BF3-9219-0250A7E65631}" destId="{150B0F56-B771-466E-AA59-1194DC72D5D9}" srcOrd="1" destOrd="0" parTransId="{EE417753-EB3F-4B2B-8E07-E6E7D6A365BB}" sibTransId="{D6988BA5-BED9-4981-B175-BE8EBCE67DA0}"/>
    <dgm:cxn modelId="{E4B9BF84-C488-7243-B2A9-8C3039E68FF3}" type="presOf" srcId="{1DF2A161-4B12-4AAD-8525-C6F275F26A51}" destId="{519688F3-AAAC-4448-A13F-B943FB9E74F0}" srcOrd="0" destOrd="0" presId="urn:microsoft.com/office/officeart/2016/7/layout/LinearBlockProcessNumbered"/>
    <dgm:cxn modelId="{D4F01E8A-B50E-B844-A684-2B01F0C7D093}" type="presOf" srcId="{5A1065E2-F2F9-49D0-B6B7-0737DB789953}" destId="{5C9063EF-8F51-074B-BF4C-FF81CD55AFE7}" srcOrd="0" destOrd="0" presId="urn:microsoft.com/office/officeart/2016/7/layout/LinearBlockProcessNumbered"/>
    <dgm:cxn modelId="{4A84CB93-F1FE-1647-AB08-01BFE37DF0AB}" type="presOf" srcId="{150B0F56-B771-466E-AA59-1194DC72D5D9}" destId="{CBDBAF51-439B-3A4F-B0C0-14D7B550D1FA}" srcOrd="1" destOrd="0" presId="urn:microsoft.com/office/officeart/2016/7/layout/LinearBlockProcessNumbered"/>
    <dgm:cxn modelId="{6399509A-2646-A94C-B479-4B58DF00C35D}" type="presOf" srcId="{8929D0DC-4BB1-4C16-8157-3BAFCCA0B5CB}" destId="{E3CE883B-BC75-A64E-985F-80CB0464E34D}" srcOrd="0" destOrd="0" presId="urn:microsoft.com/office/officeart/2016/7/layout/LinearBlockProcessNumbered"/>
    <dgm:cxn modelId="{ABB227A1-C980-C443-A827-05837952A06E}" type="presOf" srcId="{ECEB5963-E3E1-4BF3-9219-0250A7E65631}" destId="{826590B4-9FCA-B74E-AF34-018FDFC30289}" srcOrd="0" destOrd="0" presId="urn:microsoft.com/office/officeart/2016/7/layout/LinearBlockProcessNumbered"/>
    <dgm:cxn modelId="{BD483DC1-6D05-C543-A96D-72CFE0298A0A}" type="presOf" srcId="{D13BE7FF-D849-4E74-8B0D-7FEB43648905}" destId="{AC00AE73-B2B5-8341-B4FA-66A285AFB710}" srcOrd="0" destOrd="0" presId="urn:microsoft.com/office/officeart/2016/7/layout/LinearBlockProcessNumbered"/>
    <dgm:cxn modelId="{514816DA-ED56-CE41-A53C-0D8ADB0A9420}" type="presOf" srcId="{8929D0DC-4BB1-4C16-8157-3BAFCCA0B5CB}" destId="{606FBBF5-0319-144B-B7DE-45693FE40ECC}" srcOrd="1" destOrd="0" presId="urn:microsoft.com/office/officeart/2016/7/layout/LinearBlockProcessNumbered"/>
    <dgm:cxn modelId="{6F43D3DC-BD54-0640-8C09-B66DB871CE6E}" type="presOf" srcId="{1DF2A161-4B12-4AAD-8525-C6F275F26A51}" destId="{36352B89-81E0-1343-B703-56823C31CA52}" srcOrd="1" destOrd="0" presId="urn:microsoft.com/office/officeart/2016/7/layout/LinearBlockProcessNumbered"/>
    <dgm:cxn modelId="{738A5949-C8D1-B74B-9313-2CF8184C9318}" type="presParOf" srcId="{826590B4-9FCA-B74E-AF34-018FDFC30289}" destId="{85858A3E-C41D-5749-9B23-8E03310B60AD}" srcOrd="0" destOrd="0" presId="urn:microsoft.com/office/officeart/2016/7/layout/LinearBlockProcessNumbered"/>
    <dgm:cxn modelId="{85E9EE74-AB82-A043-8DC7-0288724C995A}" type="presParOf" srcId="{85858A3E-C41D-5749-9B23-8E03310B60AD}" destId="{519688F3-AAAC-4448-A13F-B943FB9E74F0}" srcOrd="0" destOrd="0" presId="urn:microsoft.com/office/officeart/2016/7/layout/LinearBlockProcessNumbered"/>
    <dgm:cxn modelId="{510BF8B5-66EE-4A41-B832-8EB765BBBCA2}" type="presParOf" srcId="{85858A3E-C41D-5749-9B23-8E03310B60AD}" destId="{AC00AE73-B2B5-8341-B4FA-66A285AFB710}" srcOrd="1" destOrd="0" presId="urn:microsoft.com/office/officeart/2016/7/layout/LinearBlockProcessNumbered"/>
    <dgm:cxn modelId="{5562CD44-3953-C24C-8488-F3D1C9F1C09F}" type="presParOf" srcId="{85858A3E-C41D-5749-9B23-8E03310B60AD}" destId="{36352B89-81E0-1343-B703-56823C31CA52}" srcOrd="2" destOrd="0" presId="urn:microsoft.com/office/officeart/2016/7/layout/LinearBlockProcessNumbered"/>
    <dgm:cxn modelId="{AA410153-A105-8444-8FA0-B012970607BD}" type="presParOf" srcId="{826590B4-9FCA-B74E-AF34-018FDFC30289}" destId="{7640352E-9B7F-364F-A367-B7592A9E98CF}" srcOrd="1" destOrd="0" presId="urn:microsoft.com/office/officeart/2016/7/layout/LinearBlockProcessNumbered"/>
    <dgm:cxn modelId="{B2613102-7315-F443-9D5C-52AA7003AEDB}" type="presParOf" srcId="{826590B4-9FCA-B74E-AF34-018FDFC30289}" destId="{B3B394C9-AAA1-F748-89C8-F9BF3F95319B}" srcOrd="2" destOrd="0" presId="urn:microsoft.com/office/officeart/2016/7/layout/LinearBlockProcessNumbered"/>
    <dgm:cxn modelId="{2F2F2A4B-0741-3948-BEE9-F55CAB933836}" type="presParOf" srcId="{B3B394C9-AAA1-F748-89C8-F9BF3F95319B}" destId="{3D7A9548-8A2C-CF45-80D6-A19240D6CD8E}" srcOrd="0" destOrd="0" presId="urn:microsoft.com/office/officeart/2016/7/layout/LinearBlockProcessNumbered"/>
    <dgm:cxn modelId="{4CE625E6-08F3-6C40-9B70-531D3117D062}" type="presParOf" srcId="{B3B394C9-AAA1-F748-89C8-F9BF3F95319B}" destId="{8E4B9328-B0C7-D047-B3DD-7B29BC586826}" srcOrd="1" destOrd="0" presId="urn:microsoft.com/office/officeart/2016/7/layout/LinearBlockProcessNumbered"/>
    <dgm:cxn modelId="{150C5BB8-502C-9245-9AFF-49EF66ECD3B0}" type="presParOf" srcId="{B3B394C9-AAA1-F748-89C8-F9BF3F95319B}" destId="{CBDBAF51-439B-3A4F-B0C0-14D7B550D1FA}" srcOrd="2" destOrd="0" presId="urn:microsoft.com/office/officeart/2016/7/layout/LinearBlockProcessNumbered"/>
    <dgm:cxn modelId="{54A3BA06-EED9-4047-9CB2-F766514B807A}" type="presParOf" srcId="{826590B4-9FCA-B74E-AF34-018FDFC30289}" destId="{74957ED1-6496-A94B-9C4D-CCFBA51615BA}" srcOrd="3" destOrd="0" presId="urn:microsoft.com/office/officeart/2016/7/layout/LinearBlockProcessNumbered"/>
    <dgm:cxn modelId="{F5C065D4-5B0C-2348-95FF-19019FDB3644}" type="presParOf" srcId="{826590B4-9FCA-B74E-AF34-018FDFC30289}" destId="{ACA46A23-55AA-4E4C-9547-A94A4D18990F}" srcOrd="4" destOrd="0" presId="urn:microsoft.com/office/officeart/2016/7/layout/LinearBlockProcessNumbered"/>
    <dgm:cxn modelId="{29EE9008-2D28-8A46-9652-2AC48AACE6CA}" type="presParOf" srcId="{ACA46A23-55AA-4E4C-9547-A94A4D18990F}" destId="{E3CE883B-BC75-A64E-985F-80CB0464E34D}" srcOrd="0" destOrd="0" presId="urn:microsoft.com/office/officeart/2016/7/layout/LinearBlockProcessNumbered"/>
    <dgm:cxn modelId="{01B78387-F283-ED48-82E2-19342D10005D}" type="presParOf" srcId="{ACA46A23-55AA-4E4C-9547-A94A4D18990F}" destId="{5C9063EF-8F51-074B-BF4C-FF81CD55AFE7}" srcOrd="1" destOrd="0" presId="urn:microsoft.com/office/officeart/2016/7/layout/LinearBlockProcessNumbered"/>
    <dgm:cxn modelId="{8C0AAD51-6BCD-F544-89C1-9E47382CDE5A}" type="presParOf" srcId="{ACA46A23-55AA-4E4C-9547-A94A4D18990F}" destId="{606FBBF5-0319-144B-B7DE-45693FE40ECC}"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062F6DD-9411-4776-9DA8-60D234648B0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52B5E39-CFFF-4052-A59A-890B10520F27}">
      <dgm:prSet/>
      <dgm:spPr/>
      <dgm:t>
        <a:bodyPr/>
        <a:lstStyle/>
        <a:p>
          <a:pPr>
            <a:defRPr cap="all"/>
          </a:pPr>
          <a:r>
            <a:rPr lang="en-US"/>
            <a:t>Use watch mode</a:t>
          </a:r>
        </a:p>
      </dgm:t>
    </dgm:pt>
    <dgm:pt modelId="{DD65F29A-E568-4CC8-B1A1-8EE8A443B62B}" type="parTrans" cxnId="{2E483DC4-452B-4816-AE9E-5200CE829D32}">
      <dgm:prSet/>
      <dgm:spPr/>
      <dgm:t>
        <a:bodyPr/>
        <a:lstStyle/>
        <a:p>
          <a:endParaRPr lang="en-US"/>
        </a:p>
      </dgm:t>
    </dgm:pt>
    <dgm:pt modelId="{CB06C016-0948-485F-A8B2-9F28BB975185}" type="sibTrans" cxnId="{2E483DC4-452B-4816-AE9E-5200CE829D32}">
      <dgm:prSet/>
      <dgm:spPr/>
      <dgm:t>
        <a:bodyPr/>
        <a:lstStyle/>
        <a:p>
          <a:endParaRPr lang="en-US"/>
        </a:p>
      </dgm:t>
    </dgm:pt>
    <dgm:pt modelId="{7B745AE0-934F-4434-9579-D38B56E289BF}">
      <dgm:prSet/>
      <dgm:spPr/>
      <dgm:t>
        <a:bodyPr/>
        <a:lstStyle/>
        <a:p>
          <a:pPr>
            <a:defRPr cap="all"/>
          </a:pPr>
          <a:r>
            <a:rPr lang="en-US"/>
            <a:t>Keep tests readable (future-you will read them)</a:t>
          </a:r>
        </a:p>
      </dgm:t>
    </dgm:pt>
    <dgm:pt modelId="{605D092D-EE12-4703-8BD5-FB016382C51B}" type="parTrans" cxnId="{E5B92B57-E4BD-40A9-B6AF-18B16B3CCFE4}">
      <dgm:prSet/>
      <dgm:spPr/>
      <dgm:t>
        <a:bodyPr/>
        <a:lstStyle/>
        <a:p>
          <a:endParaRPr lang="en-US"/>
        </a:p>
      </dgm:t>
    </dgm:pt>
    <dgm:pt modelId="{827F46B5-43CF-4395-B710-4D6D7FE3EFA0}" type="sibTrans" cxnId="{E5B92B57-E4BD-40A9-B6AF-18B16B3CCFE4}">
      <dgm:prSet/>
      <dgm:spPr/>
      <dgm:t>
        <a:bodyPr/>
        <a:lstStyle/>
        <a:p>
          <a:endParaRPr lang="en-US"/>
        </a:p>
      </dgm:t>
    </dgm:pt>
    <dgm:pt modelId="{005C6DD0-CF42-4BE9-BF24-19174E18121E}">
      <dgm:prSet/>
      <dgm:spPr/>
      <dgm:t>
        <a:bodyPr/>
        <a:lstStyle/>
        <a:p>
          <a:pPr>
            <a:defRPr cap="all"/>
          </a:pPr>
          <a:r>
            <a:rPr lang="en-US"/>
            <a:t>When stuck: make the next test smaller</a:t>
          </a:r>
        </a:p>
      </dgm:t>
    </dgm:pt>
    <dgm:pt modelId="{A48D0388-B86A-4649-996F-609BE2E1FA70}" type="parTrans" cxnId="{637FA04F-6B8E-4B53-8DDF-13FECE20D6A4}">
      <dgm:prSet/>
      <dgm:spPr/>
      <dgm:t>
        <a:bodyPr/>
        <a:lstStyle/>
        <a:p>
          <a:endParaRPr lang="en-US"/>
        </a:p>
      </dgm:t>
    </dgm:pt>
    <dgm:pt modelId="{BB2530C7-9B03-45FA-9432-92B76684B2DB}" type="sibTrans" cxnId="{637FA04F-6B8E-4B53-8DDF-13FECE20D6A4}">
      <dgm:prSet/>
      <dgm:spPr/>
      <dgm:t>
        <a:bodyPr/>
        <a:lstStyle/>
        <a:p>
          <a:endParaRPr lang="en-US"/>
        </a:p>
      </dgm:t>
    </dgm:pt>
    <dgm:pt modelId="{E4DD2E79-C504-483F-A359-43FE401491BA}" type="pres">
      <dgm:prSet presAssocID="{F062F6DD-9411-4776-9DA8-60D234648B08}" presName="root" presStyleCnt="0">
        <dgm:presLayoutVars>
          <dgm:dir/>
          <dgm:resizeHandles val="exact"/>
        </dgm:presLayoutVars>
      </dgm:prSet>
      <dgm:spPr/>
    </dgm:pt>
    <dgm:pt modelId="{088E17D1-574E-4255-A840-17D415CDF934}" type="pres">
      <dgm:prSet presAssocID="{252B5E39-CFFF-4052-A59A-890B10520F27}" presName="compNode" presStyleCnt="0"/>
      <dgm:spPr/>
    </dgm:pt>
    <dgm:pt modelId="{891237E7-5594-4BF8-BE63-679BB61BBA9F}" type="pres">
      <dgm:prSet presAssocID="{252B5E39-CFFF-4052-A59A-890B10520F27}" presName="iconBgRect" presStyleLbl="bgShp" presStyleIdx="0" presStyleCnt="3"/>
      <dgm:spPr>
        <a:prstGeom prst="round2DiagRect">
          <a:avLst>
            <a:gd name="adj1" fmla="val 29727"/>
            <a:gd name="adj2" fmla="val 0"/>
          </a:avLst>
        </a:prstGeom>
      </dgm:spPr>
    </dgm:pt>
    <dgm:pt modelId="{72CDCD36-5AE4-46A0-98E7-211E2A00563D}" type="pres">
      <dgm:prSet presAssocID="{252B5E39-CFFF-4052-A59A-890B10520F2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0DD15530-270F-4E00-8397-62CAEF59DE6A}" type="pres">
      <dgm:prSet presAssocID="{252B5E39-CFFF-4052-A59A-890B10520F27}" presName="spaceRect" presStyleCnt="0"/>
      <dgm:spPr/>
    </dgm:pt>
    <dgm:pt modelId="{14BD8757-AD88-4741-91DF-F3EBECE83C18}" type="pres">
      <dgm:prSet presAssocID="{252B5E39-CFFF-4052-A59A-890B10520F27}" presName="textRect" presStyleLbl="revTx" presStyleIdx="0" presStyleCnt="3">
        <dgm:presLayoutVars>
          <dgm:chMax val="1"/>
          <dgm:chPref val="1"/>
        </dgm:presLayoutVars>
      </dgm:prSet>
      <dgm:spPr/>
    </dgm:pt>
    <dgm:pt modelId="{E289E56B-FF20-4E72-946F-7FF3277CF1B5}" type="pres">
      <dgm:prSet presAssocID="{CB06C016-0948-485F-A8B2-9F28BB975185}" presName="sibTrans" presStyleCnt="0"/>
      <dgm:spPr/>
    </dgm:pt>
    <dgm:pt modelId="{C56528F2-AF65-4522-9992-470A15DA22AE}" type="pres">
      <dgm:prSet presAssocID="{7B745AE0-934F-4434-9579-D38B56E289BF}" presName="compNode" presStyleCnt="0"/>
      <dgm:spPr/>
    </dgm:pt>
    <dgm:pt modelId="{A428DDCB-EE3D-40A1-97DC-348DC5DADF6C}" type="pres">
      <dgm:prSet presAssocID="{7B745AE0-934F-4434-9579-D38B56E289BF}" presName="iconBgRect" presStyleLbl="bgShp" presStyleIdx="1" presStyleCnt="3"/>
      <dgm:spPr>
        <a:prstGeom prst="round2DiagRect">
          <a:avLst>
            <a:gd name="adj1" fmla="val 29727"/>
            <a:gd name="adj2" fmla="val 0"/>
          </a:avLst>
        </a:prstGeom>
      </dgm:spPr>
    </dgm:pt>
    <dgm:pt modelId="{1842779C-1407-4FDE-9EB5-275DA72CDA63}" type="pres">
      <dgm:prSet presAssocID="{7B745AE0-934F-4434-9579-D38B56E289B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on Shelf"/>
        </a:ext>
      </dgm:extLst>
    </dgm:pt>
    <dgm:pt modelId="{5A9C4BDD-C1EB-4640-94AA-6328AE70D7C0}" type="pres">
      <dgm:prSet presAssocID="{7B745AE0-934F-4434-9579-D38B56E289BF}" presName="spaceRect" presStyleCnt="0"/>
      <dgm:spPr/>
    </dgm:pt>
    <dgm:pt modelId="{4496C4AA-E804-403B-890F-1E5DB0E38B68}" type="pres">
      <dgm:prSet presAssocID="{7B745AE0-934F-4434-9579-D38B56E289BF}" presName="textRect" presStyleLbl="revTx" presStyleIdx="1" presStyleCnt="3">
        <dgm:presLayoutVars>
          <dgm:chMax val="1"/>
          <dgm:chPref val="1"/>
        </dgm:presLayoutVars>
      </dgm:prSet>
      <dgm:spPr/>
    </dgm:pt>
    <dgm:pt modelId="{C78F9CD4-7089-4D54-8C5F-5243349FD829}" type="pres">
      <dgm:prSet presAssocID="{827F46B5-43CF-4395-B710-4D6D7FE3EFA0}" presName="sibTrans" presStyleCnt="0"/>
      <dgm:spPr/>
    </dgm:pt>
    <dgm:pt modelId="{062003F3-8349-4FC0-AFDD-2D00258E6B97}" type="pres">
      <dgm:prSet presAssocID="{005C6DD0-CF42-4BE9-BF24-19174E18121E}" presName="compNode" presStyleCnt="0"/>
      <dgm:spPr/>
    </dgm:pt>
    <dgm:pt modelId="{05D1D0DD-0082-4722-A136-FAC8DEC9905F}" type="pres">
      <dgm:prSet presAssocID="{005C6DD0-CF42-4BE9-BF24-19174E18121E}" presName="iconBgRect" presStyleLbl="bgShp" presStyleIdx="2" presStyleCnt="3"/>
      <dgm:spPr>
        <a:prstGeom prst="round2DiagRect">
          <a:avLst>
            <a:gd name="adj1" fmla="val 29727"/>
            <a:gd name="adj2" fmla="val 0"/>
          </a:avLst>
        </a:prstGeom>
      </dgm:spPr>
    </dgm:pt>
    <dgm:pt modelId="{DDBCE349-46E4-4B53-9FC3-057C947628A5}" type="pres">
      <dgm:prSet presAssocID="{005C6DD0-CF42-4BE9-BF24-19174E18121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urglass"/>
        </a:ext>
      </dgm:extLst>
    </dgm:pt>
    <dgm:pt modelId="{543093EA-97ED-4001-8421-6F73BA228F7E}" type="pres">
      <dgm:prSet presAssocID="{005C6DD0-CF42-4BE9-BF24-19174E18121E}" presName="spaceRect" presStyleCnt="0"/>
      <dgm:spPr/>
    </dgm:pt>
    <dgm:pt modelId="{222ACEB8-3172-437C-97A7-DA5F4E7937E9}" type="pres">
      <dgm:prSet presAssocID="{005C6DD0-CF42-4BE9-BF24-19174E18121E}" presName="textRect" presStyleLbl="revTx" presStyleIdx="2" presStyleCnt="3">
        <dgm:presLayoutVars>
          <dgm:chMax val="1"/>
          <dgm:chPref val="1"/>
        </dgm:presLayoutVars>
      </dgm:prSet>
      <dgm:spPr/>
    </dgm:pt>
  </dgm:ptLst>
  <dgm:cxnLst>
    <dgm:cxn modelId="{C68DFE05-9A0F-4339-8094-09E6E0790D82}" type="presOf" srcId="{7B745AE0-934F-4434-9579-D38B56E289BF}" destId="{4496C4AA-E804-403B-890F-1E5DB0E38B68}" srcOrd="0" destOrd="0" presId="urn:microsoft.com/office/officeart/2018/5/layout/IconLeafLabelList"/>
    <dgm:cxn modelId="{637FA04F-6B8E-4B53-8DDF-13FECE20D6A4}" srcId="{F062F6DD-9411-4776-9DA8-60D234648B08}" destId="{005C6DD0-CF42-4BE9-BF24-19174E18121E}" srcOrd="2" destOrd="0" parTransId="{A48D0388-B86A-4649-996F-609BE2E1FA70}" sibTransId="{BB2530C7-9B03-45FA-9432-92B76684B2DB}"/>
    <dgm:cxn modelId="{E5B92B57-E4BD-40A9-B6AF-18B16B3CCFE4}" srcId="{F062F6DD-9411-4776-9DA8-60D234648B08}" destId="{7B745AE0-934F-4434-9579-D38B56E289BF}" srcOrd="1" destOrd="0" parTransId="{605D092D-EE12-4703-8BD5-FB016382C51B}" sibTransId="{827F46B5-43CF-4395-B710-4D6D7FE3EFA0}"/>
    <dgm:cxn modelId="{045E8B5E-13AE-4ECD-9DD7-7443C6A54ACF}" type="presOf" srcId="{252B5E39-CFFF-4052-A59A-890B10520F27}" destId="{14BD8757-AD88-4741-91DF-F3EBECE83C18}" srcOrd="0" destOrd="0" presId="urn:microsoft.com/office/officeart/2018/5/layout/IconLeafLabelList"/>
    <dgm:cxn modelId="{97EFD9BE-4225-4B05-B83C-B356CA48B670}" type="presOf" srcId="{F062F6DD-9411-4776-9DA8-60D234648B08}" destId="{E4DD2E79-C504-483F-A359-43FE401491BA}" srcOrd="0" destOrd="0" presId="urn:microsoft.com/office/officeart/2018/5/layout/IconLeafLabelList"/>
    <dgm:cxn modelId="{2E483DC4-452B-4816-AE9E-5200CE829D32}" srcId="{F062F6DD-9411-4776-9DA8-60D234648B08}" destId="{252B5E39-CFFF-4052-A59A-890B10520F27}" srcOrd="0" destOrd="0" parTransId="{DD65F29A-E568-4CC8-B1A1-8EE8A443B62B}" sibTransId="{CB06C016-0948-485F-A8B2-9F28BB975185}"/>
    <dgm:cxn modelId="{95B58EC5-F30E-490D-9B7B-31CEB932A051}" type="presOf" srcId="{005C6DD0-CF42-4BE9-BF24-19174E18121E}" destId="{222ACEB8-3172-437C-97A7-DA5F4E7937E9}" srcOrd="0" destOrd="0" presId="urn:microsoft.com/office/officeart/2018/5/layout/IconLeafLabelList"/>
    <dgm:cxn modelId="{F7737910-0408-4D21-9E07-88508DCD668E}" type="presParOf" srcId="{E4DD2E79-C504-483F-A359-43FE401491BA}" destId="{088E17D1-574E-4255-A840-17D415CDF934}" srcOrd="0" destOrd="0" presId="urn:microsoft.com/office/officeart/2018/5/layout/IconLeafLabelList"/>
    <dgm:cxn modelId="{CFF75630-EEB9-4669-9867-8BF133B05338}" type="presParOf" srcId="{088E17D1-574E-4255-A840-17D415CDF934}" destId="{891237E7-5594-4BF8-BE63-679BB61BBA9F}" srcOrd="0" destOrd="0" presId="urn:microsoft.com/office/officeart/2018/5/layout/IconLeafLabelList"/>
    <dgm:cxn modelId="{4331B98C-D6C0-45B3-97FB-129EF981C977}" type="presParOf" srcId="{088E17D1-574E-4255-A840-17D415CDF934}" destId="{72CDCD36-5AE4-46A0-98E7-211E2A00563D}" srcOrd="1" destOrd="0" presId="urn:microsoft.com/office/officeart/2018/5/layout/IconLeafLabelList"/>
    <dgm:cxn modelId="{76368917-FBC3-4EAA-AA87-9230507FAC3F}" type="presParOf" srcId="{088E17D1-574E-4255-A840-17D415CDF934}" destId="{0DD15530-270F-4E00-8397-62CAEF59DE6A}" srcOrd="2" destOrd="0" presId="urn:microsoft.com/office/officeart/2018/5/layout/IconLeafLabelList"/>
    <dgm:cxn modelId="{DFA952BE-CBA8-49B1-A786-D580AD231214}" type="presParOf" srcId="{088E17D1-574E-4255-A840-17D415CDF934}" destId="{14BD8757-AD88-4741-91DF-F3EBECE83C18}" srcOrd="3" destOrd="0" presId="urn:microsoft.com/office/officeart/2018/5/layout/IconLeafLabelList"/>
    <dgm:cxn modelId="{551C740B-6961-4C1C-B546-E80AFEE4DAD4}" type="presParOf" srcId="{E4DD2E79-C504-483F-A359-43FE401491BA}" destId="{E289E56B-FF20-4E72-946F-7FF3277CF1B5}" srcOrd="1" destOrd="0" presId="urn:microsoft.com/office/officeart/2018/5/layout/IconLeafLabelList"/>
    <dgm:cxn modelId="{F50A793A-7FD0-4F8D-9D8E-B6AF826ABF63}" type="presParOf" srcId="{E4DD2E79-C504-483F-A359-43FE401491BA}" destId="{C56528F2-AF65-4522-9992-470A15DA22AE}" srcOrd="2" destOrd="0" presId="urn:microsoft.com/office/officeart/2018/5/layout/IconLeafLabelList"/>
    <dgm:cxn modelId="{7BA984DC-7EC4-41CF-8CB7-A00A8CA51217}" type="presParOf" srcId="{C56528F2-AF65-4522-9992-470A15DA22AE}" destId="{A428DDCB-EE3D-40A1-97DC-348DC5DADF6C}" srcOrd="0" destOrd="0" presId="urn:microsoft.com/office/officeart/2018/5/layout/IconLeafLabelList"/>
    <dgm:cxn modelId="{05B70B1E-4C71-47EE-BDD2-D52C5FD505A3}" type="presParOf" srcId="{C56528F2-AF65-4522-9992-470A15DA22AE}" destId="{1842779C-1407-4FDE-9EB5-275DA72CDA63}" srcOrd="1" destOrd="0" presId="urn:microsoft.com/office/officeart/2018/5/layout/IconLeafLabelList"/>
    <dgm:cxn modelId="{B2001936-E4B6-4486-9A72-E71179D99C58}" type="presParOf" srcId="{C56528F2-AF65-4522-9992-470A15DA22AE}" destId="{5A9C4BDD-C1EB-4640-94AA-6328AE70D7C0}" srcOrd="2" destOrd="0" presId="urn:microsoft.com/office/officeart/2018/5/layout/IconLeafLabelList"/>
    <dgm:cxn modelId="{A67E1918-CEB2-44C7-898B-7F874AA39B77}" type="presParOf" srcId="{C56528F2-AF65-4522-9992-470A15DA22AE}" destId="{4496C4AA-E804-403B-890F-1E5DB0E38B68}" srcOrd="3" destOrd="0" presId="urn:microsoft.com/office/officeart/2018/5/layout/IconLeafLabelList"/>
    <dgm:cxn modelId="{63CAB7FB-BB78-495F-82D5-DBA5223E7B80}" type="presParOf" srcId="{E4DD2E79-C504-483F-A359-43FE401491BA}" destId="{C78F9CD4-7089-4D54-8C5F-5243349FD829}" srcOrd="3" destOrd="0" presId="urn:microsoft.com/office/officeart/2018/5/layout/IconLeafLabelList"/>
    <dgm:cxn modelId="{5152D822-EA46-4180-9279-2DB0DD9326D3}" type="presParOf" srcId="{E4DD2E79-C504-483F-A359-43FE401491BA}" destId="{062003F3-8349-4FC0-AFDD-2D00258E6B97}" srcOrd="4" destOrd="0" presId="urn:microsoft.com/office/officeart/2018/5/layout/IconLeafLabelList"/>
    <dgm:cxn modelId="{7DB9AD4D-5992-472D-A586-9624B056E3E4}" type="presParOf" srcId="{062003F3-8349-4FC0-AFDD-2D00258E6B97}" destId="{05D1D0DD-0082-4722-A136-FAC8DEC9905F}" srcOrd="0" destOrd="0" presId="urn:microsoft.com/office/officeart/2018/5/layout/IconLeafLabelList"/>
    <dgm:cxn modelId="{E1F33223-C3BE-4520-90D0-38F744FD95B2}" type="presParOf" srcId="{062003F3-8349-4FC0-AFDD-2D00258E6B97}" destId="{DDBCE349-46E4-4B53-9FC3-057C947628A5}" srcOrd="1" destOrd="0" presId="urn:microsoft.com/office/officeart/2018/5/layout/IconLeafLabelList"/>
    <dgm:cxn modelId="{3956B1CC-712B-49BF-99FD-2301D3FFE0A1}" type="presParOf" srcId="{062003F3-8349-4FC0-AFDD-2D00258E6B97}" destId="{543093EA-97ED-4001-8421-6F73BA228F7E}" srcOrd="2" destOrd="0" presId="urn:microsoft.com/office/officeart/2018/5/layout/IconLeafLabelList"/>
    <dgm:cxn modelId="{EB751893-0E8F-4C41-A16B-697EB0CA27E2}" type="presParOf" srcId="{062003F3-8349-4FC0-AFDD-2D00258E6B97}" destId="{222ACEB8-3172-437C-97A7-DA5F4E7937E9}"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E627760-9BD5-4FB4-A401-BA58976D8C59}" type="doc">
      <dgm:prSet loTypeId="urn:microsoft.com/office/officeart/2005/8/layout/vList5" loCatId="list" qsTypeId="urn:microsoft.com/office/officeart/2005/8/quickstyle/simple4" qsCatId="simple" csTypeId="urn:microsoft.com/office/officeart/2005/8/colors/accent0_3" csCatId="mainScheme"/>
      <dgm:spPr/>
      <dgm:t>
        <a:bodyPr/>
        <a:lstStyle/>
        <a:p>
          <a:endParaRPr lang="en-US"/>
        </a:p>
      </dgm:t>
    </dgm:pt>
    <dgm:pt modelId="{E4198109-3B16-4EC1-99B6-3B1C09CA9FEF}">
      <dgm:prSet/>
      <dgm:spPr/>
      <dgm:t>
        <a:bodyPr/>
        <a:lstStyle/>
        <a:p>
          <a:r>
            <a:rPr lang="en-US"/>
            <a:t>Testing implementation details instead of behavior</a:t>
          </a:r>
        </a:p>
      </dgm:t>
    </dgm:pt>
    <dgm:pt modelId="{A620BBBB-6039-407B-8F70-886A04EFFAD4}" type="parTrans" cxnId="{5FE696A4-4D8E-43E2-89B6-42FD01AC70C6}">
      <dgm:prSet/>
      <dgm:spPr/>
      <dgm:t>
        <a:bodyPr/>
        <a:lstStyle/>
        <a:p>
          <a:endParaRPr lang="en-US"/>
        </a:p>
      </dgm:t>
    </dgm:pt>
    <dgm:pt modelId="{52C35EB0-E2AE-4775-B858-92B4DE3063EF}" type="sibTrans" cxnId="{5FE696A4-4D8E-43E2-89B6-42FD01AC70C6}">
      <dgm:prSet/>
      <dgm:spPr/>
      <dgm:t>
        <a:bodyPr/>
        <a:lstStyle/>
        <a:p>
          <a:endParaRPr lang="en-US"/>
        </a:p>
      </dgm:t>
    </dgm:pt>
    <dgm:pt modelId="{1542C0E0-D7CC-42E1-8830-1ED2B075E2BA}">
      <dgm:prSet/>
      <dgm:spPr/>
      <dgm:t>
        <a:bodyPr/>
        <a:lstStyle/>
        <a:p>
          <a:r>
            <a:rPr lang="en-US"/>
            <a:t>Slow tests everywhere</a:t>
          </a:r>
        </a:p>
      </dgm:t>
    </dgm:pt>
    <dgm:pt modelId="{FEE917B2-374B-405C-A2DD-91AD9754466A}" type="parTrans" cxnId="{4A3DE2C1-2DBC-4260-A80C-D1D11412B74C}">
      <dgm:prSet/>
      <dgm:spPr/>
      <dgm:t>
        <a:bodyPr/>
        <a:lstStyle/>
        <a:p>
          <a:endParaRPr lang="en-US"/>
        </a:p>
      </dgm:t>
    </dgm:pt>
    <dgm:pt modelId="{B4616175-D6EE-4255-A820-AEBD483D68FA}" type="sibTrans" cxnId="{4A3DE2C1-2DBC-4260-A80C-D1D11412B74C}">
      <dgm:prSet/>
      <dgm:spPr/>
      <dgm:t>
        <a:bodyPr/>
        <a:lstStyle/>
        <a:p>
          <a:endParaRPr lang="en-US"/>
        </a:p>
      </dgm:t>
    </dgm:pt>
    <dgm:pt modelId="{18609561-0EEC-44AC-8C59-9E283976495A}">
      <dgm:prSet/>
      <dgm:spPr/>
      <dgm:t>
        <a:bodyPr/>
        <a:lstStyle/>
        <a:p>
          <a:r>
            <a:rPr lang="en-US"/>
            <a:t>Skipping refactor and accumulating mess</a:t>
          </a:r>
        </a:p>
      </dgm:t>
    </dgm:pt>
    <dgm:pt modelId="{4319B38D-F393-4BE0-A019-0DD2C1BA3309}" type="parTrans" cxnId="{636EEA80-7DB3-4B10-9B55-1C0DE0897E96}">
      <dgm:prSet/>
      <dgm:spPr/>
      <dgm:t>
        <a:bodyPr/>
        <a:lstStyle/>
        <a:p>
          <a:endParaRPr lang="en-US"/>
        </a:p>
      </dgm:t>
    </dgm:pt>
    <dgm:pt modelId="{8C006AFA-7A0A-42EF-B83D-3674E8562B2B}" type="sibTrans" cxnId="{636EEA80-7DB3-4B10-9B55-1C0DE0897E96}">
      <dgm:prSet/>
      <dgm:spPr/>
      <dgm:t>
        <a:bodyPr/>
        <a:lstStyle/>
        <a:p>
          <a:endParaRPr lang="en-US"/>
        </a:p>
      </dgm:t>
    </dgm:pt>
    <dgm:pt modelId="{FB5DE472-3E39-47B6-AD7B-AA15711BDA9F}">
      <dgm:prSet/>
      <dgm:spPr/>
      <dgm:t>
        <a:bodyPr/>
        <a:lstStyle/>
        <a:p>
          <a:r>
            <a:rPr lang="en-US"/>
            <a:t>Big steps that are hard to debug</a:t>
          </a:r>
        </a:p>
      </dgm:t>
    </dgm:pt>
    <dgm:pt modelId="{F43C664D-69E7-424D-937A-3719D254466B}" type="parTrans" cxnId="{0144C20A-6008-44C0-ABA9-31F31305FABC}">
      <dgm:prSet/>
      <dgm:spPr/>
      <dgm:t>
        <a:bodyPr/>
        <a:lstStyle/>
        <a:p>
          <a:endParaRPr lang="en-US"/>
        </a:p>
      </dgm:t>
    </dgm:pt>
    <dgm:pt modelId="{54CD35F9-83A9-43C3-9175-2AB3A0BD8500}" type="sibTrans" cxnId="{0144C20A-6008-44C0-ABA9-31F31305FABC}">
      <dgm:prSet/>
      <dgm:spPr/>
      <dgm:t>
        <a:bodyPr/>
        <a:lstStyle/>
        <a:p>
          <a:endParaRPr lang="en-US"/>
        </a:p>
      </dgm:t>
    </dgm:pt>
    <dgm:pt modelId="{BB5A5AD7-C07C-8C42-9AEC-5EA1B40F2C67}" type="pres">
      <dgm:prSet presAssocID="{6E627760-9BD5-4FB4-A401-BA58976D8C59}" presName="Name0" presStyleCnt="0">
        <dgm:presLayoutVars>
          <dgm:dir/>
          <dgm:animLvl val="lvl"/>
          <dgm:resizeHandles val="exact"/>
        </dgm:presLayoutVars>
      </dgm:prSet>
      <dgm:spPr/>
    </dgm:pt>
    <dgm:pt modelId="{05359ED6-04E9-7645-A846-8ABC0AB6ADBA}" type="pres">
      <dgm:prSet presAssocID="{E4198109-3B16-4EC1-99B6-3B1C09CA9FEF}" presName="linNode" presStyleCnt="0"/>
      <dgm:spPr/>
    </dgm:pt>
    <dgm:pt modelId="{4B85EF34-CC09-EE40-8050-5217EA9713B1}" type="pres">
      <dgm:prSet presAssocID="{E4198109-3B16-4EC1-99B6-3B1C09CA9FEF}" presName="parentText" presStyleLbl="node1" presStyleIdx="0" presStyleCnt="4">
        <dgm:presLayoutVars>
          <dgm:chMax val="1"/>
          <dgm:bulletEnabled val="1"/>
        </dgm:presLayoutVars>
      </dgm:prSet>
      <dgm:spPr/>
    </dgm:pt>
    <dgm:pt modelId="{047719CF-F971-894E-A3AF-50A03B91E1A1}" type="pres">
      <dgm:prSet presAssocID="{52C35EB0-E2AE-4775-B858-92B4DE3063EF}" presName="sp" presStyleCnt="0"/>
      <dgm:spPr/>
    </dgm:pt>
    <dgm:pt modelId="{6CDC5B2B-1210-5A4C-AD22-6FA6CBBFFCB5}" type="pres">
      <dgm:prSet presAssocID="{1542C0E0-D7CC-42E1-8830-1ED2B075E2BA}" presName="linNode" presStyleCnt="0"/>
      <dgm:spPr/>
    </dgm:pt>
    <dgm:pt modelId="{10BFB798-B09A-864C-896F-3B1B0292C95B}" type="pres">
      <dgm:prSet presAssocID="{1542C0E0-D7CC-42E1-8830-1ED2B075E2BA}" presName="parentText" presStyleLbl="node1" presStyleIdx="1" presStyleCnt="4">
        <dgm:presLayoutVars>
          <dgm:chMax val="1"/>
          <dgm:bulletEnabled val="1"/>
        </dgm:presLayoutVars>
      </dgm:prSet>
      <dgm:spPr/>
    </dgm:pt>
    <dgm:pt modelId="{669DBA0A-E3D6-2F40-926B-6942D143092A}" type="pres">
      <dgm:prSet presAssocID="{B4616175-D6EE-4255-A820-AEBD483D68FA}" presName="sp" presStyleCnt="0"/>
      <dgm:spPr/>
    </dgm:pt>
    <dgm:pt modelId="{CAEBEC37-9972-1642-B677-B55FAC769139}" type="pres">
      <dgm:prSet presAssocID="{18609561-0EEC-44AC-8C59-9E283976495A}" presName="linNode" presStyleCnt="0"/>
      <dgm:spPr/>
    </dgm:pt>
    <dgm:pt modelId="{9939EBA4-74C4-0F4F-A602-6FB06DCFB13B}" type="pres">
      <dgm:prSet presAssocID="{18609561-0EEC-44AC-8C59-9E283976495A}" presName="parentText" presStyleLbl="node1" presStyleIdx="2" presStyleCnt="4">
        <dgm:presLayoutVars>
          <dgm:chMax val="1"/>
          <dgm:bulletEnabled val="1"/>
        </dgm:presLayoutVars>
      </dgm:prSet>
      <dgm:spPr/>
    </dgm:pt>
    <dgm:pt modelId="{1B3F89D7-5816-ED47-8830-2E6606F5D2B5}" type="pres">
      <dgm:prSet presAssocID="{8C006AFA-7A0A-42EF-B83D-3674E8562B2B}" presName="sp" presStyleCnt="0"/>
      <dgm:spPr/>
    </dgm:pt>
    <dgm:pt modelId="{DF4AC156-4C7C-D741-8453-A520B877E4A1}" type="pres">
      <dgm:prSet presAssocID="{FB5DE472-3E39-47B6-AD7B-AA15711BDA9F}" presName="linNode" presStyleCnt="0"/>
      <dgm:spPr/>
    </dgm:pt>
    <dgm:pt modelId="{0E60A035-710A-2047-B08F-329CAF233C3E}" type="pres">
      <dgm:prSet presAssocID="{FB5DE472-3E39-47B6-AD7B-AA15711BDA9F}" presName="parentText" presStyleLbl="node1" presStyleIdx="3" presStyleCnt="4">
        <dgm:presLayoutVars>
          <dgm:chMax val="1"/>
          <dgm:bulletEnabled val="1"/>
        </dgm:presLayoutVars>
      </dgm:prSet>
      <dgm:spPr/>
    </dgm:pt>
  </dgm:ptLst>
  <dgm:cxnLst>
    <dgm:cxn modelId="{0144C20A-6008-44C0-ABA9-31F31305FABC}" srcId="{6E627760-9BD5-4FB4-A401-BA58976D8C59}" destId="{FB5DE472-3E39-47B6-AD7B-AA15711BDA9F}" srcOrd="3" destOrd="0" parTransId="{F43C664D-69E7-424D-937A-3719D254466B}" sibTransId="{54CD35F9-83A9-43C3-9175-2AB3A0BD8500}"/>
    <dgm:cxn modelId="{F25D3278-85D8-AD4A-AC1B-F248D674DA86}" type="presOf" srcId="{1542C0E0-D7CC-42E1-8830-1ED2B075E2BA}" destId="{10BFB798-B09A-864C-896F-3B1B0292C95B}" srcOrd="0" destOrd="0" presId="urn:microsoft.com/office/officeart/2005/8/layout/vList5"/>
    <dgm:cxn modelId="{636EEA80-7DB3-4B10-9B55-1C0DE0897E96}" srcId="{6E627760-9BD5-4FB4-A401-BA58976D8C59}" destId="{18609561-0EEC-44AC-8C59-9E283976495A}" srcOrd="2" destOrd="0" parTransId="{4319B38D-F393-4BE0-A019-0DD2C1BA3309}" sibTransId="{8C006AFA-7A0A-42EF-B83D-3674E8562B2B}"/>
    <dgm:cxn modelId="{C5C24C88-2FE5-AD44-8E56-63787A351425}" type="presOf" srcId="{6E627760-9BD5-4FB4-A401-BA58976D8C59}" destId="{BB5A5AD7-C07C-8C42-9AEC-5EA1B40F2C67}" srcOrd="0" destOrd="0" presId="urn:microsoft.com/office/officeart/2005/8/layout/vList5"/>
    <dgm:cxn modelId="{5FE696A4-4D8E-43E2-89B6-42FD01AC70C6}" srcId="{6E627760-9BD5-4FB4-A401-BA58976D8C59}" destId="{E4198109-3B16-4EC1-99B6-3B1C09CA9FEF}" srcOrd="0" destOrd="0" parTransId="{A620BBBB-6039-407B-8F70-886A04EFFAD4}" sibTransId="{52C35EB0-E2AE-4775-B858-92B4DE3063EF}"/>
    <dgm:cxn modelId="{4A3DE2C1-2DBC-4260-A80C-D1D11412B74C}" srcId="{6E627760-9BD5-4FB4-A401-BA58976D8C59}" destId="{1542C0E0-D7CC-42E1-8830-1ED2B075E2BA}" srcOrd="1" destOrd="0" parTransId="{FEE917B2-374B-405C-A2DD-91AD9754466A}" sibTransId="{B4616175-D6EE-4255-A820-AEBD483D68FA}"/>
    <dgm:cxn modelId="{5E5FA5CA-D5B8-6941-A5A6-10DDAFEF8B7C}" type="presOf" srcId="{E4198109-3B16-4EC1-99B6-3B1C09CA9FEF}" destId="{4B85EF34-CC09-EE40-8050-5217EA9713B1}" srcOrd="0" destOrd="0" presId="urn:microsoft.com/office/officeart/2005/8/layout/vList5"/>
    <dgm:cxn modelId="{17797CD0-6BDF-4445-BD4C-FC0104FEBF05}" type="presOf" srcId="{18609561-0EEC-44AC-8C59-9E283976495A}" destId="{9939EBA4-74C4-0F4F-A602-6FB06DCFB13B}" srcOrd="0" destOrd="0" presId="urn:microsoft.com/office/officeart/2005/8/layout/vList5"/>
    <dgm:cxn modelId="{ED5E6BDD-87B1-634D-AE74-7F643EF40639}" type="presOf" srcId="{FB5DE472-3E39-47B6-AD7B-AA15711BDA9F}" destId="{0E60A035-710A-2047-B08F-329CAF233C3E}" srcOrd="0" destOrd="0" presId="urn:microsoft.com/office/officeart/2005/8/layout/vList5"/>
    <dgm:cxn modelId="{237983F7-B734-DB44-89BE-11DC91F852E7}" type="presParOf" srcId="{BB5A5AD7-C07C-8C42-9AEC-5EA1B40F2C67}" destId="{05359ED6-04E9-7645-A846-8ABC0AB6ADBA}" srcOrd="0" destOrd="0" presId="urn:microsoft.com/office/officeart/2005/8/layout/vList5"/>
    <dgm:cxn modelId="{59F50E1A-FD2E-FB44-967B-F485F98C9927}" type="presParOf" srcId="{05359ED6-04E9-7645-A846-8ABC0AB6ADBA}" destId="{4B85EF34-CC09-EE40-8050-5217EA9713B1}" srcOrd="0" destOrd="0" presId="urn:microsoft.com/office/officeart/2005/8/layout/vList5"/>
    <dgm:cxn modelId="{2069C3CC-F4D6-6E48-BD7A-D55FFA72F407}" type="presParOf" srcId="{BB5A5AD7-C07C-8C42-9AEC-5EA1B40F2C67}" destId="{047719CF-F971-894E-A3AF-50A03B91E1A1}" srcOrd="1" destOrd="0" presId="urn:microsoft.com/office/officeart/2005/8/layout/vList5"/>
    <dgm:cxn modelId="{2BF20C7F-A849-DF4A-BCFE-8A5858E7216E}" type="presParOf" srcId="{BB5A5AD7-C07C-8C42-9AEC-5EA1B40F2C67}" destId="{6CDC5B2B-1210-5A4C-AD22-6FA6CBBFFCB5}" srcOrd="2" destOrd="0" presId="urn:microsoft.com/office/officeart/2005/8/layout/vList5"/>
    <dgm:cxn modelId="{3D4F48B0-7C92-8D43-8B18-D343CCF91DAA}" type="presParOf" srcId="{6CDC5B2B-1210-5A4C-AD22-6FA6CBBFFCB5}" destId="{10BFB798-B09A-864C-896F-3B1B0292C95B}" srcOrd="0" destOrd="0" presId="urn:microsoft.com/office/officeart/2005/8/layout/vList5"/>
    <dgm:cxn modelId="{48913CF5-2123-7444-A45A-1035D4FB127D}" type="presParOf" srcId="{BB5A5AD7-C07C-8C42-9AEC-5EA1B40F2C67}" destId="{669DBA0A-E3D6-2F40-926B-6942D143092A}" srcOrd="3" destOrd="0" presId="urn:microsoft.com/office/officeart/2005/8/layout/vList5"/>
    <dgm:cxn modelId="{C6C02CE0-45CA-2541-B324-04C40645E446}" type="presParOf" srcId="{BB5A5AD7-C07C-8C42-9AEC-5EA1B40F2C67}" destId="{CAEBEC37-9972-1642-B677-B55FAC769139}" srcOrd="4" destOrd="0" presId="urn:microsoft.com/office/officeart/2005/8/layout/vList5"/>
    <dgm:cxn modelId="{E1CD270B-2839-C54F-8318-DD6F242101DF}" type="presParOf" srcId="{CAEBEC37-9972-1642-B677-B55FAC769139}" destId="{9939EBA4-74C4-0F4F-A602-6FB06DCFB13B}" srcOrd="0" destOrd="0" presId="urn:microsoft.com/office/officeart/2005/8/layout/vList5"/>
    <dgm:cxn modelId="{4F3A2A03-E38E-4043-AB83-68F007DC7E1D}" type="presParOf" srcId="{BB5A5AD7-C07C-8C42-9AEC-5EA1B40F2C67}" destId="{1B3F89D7-5816-ED47-8830-2E6606F5D2B5}" srcOrd="5" destOrd="0" presId="urn:microsoft.com/office/officeart/2005/8/layout/vList5"/>
    <dgm:cxn modelId="{89027103-DDA0-8D41-8DF7-320361AB2BF5}" type="presParOf" srcId="{BB5A5AD7-C07C-8C42-9AEC-5EA1B40F2C67}" destId="{DF4AC156-4C7C-D741-8453-A520B877E4A1}" srcOrd="6" destOrd="0" presId="urn:microsoft.com/office/officeart/2005/8/layout/vList5"/>
    <dgm:cxn modelId="{2A8C1113-5DA7-6744-8450-49BD63D39771}" type="presParOf" srcId="{DF4AC156-4C7C-D741-8453-A520B877E4A1}" destId="{0E60A035-710A-2047-B08F-329CAF233C3E}"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8AAC86D-4672-49B8-84DE-DE0903C0C20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657625C7-B72A-4C90-91C4-A5BE025AD394}">
      <dgm:prSet/>
      <dgm:spPr/>
      <dgm:t>
        <a:bodyPr/>
        <a:lstStyle/>
        <a:p>
          <a:pPr>
            <a:lnSpc>
              <a:spcPct val="100000"/>
            </a:lnSpc>
          </a:pPr>
          <a:r>
            <a:rPr lang="en-US"/>
            <a:t>Small PRs</a:t>
          </a:r>
        </a:p>
      </dgm:t>
    </dgm:pt>
    <dgm:pt modelId="{9A0EC9AD-07BD-46C6-B513-39A0A62B67E1}" type="parTrans" cxnId="{524CD761-C6C3-4E7D-B00F-18E325C353C8}">
      <dgm:prSet/>
      <dgm:spPr/>
      <dgm:t>
        <a:bodyPr/>
        <a:lstStyle/>
        <a:p>
          <a:endParaRPr lang="en-US"/>
        </a:p>
      </dgm:t>
    </dgm:pt>
    <dgm:pt modelId="{98568A0F-BE14-4105-B754-3A4D4A7B61CD}" type="sibTrans" cxnId="{524CD761-C6C3-4E7D-B00F-18E325C353C8}">
      <dgm:prSet/>
      <dgm:spPr/>
      <dgm:t>
        <a:bodyPr/>
        <a:lstStyle/>
        <a:p>
          <a:endParaRPr lang="en-US"/>
        </a:p>
      </dgm:t>
    </dgm:pt>
    <dgm:pt modelId="{D4DF8658-122A-4533-AB74-98DA269AC35D}">
      <dgm:prSet/>
      <dgm:spPr/>
      <dgm:t>
        <a:bodyPr/>
        <a:lstStyle/>
        <a:p>
          <a:pPr>
            <a:lnSpc>
              <a:spcPct val="100000"/>
            </a:lnSpc>
          </a:pPr>
          <a:r>
            <a:rPr lang="en-US"/>
            <a:t>Test reviews (readability + intent)</a:t>
          </a:r>
        </a:p>
      </dgm:t>
    </dgm:pt>
    <dgm:pt modelId="{0B5738E5-FB7D-4BB6-8A60-5A65AF6995B9}" type="parTrans" cxnId="{CCB03FE0-D586-49C1-8A34-0B9028C50BE4}">
      <dgm:prSet/>
      <dgm:spPr/>
      <dgm:t>
        <a:bodyPr/>
        <a:lstStyle/>
        <a:p>
          <a:endParaRPr lang="en-US"/>
        </a:p>
      </dgm:t>
    </dgm:pt>
    <dgm:pt modelId="{44F08C20-AE75-4F61-966D-C8DECAC9B91C}" type="sibTrans" cxnId="{CCB03FE0-D586-49C1-8A34-0B9028C50BE4}">
      <dgm:prSet/>
      <dgm:spPr/>
      <dgm:t>
        <a:bodyPr/>
        <a:lstStyle/>
        <a:p>
          <a:endParaRPr lang="en-US"/>
        </a:p>
      </dgm:t>
    </dgm:pt>
    <dgm:pt modelId="{A3C70038-A37C-4420-BC00-3102F0B5F022}">
      <dgm:prSet/>
      <dgm:spPr/>
      <dgm:t>
        <a:bodyPr/>
        <a:lstStyle/>
        <a:p>
          <a:pPr>
            <a:lnSpc>
              <a:spcPct val="100000"/>
            </a:lnSpc>
          </a:pPr>
          <a:r>
            <a:rPr lang="en-US"/>
            <a:t>CI runs tests on every change</a:t>
          </a:r>
        </a:p>
      </dgm:t>
    </dgm:pt>
    <dgm:pt modelId="{76DA6079-CF87-45FB-B2DA-5C0FC7A81950}" type="parTrans" cxnId="{B6A833A7-014A-4661-918B-AA29BEAFD7BB}">
      <dgm:prSet/>
      <dgm:spPr/>
      <dgm:t>
        <a:bodyPr/>
        <a:lstStyle/>
        <a:p>
          <a:endParaRPr lang="en-US"/>
        </a:p>
      </dgm:t>
    </dgm:pt>
    <dgm:pt modelId="{ABBBC7B8-ECE5-4786-A7B2-5F0A68C27C62}" type="sibTrans" cxnId="{B6A833A7-014A-4661-918B-AA29BEAFD7BB}">
      <dgm:prSet/>
      <dgm:spPr/>
      <dgm:t>
        <a:bodyPr/>
        <a:lstStyle/>
        <a:p>
          <a:endParaRPr lang="en-US"/>
        </a:p>
      </dgm:t>
    </dgm:pt>
    <dgm:pt modelId="{763D3536-6767-41B0-A5B7-B5E89AE86977}" type="pres">
      <dgm:prSet presAssocID="{38AAC86D-4672-49B8-84DE-DE0903C0C209}" presName="root" presStyleCnt="0">
        <dgm:presLayoutVars>
          <dgm:dir/>
          <dgm:resizeHandles val="exact"/>
        </dgm:presLayoutVars>
      </dgm:prSet>
      <dgm:spPr/>
    </dgm:pt>
    <dgm:pt modelId="{E7514F28-1543-4CF3-92C5-777835EEDD82}" type="pres">
      <dgm:prSet presAssocID="{657625C7-B72A-4C90-91C4-A5BE025AD394}" presName="compNode" presStyleCnt="0"/>
      <dgm:spPr/>
    </dgm:pt>
    <dgm:pt modelId="{E281AA79-CC85-4429-A74E-A5BB60AFBE0C}" type="pres">
      <dgm:prSet presAssocID="{657625C7-B72A-4C90-91C4-A5BE025AD39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wspaper"/>
        </a:ext>
      </dgm:extLst>
    </dgm:pt>
    <dgm:pt modelId="{51CD6FEF-34DA-4E0E-B07D-A6205D37BCD9}" type="pres">
      <dgm:prSet presAssocID="{657625C7-B72A-4C90-91C4-A5BE025AD394}" presName="spaceRect" presStyleCnt="0"/>
      <dgm:spPr/>
    </dgm:pt>
    <dgm:pt modelId="{48733AB4-8C55-4C78-AED7-B8277B5FB7DA}" type="pres">
      <dgm:prSet presAssocID="{657625C7-B72A-4C90-91C4-A5BE025AD394}" presName="textRect" presStyleLbl="revTx" presStyleIdx="0" presStyleCnt="3">
        <dgm:presLayoutVars>
          <dgm:chMax val="1"/>
          <dgm:chPref val="1"/>
        </dgm:presLayoutVars>
      </dgm:prSet>
      <dgm:spPr/>
    </dgm:pt>
    <dgm:pt modelId="{45D2DC2B-9AA5-4E7B-A902-FF4EA19AF1B6}" type="pres">
      <dgm:prSet presAssocID="{98568A0F-BE14-4105-B754-3A4D4A7B61CD}" presName="sibTrans" presStyleCnt="0"/>
      <dgm:spPr/>
    </dgm:pt>
    <dgm:pt modelId="{FB9B9615-A4C8-49B0-9788-D49D6E87C973}" type="pres">
      <dgm:prSet presAssocID="{D4DF8658-122A-4533-AB74-98DA269AC35D}" presName="compNode" presStyleCnt="0"/>
      <dgm:spPr/>
    </dgm:pt>
    <dgm:pt modelId="{B7279A49-B7BE-474F-B257-9340C8670844}" type="pres">
      <dgm:prSet presAssocID="{D4DF8658-122A-4533-AB74-98DA269AC3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D945D4C8-E542-4F14-859D-261F15AC2E6A}" type="pres">
      <dgm:prSet presAssocID="{D4DF8658-122A-4533-AB74-98DA269AC35D}" presName="spaceRect" presStyleCnt="0"/>
      <dgm:spPr/>
    </dgm:pt>
    <dgm:pt modelId="{4D26D002-424C-4111-B545-B87F7B6210E5}" type="pres">
      <dgm:prSet presAssocID="{D4DF8658-122A-4533-AB74-98DA269AC35D}" presName="textRect" presStyleLbl="revTx" presStyleIdx="1" presStyleCnt="3">
        <dgm:presLayoutVars>
          <dgm:chMax val="1"/>
          <dgm:chPref val="1"/>
        </dgm:presLayoutVars>
      </dgm:prSet>
      <dgm:spPr/>
    </dgm:pt>
    <dgm:pt modelId="{8A9C20D7-FF04-4311-B2A3-1B3A6C353B08}" type="pres">
      <dgm:prSet presAssocID="{44F08C20-AE75-4F61-966D-C8DECAC9B91C}" presName="sibTrans" presStyleCnt="0"/>
      <dgm:spPr/>
    </dgm:pt>
    <dgm:pt modelId="{DF005FE3-FA4D-48F6-BEDA-BD9FA7E15CD6}" type="pres">
      <dgm:prSet presAssocID="{A3C70038-A37C-4420-BC00-3102F0B5F022}" presName="compNode" presStyleCnt="0"/>
      <dgm:spPr/>
    </dgm:pt>
    <dgm:pt modelId="{55832D95-6EA1-4996-AD3C-72F3DE97D3AA}" type="pres">
      <dgm:prSet presAssocID="{A3C70038-A37C-4420-BC00-3102F0B5F02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4309CF5E-C87F-4D80-A627-EC9431511EF6}" type="pres">
      <dgm:prSet presAssocID="{A3C70038-A37C-4420-BC00-3102F0B5F022}" presName="spaceRect" presStyleCnt="0"/>
      <dgm:spPr/>
    </dgm:pt>
    <dgm:pt modelId="{C384DFAD-F650-41EE-A1F2-7316912C9A10}" type="pres">
      <dgm:prSet presAssocID="{A3C70038-A37C-4420-BC00-3102F0B5F022}" presName="textRect" presStyleLbl="revTx" presStyleIdx="2" presStyleCnt="3">
        <dgm:presLayoutVars>
          <dgm:chMax val="1"/>
          <dgm:chPref val="1"/>
        </dgm:presLayoutVars>
      </dgm:prSet>
      <dgm:spPr/>
    </dgm:pt>
  </dgm:ptLst>
  <dgm:cxnLst>
    <dgm:cxn modelId="{893EDB01-597D-4976-BCCF-20605F289F8E}" type="presOf" srcId="{657625C7-B72A-4C90-91C4-A5BE025AD394}" destId="{48733AB4-8C55-4C78-AED7-B8277B5FB7DA}" srcOrd="0" destOrd="0" presId="urn:microsoft.com/office/officeart/2018/2/layout/IconLabelList"/>
    <dgm:cxn modelId="{183B1221-C394-480D-A6D9-D28C09F4786C}" type="presOf" srcId="{38AAC86D-4672-49B8-84DE-DE0903C0C209}" destId="{763D3536-6767-41B0-A5B7-B5E89AE86977}" srcOrd="0" destOrd="0" presId="urn:microsoft.com/office/officeart/2018/2/layout/IconLabelList"/>
    <dgm:cxn modelId="{524CD761-C6C3-4E7D-B00F-18E325C353C8}" srcId="{38AAC86D-4672-49B8-84DE-DE0903C0C209}" destId="{657625C7-B72A-4C90-91C4-A5BE025AD394}" srcOrd="0" destOrd="0" parTransId="{9A0EC9AD-07BD-46C6-B513-39A0A62B67E1}" sibTransId="{98568A0F-BE14-4105-B754-3A4D4A7B61CD}"/>
    <dgm:cxn modelId="{B6A833A7-014A-4661-918B-AA29BEAFD7BB}" srcId="{38AAC86D-4672-49B8-84DE-DE0903C0C209}" destId="{A3C70038-A37C-4420-BC00-3102F0B5F022}" srcOrd="2" destOrd="0" parTransId="{76DA6079-CF87-45FB-B2DA-5C0FC7A81950}" sibTransId="{ABBBC7B8-ECE5-4786-A7B2-5F0A68C27C62}"/>
    <dgm:cxn modelId="{5B98B2CD-F3E6-438A-ABAE-D13596A3A99E}" type="presOf" srcId="{D4DF8658-122A-4533-AB74-98DA269AC35D}" destId="{4D26D002-424C-4111-B545-B87F7B6210E5}" srcOrd="0" destOrd="0" presId="urn:microsoft.com/office/officeart/2018/2/layout/IconLabelList"/>
    <dgm:cxn modelId="{CCB03FE0-D586-49C1-8A34-0B9028C50BE4}" srcId="{38AAC86D-4672-49B8-84DE-DE0903C0C209}" destId="{D4DF8658-122A-4533-AB74-98DA269AC35D}" srcOrd="1" destOrd="0" parTransId="{0B5738E5-FB7D-4BB6-8A60-5A65AF6995B9}" sibTransId="{44F08C20-AE75-4F61-966D-C8DECAC9B91C}"/>
    <dgm:cxn modelId="{A484CBF4-2DB5-488B-8571-04523A7AE57E}" type="presOf" srcId="{A3C70038-A37C-4420-BC00-3102F0B5F022}" destId="{C384DFAD-F650-41EE-A1F2-7316912C9A10}" srcOrd="0" destOrd="0" presId="urn:microsoft.com/office/officeart/2018/2/layout/IconLabelList"/>
    <dgm:cxn modelId="{77CBD5B5-4EE7-4BF2-B650-C5B6CDA5F805}" type="presParOf" srcId="{763D3536-6767-41B0-A5B7-B5E89AE86977}" destId="{E7514F28-1543-4CF3-92C5-777835EEDD82}" srcOrd="0" destOrd="0" presId="urn:microsoft.com/office/officeart/2018/2/layout/IconLabelList"/>
    <dgm:cxn modelId="{973F2B63-0633-4170-A963-126498027400}" type="presParOf" srcId="{E7514F28-1543-4CF3-92C5-777835EEDD82}" destId="{E281AA79-CC85-4429-A74E-A5BB60AFBE0C}" srcOrd="0" destOrd="0" presId="urn:microsoft.com/office/officeart/2018/2/layout/IconLabelList"/>
    <dgm:cxn modelId="{F860D520-553C-4BCF-BBD5-773C78082447}" type="presParOf" srcId="{E7514F28-1543-4CF3-92C5-777835EEDD82}" destId="{51CD6FEF-34DA-4E0E-B07D-A6205D37BCD9}" srcOrd="1" destOrd="0" presId="urn:microsoft.com/office/officeart/2018/2/layout/IconLabelList"/>
    <dgm:cxn modelId="{104FDA1C-D5B1-4BC4-83E4-768768B0051B}" type="presParOf" srcId="{E7514F28-1543-4CF3-92C5-777835EEDD82}" destId="{48733AB4-8C55-4C78-AED7-B8277B5FB7DA}" srcOrd="2" destOrd="0" presId="urn:microsoft.com/office/officeart/2018/2/layout/IconLabelList"/>
    <dgm:cxn modelId="{B37AC202-A0B4-4D25-BC1A-2919C821B7B1}" type="presParOf" srcId="{763D3536-6767-41B0-A5B7-B5E89AE86977}" destId="{45D2DC2B-9AA5-4E7B-A902-FF4EA19AF1B6}" srcOrd="1" destOrd="0" presId="urn:microsoft.com/office/officeart/2018/2/layout/IconLabelList"/>
    <dgm:cxn modelId="{A4746FF2-989D-45AC-9FA1-7022A007BEFE}" type="presParOf" srcId="{763D3536-6767-41B0-A5B7-B5E89AE86977}" destId="{FB9B9615-A4C8-49B0-9788-D49D6E87C973}" srcOrd="2" destOrd="0" presId="urn:microsoft.com/office/officeart/2018/2/layout/IconLabelList"/>
    <dgm:cxn modelId="{26039557-98F2-451C-80EA-5F497071C047}" type="presParOf" srcId="{FB9B9615-A4C8-49B0-9788-D49D6E87C973}" destId="{B7279A49-B7BE-474F-B257-9340C8670844}" srcOrd="0" destOrd="0" presId="urn:microsoft.com/office/officeart/2018/2/layout/IconLabelList"/>
    <dgm:cxn modelId="{BD7F9F37-49AF-4D3D-9D53-45C153E5597E}" type="presParOf" srcId="{FB9B9615-A4C8-49B0-9788-D49D6E87C973}" destId="{D945D4C8-E542-4F14-859D-261F15AC2E6A}" srcOrd="1" destOrd="0" presId="urn:microsoft.com/office/officeart/2018/2/layout/IconLabelList"/>
    <dgm:cxn modelId="{52554304-6AA2-40A6-A69F-30689545EDC2}" type="presParOf" srcId="{FB9B9615-A4C8-49B0-9788-D49D6E87C973}" destId="{4D26D002-424C-4111-B545-B87F7B6210E5}" srcOrd="2" destOrd="0" presId="urn:microsoft.com/office/officeart/2018/2/layout/IconLabelList"/>
    <dgm:cxn modelId="{0240BEE0-8F71-4624-8725-99B79DCC24B8}" type="presParOf" srcId="{763D3536-6767-41B0-A5B7-B5E89AE86977}" destId="{8A9C20D7-FF04-4311-B2A3-1B3A6C353B08}" srcOrd="3" destOrd="0" presId="urn:microsoft.com/office/officeart/2018/2/layout/IconLabelList"/>
    <dgm:cxn modelId="{B2982821-F1C5-4085-A72B-53077637F43F}" type="presParOf" srcId="{763D3536-6767-41B0-A5B7-B5E89AE86977}" destId="{DF005FE3-FA4D-48F6-BEDA-BD9FA7E15CD6}" srcOrd="4" destOrd="0" presId="urn:microsoft.com/office/officeart/2018/2/layout/IconLabelList"/>
    <dgm:cxn modelId="{05E1C77F-562E-4F3B-BCFF-C8B817523029}" type="presParOf" srcId="{DF005FE3-FA4D-48F6-BEDA-BD9FA7E15CD6}" destId="{55832D95-6EA1-4996-AD3C-72F3DE97D3AA}" srcOrd="0" destOrd="0" presId="urn:microsoft.com/office/officeart/2018/2/layout/IconLabelList"/>
    <dgm:cxn modelId="{4D202122-65CA-4900-912D-B29CA12FDD9D}" type="presParOf" srcId="{DF005FE3-FA4D-48F6-BEDA-BD9FA7E15CD6}" destId="{4309CF5E-C87F-4D80-A627-EC9431511EF6}" srcOrd="1" destOrd="0" presId="urn:microsoft.com/office/officeart/2018/2/layout/IconLabelList"/>
    <dgm:cxn modelId="{70FFCB22-6407-4730-9886-CD12D0EA9654}" type="presParOf" srcId="{DF005FE3-FA4D-48F6-BEDA-BD9FA7E15CD6}" destId="{C384DFAD-F650-41EE-A1F2-7316912C9A1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2379508-799B-465C-B504-01945E6834B0}"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D92DDA5-66F7-4ED5-8FE1-97491AE2804A}">
      <dgm:prSet/>
      <dgm:spPr/>
      <dgm:t>
        <a:bodyPr/>
        <a:lstStyle/>
        <a:p>
          <a:r>
            <a:rPr lang="en-US"/>
            <a:t>FizzBuzz → Leap year → String calculator</a:t>
          </a:r>
        </a:p>
      </dgm:t>
    </dgm:pt>
    <dgm:pt modelId="{1AD2F0AF-61E5-45D3-BE63-13E420112635}" type="parTrans" cxnId="{7BF514EC-F2BF-49E9-9E9A-891CC47E5C61}">
      <dgm:prSet/>
      <dgm:spPr/>
      <dgm:t>
        <a:bodyPr/>
        <a:lstStyle/>
        <a:p>
          <a:endParaRPr lang="en-US"/>
        </a:p>
      </dgm:t>
    </dgm:pt>
    <dgm:pt modelId="{0B2208F5-9743-48DA-9E72-95B0389788E0}" type="sibTrans" cxnId="{7BF514EC-F2BF-49E9-9E9A-891CC47E5C61}">
      <dgm:prSet/>
      <dgm:spPr/>
      <dgm:t>
        <a:bodyPr/>
        <a:lstStyle/>
        <a:p>
          <a:endParaRPr lang="en-US"/>
        </a:p>
      </dgm:t>
    </dgm:pt>
    <dgm:pt modelId="{A9491DBF-0224-416E-A19E-443DA73EE530}">
      <dgm:prSet/>
      <dgm:spPr/>
      <dgm:t>
        <a:bodyPr/>
        <a:lstStyle/>
        <a:p>
          <a:r>
            <a:rPr lang="en-US"/>
            <a:t>Bowling game</a:t>
          </a:r>
        </a:p>
      </dgm:t>
    </dgm:pt>
    <dgm:pt modelId="{0A098B03-FEB1-4FBA-8AEE-55C1B72D056D}" type="parTrans" cxnId="{EAA69498-0A08-48C0-B9ED-EFFBA6E806EE}">
      <dgm:prSet/>
      <dgm:spPr/>
      <dgm:t>
        <a:bodyPr/>
        <a:lstStyle/>
        <a:p>
          <a:endParaRPr lang="en-US"/>
        </a:p>
      </dgm:t>
    </dgm:pt>
    <dgm:pt modelId="{39C72395-FEE6-4103-96B5-1A9E8DAF412D}" type="sibTrans" cxnId="{EAA69498-0A08-48C0-B9ED-EFFBA6E806EE}">
      <dgm:prSet/>
      <dgm:spPr/>
      <dgm:t>
        <a:bodyPr/>
        <a:lstStyle/>
        <a:p>
          <a:endParaRPr lang="en-US"/>
        </a:p>
      </dgm:t>
    </dgm:pt>
    <dgm:pt modelId="{42740C8C-88B0-4041-82E1-2BD964A588C8}">
      <dgm:prSet/>
      <dgm:spPr/>
      <dgm:t>
        <a:bodyPr/>
        <a:lstStyle/>
        <a:p>
          <a:r>
            <a:rPr lang="en-US"/>
            <a:t>Roman numerals</a:t>
          </a:r>
        </a:p>
      </dgm:t>
    </dgm:pt>
    <dgm:pt modelId="{16AA625A-A616-4F17-ABA1-08B977D1AB86}" type="parTrans" cxnId="{0A0DF9EE-5333-461B-A0F4-97A47AAD0CFE}">
      <dgm:prSet/>
      <dgm:spPr/>
      <dgm:t>
        <a:bodyPr/>
        <a:lstStyle/>
        <a:p>
          <a:endParaRPr lang="en-US"/>
        </a:p>
      </dgm:t>
    </dgm:pt>
    <dgm:pt modelId="{80EF87B6-AD6F-42C3-AEF8-755649C304F3}" type="sibTrans" cxnId="{0A0DF9EE-5333-461B-A0F4-97A47AAD0CFE}">
      <dgm:prSet/>
      <dgm:spPr/>
      <dgm:t>
        <a:bodyPr/>
        <a:lstStyle/>
        <a:p>
          <a:endParaRPr lang="en-US"/>
        </a:p>
      </dgm:t>
    </dgm:pt>
    <dgm:pt modelId="{9DD11A46-D0B0-45F9-836C-32629E12969E}">
      <dgm:prSet/>
      <dgm:spPr/>
      <dgm:t>
        <a:bodyPr/>
        <a:lstStyle/>
        <a:p>
          <a:r>
            <a:rPr lang="en-US"/>
            <a:t>API client with retry/backoff using fakes</a:t>
          </a:r>
        </a:p>
      </dgm:t>
    </dgm:pt>
    <dgm:pt modelId="{8693EB69-6B2E-4CF4-BFF6-3F4BB3FBC420}" type="parTrans" cxnId="{C6666BBC-0F25-4867-8D04-28D967B1A01B}">
      <dgm:prSet/>
      <dgm:spPr/>
      <dgm:t>
        <a:bodyPr/>
        <a:lstStyle/>
        <a:p>
          <a:endParaRPr lang="en-US"/>
        </a:p>
      </dgm:t>
    </dgm:pt>
    <dgm:pt modelId="{4ECEE432-A389-4D15-AAA4-F1A1AFEE0613}" type="sibTrans" cxnId="{C6666BBC-0F25-4867-8D04-28D967B1A01B}">
      <dgm:prSet/>
      <dgm:spPr/>
      <dgm:t>
        <a:bodyPr/>
        <a:lstStyle/>
        <a:p>
          <a:endParaRPr lang="en-US"/>
        </a:p>
      </dgm:t>
    </dgm:pt>
    <dgm:pt modelId="{A162BE7E-8822-8A40-8CC1-D3DCA53E098F}" type="pres">
      <dgm:prSet presAssocID="{62379508-799B-465C-B504-01945E6834B0}" presName="linear" presStyleCnt="0">
        <dgm:presLayoutVars>
          <dgm:animLvl val="lvl"/>
          <dgm:resizeHandles val="exact"/>
        </dgm:presLayoutVars>
      </dgm:prSet>
      <dgm:spPr/>
    </dgm:pt>
    <dgm:pt modelId="{5B55116D-BF72-E54B-B1CC-8233103ADFC8}" type="pres">
      <dgm:prSet presAssocID="{6D92DDA5-66F7-4ED5-8FE1-97491AE2804A}" presName="parentText" presStyleLbl="node1" presStyleIdx="0" presStyleCnt="4">
        <dgm:presLayoutVars>
          <dgm:chMax val="0"/>
          <dgm:bulletEnabled val="1"/>
        </dgm:presLayoutVars>
      </dgm:prSet>
      <dgm:spPr/>
    </dgm:pt>
    <dgm:pt modelId="{3D1BA44D-6243-A041-B5C1-0FC638F43582}" type="pres">
      <dgm:prSet presAssocID="{0B2208F5-9743-48DA-9E72-95B0389788E0}" presName="spacer" presStyleCnt="0"/>
      <dgm:spPr/>
    </dgm:pt>
    <dgm:pt modelId="{819E62B1-A7CC-A745-A9DE-5B064E39597E}" type="pres">
      <dgm:prSet presAssocID="{A9491DBF-0224-416E-A19E-443DA73EE530}" presName="parentText" presStyleLbl="node1" presStyleIdx="1" presStyleCnt="4">
        <dgm:presLayoutVars>
          <dgm:chMax val="0"/>
          <dgm:bulletEnabled val="1"/>
        </dgm:presLayoutVars>
      </dgm:prSet>
      <dgm:spPr/>
    </dgm:pt>
    <dgm:pt modelId="{89F01F92-337E-0A41-B1EF-8EB203B35AF2}" type="pres">
      <dgm:prSet presAssocID="{39C72395-FEE6-4103-96B5-1A9E8DAF412D}" presName="spacer" presStyleCnt="0"/>
      <dgm:spPr/>
    </dgm:pt>
    <dgm:pt modelId="{440AF1FA-4B67-D441-8B9B-40BE845E1DE8}" type="pres">
      <dgm:prSet presAssocID="{42740C8C-88B0-4041-82E1-2BD964A588C8}" presName="parentText" presStyleLbl="node1" presStyleIdx="2" presStyleCnt="4">
        <dgm:presLayoutVars>
          <dgm:chMax val="0"/>
          <dgm:bulletEnabled val="1"/>
        </dgm:presLayoutVars>
      </dgm:prSet>
      <dgm:spPr/>
    </dgm:pt>
    <dgm:pt modelId="{621F6002-78FB-694D-9406-B26F23ED3067}" type="pres">
      <dgm:prSet presAssocID="{80EF87B6-AD6F-42C3-AEF8-755649C304F3}" presName="spacer" presStyleCnt="0"/>
      <dgm:spPr/>
    </dgm:pt>
    <dgm:pt modelId="{285937CD-6B39-F347-BA06-1A1D6169B443}" type="pres">
      <dgm:prSet presAssocID="{9DD11A46-D0B0-45F9-836C-32629E12969E}" presName="parentText" presStyleLbl="node1" presStyleIdx="3" presStyleCnt="4">
        <dgm:presLayoutVars>
          <dgm:chMax val="0"/>
          <dgm:bulletEnabled val="1"/>
        </dgm:presLayoutVars>
      </dgm:prSet>
      <dgm:spPr/>
    </dgm:pt>
  </dgm:ptLst>
  <dgm:cxnLst>
    <dgm:cxn modelId="{6E0C1B09-EDBB-B04F-BE1E-9AD7715F8EB6}" type="presOf" srcId="{42740C8C-88B0-4041-82E1-2BD964A588C8}" destId="{440AF1FA-4B67-D441-8B9B-40BE845E1DE8}" srcOrd="0" destOrd="0" presId="urn:microsoft.com/office/officeart/2005/8/layout/vList2"/>
    <dgm:cxn modelId="{62BB7255-2D01-3D48-9557-54EA87D343A7}" type="presOf" srcId="{6D92DDA5-66F7-4ED5-8FE1-97491AE2804A}" destId="{5B55116D-BF72-E54B-B1CC-8233103ADFC8}" srcOrd="0" destOrd="0" presId="urn:microsoft.com/office/officeart/2005/8/layout/vList2"/>
    <dgm:cxn modelId="{6F01856B-4D2A-1844-9F18-13B3B7B1DBEA}" type="presOf" srcId="{9DD11A46-D0B0-45F9-836C-32629E12969E}" destId="{285937CD-6B39-F347-BA06-1A1D6169B443}" srcOrd="0" destOrd="0" presId="urn:microsoft.com/office/officeart/2005/8/layout/vList2"/>
    <dgm:cxn modelId="{EAA69498-0A08-48C0-B9ED-EFFBA6E806EE}" srcId="{62379508-799B-465C-B504-01945E6834B0}" destId="{A9491DBF-0224-416E-A19E-443DA73EE530}" srcOrd="1" destOrd="0" parTransId="{0A098B03-FEB1-4FBA-8AEE-55C1B72D056D}" sibTransId="{39C72395-FEE6-4103-96B5-1A9E8DAF412D}"/>
    <dgm:cxn modelId="{FB8BD39C-F478-EE4F-8A12-57A92E8021EC}" type="presOf" srcId="{62379508-799B-465C-B504-01945E6834B0}" destId="{A162BE7E-8822-8A40-8CC1-D3DCA53E098F}" srcOrd="0" destOrd="0" presId="urn:microsoft.com/office/officeart/2005/8/layout/vList2"/>
    <dgm:cxn modelId="{C6666BBC-0F25-4867-8D04-28D967B1A01B}" srcId="{62379508-799B-465C-B504-01945E6834B0}" destId="{9DD11A46-D0B0-45F9-836C-32629E12969E}" srcOrd="3" destOrd="0" parTransId="{8693EB69-6B2E-4CF4-BFF6-3F4BB3FBC420}" sibTransId="{4ECEE432-A389-4D15-AAA4-F1A1AFEE0613}"/>
    <dgm:cxn modelId="{CA6C79E3-A0B2-0748-9FB1-8B98A0A66D5D}" type="presOf" srcId="{A9491DBF-0224-416E-A19E-443DA73EE530}" destId="{819E62B1-A7CC-A745-A9DE-5B064E39597E}" srcOrd="0" destOrd="0" presId="urn:microsoft.com/office/officeart/2005/8/layout/vList2"/>
    <dgm:cxn modelId="{7BF514EC-F2BF-49E9-9E9A-891CC47E5C61}" srcId="{62379508-799B-465C-B504-01945E6834B0}" destId="{6D92DDA5-66F7-4ED5-8FE1-97491AE2804A}" srcOrd="0" destOrd="0" parTransId="{1AD2F0AF-61E5-45D3-BE63-13E420112635}" sibTransId="{0B2208F5-9743-48DA-9E72-95B0389788E0}"/>
    <dgm:cxn modelId="{0A0DF9EE-5333-461B-A0F4-97A47AAD0CFE}" srcId="{62379508-799B-465C-B504-01945E6834B0}" destId="{42740C8C-88B0-4041-82E1-2BD964A588C8}" srcOrd="2" destOrd="0" parTransId="{16AA625A-A616-4F17-ABA1-08B977D1AB86}" sibTransId="{80EF87B6-AD6F-42C3-AEF8-755649C304F3}"/>
    <dgm:cxn modelId="{0E8B443A-DCEE-D245-9236-1CFA0C697C8D}" type="presParOf" srcId="{A162BE7E-8822-8A40-8CC1-D3DCA53E098F}" destId="{5B55116D-BF72-E54B-B1CC-8233103ADFC8}" srcOrd="0" destOrd="0" presId="urn:microsoft.com/office/officeart/2005/8/layout/vList2"/>
    <dgm:cxn modelId="{D25685E4-DE9F-F843-8BF8-6CB42E0128F6}" type="presParOf" srcId="{A162BE7E-8822-8A40-8CC1-D3DCA53E098F}" destId="{3D1BA44D-6243-A041-B5C1-0FC638F43582}" srcOrd="1" destOrd="0" presId="urn:microsoft.com/office/officeart/2005/8/layout/vList2"/>
    <dgm:cxn modelId="{80602CFC-88CE-A549-BD7E-F42DD1E14CA0}" type="presParOf" srcId="{A162BE7E-8822-8A40-8CC1-D3DCA53E098F}" destId="{819E62B1-A7CC-A745-A9DE-5B064E39597E}" srcOrd="2" destOrd="0" presId="urn:microsoft.com/office/officeart/2005/8/layout/vList2"/>
    <dgm:cxn modelId="{917A4CA5-0531-0E40-BB93-67B26E999611}" type="presParOf" srcId="{A162BE7E-8822-8A40-8CC1-D3DCA53E098F}" destId="{89F01F92-337E-0A41-B1EF-8EB203B35AF2}" srcOrd="3" destOrd="0" presId="urn:microsoft.com/office/officeart/2005/8/layout/vList2"/>
    <dgm:cxn modelId="{8124EB28-8DE6-0342-A1FF-9A98924CF1EF}" type="presParOf" srcId="{A162BE7E-8822-8A40-8CC1-D3DCA53E098F}" destId="{440AF1FA-4B67-D441-8B9B-40BE845E1DE8}" srcOrd="4" destOrd="0" presId="urn:microsoft.com/office/officeart/2005/8/layout/vList2"/>
    <dgm:cxn modelId="{991706A5-4E70-2345-AD7A-E211C42CF4AE}" type="presParOf" srcId="{A162BE7E-8822-8A40-8CC1-D3DCA53E098F}" destId="{621F6002-78FB-694D-9406-B26F23ED3067}" srcOrd="5" destOrd="0" presId="urn:microsoft.com/office/officeart/2005/8/layout/vList2"/>
    <dgm:cxn modelId="{C1F73FB0-0AA3-7E41-99A0-2671591E6752}" type="presParOf" srcId="{A162BE7E-8822-8A40-8CC1-D3DCA53E098F}" destId="{285937CD-6B39-F347-BA06-1A1D6169B443}"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1F8B6E9-8DDE-47CC-9C61-58CBDFAA00BE}" type="doc">
      <dgm:prSet loTypeId="urn:microsoft.com/office/officeart/2005/8/layout/vProcess5" loCatId="process" qsTypeId="urn:microsoft.com/office/officeart/2005/8/quickstyle/simple2" qsCatId="simple" csTypeId="urn:microsoft.com/office/officeart/2005/8/colors/colorful5" csCatId="colorful"/>
      <dgm:spPr/>
      <dgm:t>
        <a:bodyPr/>
        <a:lstStyle/>
        <a:p>
          <a:endParaRPr lang="en-US"/>
        </a:p>
      </dgm:t>
    </dgm:pt>
    <dgm:pt modelId="{6AD9B0E2-78CB-4A6F-9AA7-5FE9A3CDC237}">
      <dgm:prSet/>
      <dgm:spPr/>
      <dgm:t>
        <a:bodyPr/>
        <a:lstStyle/>
        <a:p>
          <a:r>
            <a:rPr lang="en-US"/>
            <a:t>TDD is a skill: practice in small katas</a:t>
          </a:r>
        </a:p>
      </dgm:t>
    </dgm:pt>
    <dgm:pt modelId="{141C4D77-7193-49BC-B238-09FA0E6DA07F}" type="parTrans" cxnId="{65452DFB-D6EB-4EAC-B671-E8D7FC52F2BC}">
      <dgm:prSet/>
      <dgm:spPr/>
      <dgm:t>
        <a:bodyPr/>
        <a:lstStyle/>
        <a:p>
          <a:endParaRPr lang="en-US"/>
        </a:p>
      </dgm:t>
    </dgm:pt>
    <dgm:pt modelId="{928D93D7-8DDF-4896-B65E-F2567D4B4945}" type="sibTrans" cxnId="{65452DFB-D6EB-4EAC-B671-E8D7FC52F2BC}">
      <dgm:prSet/>
      <dgm:spPr/>
      <dgm:t>
        <a:bodyPr/>
        <a:lstStyle/>
        <a:p>
          <a:endParaRPr lang="en-US"/>
        </a:p>
      </dgm:t>
    </dgm:pt>
    <dgm:pt modelId="{66BEAAC0-B5AE-4FA7-9CB8-5E0FB8056137}">
      <dgm:prSet/>
      <dgm:spPr/>
      <dgm:t>
        <a:bodyPr/>
        <a:lstStyle/>
        <a:p>
          <a:r>
            <a:rPr lang="en-US"/>
            <a:t>Red → Green → Refactor keeps you safe</a:t>
          </a:r>
        </a:p>
      </dgm:t>
    </dgm:pt>
    <dgm:pt modelId="{DD564D6F-8B40-447F-8C8B-5F64BDFA92FD}" type="parTrans" cxnId="{A6499173-0E07-441B-8E67-D12A4C020EEA}">
      <dgm:prSet/>
      <dgm:spPr/>
      <dgm:t>
        <a:bodyPr/>
        <a:lstStyle/>
        <a:p>
          <a:endParaRPr lang="en-US"/>
        </a:p>
      </dgm:t>
    </dgm:pt>
    <dgm:pt modelId="{08910C34-388E-451D-AE4E-67F61F2EE56B}" type="sibTrans" cxnId="{A6499173-0E07-441B-8E67-D12A4C020EEA}">
      <dgm:prSet/>
      <dgm:spPr/>
      <dgm:t>
        <a:bodyPr/>
        <a:lstStyle/>
        <a:p>
          <a:endParaRPr lang="en-US"/>
        </a:p>
      </dgm:t>
    </dgm:pt>
    <dgm:pt modelId="{A288CF45-6008-4E00-B955-9AF618BD7CA4}">
      <dgm:prSet/>
      <dgm:spPr/>
      <dgm:t>
        <a:bodyPr/>
        <a:lstStyle/>
        <a:p>
          <a:r>
            <a:rPr lang="en-US"/>
            <a:t>Readable, deterministic tests are your best friend</a:t>
          </a:r>
        </a:p>
      </dgm:t>
    </dgm:pt>
    <dgm:pt modelId="{68AE532E-3BEC-4A48-84EF-4697E97CF02C}" type="parTrans" cxnId="{AFF0C30D-70B2-4F01-B761-9EFCC640F472}">
      <dgm:prSet/>
      <dgm:spPr/>
      <dgm:t>
        <a:bodyPr/>
        <a:lstStyle/>
        <a:p>
          <a:endParaRPr lang="en-US"/>
        </a:p>
      </dgm:t>
    </dgm:pt>
    <dgm:pt modelId="{F3F9B3DC-1C21-47D0-8572-F37BA450F93D}" type="sibTrans" cxnId="{AFF0C30D-70B2-4F01-B761-9EFCC640F472}">
      <dgm:prSet/>
      <dgm:spPr/>
      <dgm:t>
        <a:bodyPr/>
        <a:lstStyle/>
        <a:p>
          <a:endParaRPr lang="en-US"/>
        </a:p>
      </dgm:t>
    </dgm:pt>
    <dgm:pt modelId="{5167D9C9-67B1-E043-AAEA-56D5AB700BF1}" type="pres">
      <dgm:prSet presAssocID="{B1F8B6E9-8DDE-47CC-9C61-58CBDFAA00BE}" presName="outerComposite" presStyleCnt="0">
        <dgm:presLayoutVars>
          <dgm:chMax val="5"/>
          <dgm:dir/>
          <dgm:resizeHandles val="exact"/>
        </dgm:presLayoutVars>
      </dgm:prSet>
      <dgm:spPr/>
    </dgm:pt>
    <dgm:pt modelId="{3E2CFC74-2677-A543-A7FA-50DDCE821A5E}" type="pres">
      <dgm:prSet presAssocID="{B1F8B6E9-8DDE-47CC-9C61-58CBDFAA00BE}" presName="dummyMaxCanvas" presStyleCnt="0">
        <dgm:presLayoutVars/>
      </dgm:prSet>
      <dgm:spPr/>
    </dgm:pt>
    <dgm:pt modelId="{D7257F7A-DEBE-BB47-8FDD-38B531737C50}" type="pres">
      <dgm:prSet presAssocID="{B1F8B6E9-8DDE-47CC-9C61-58CBDFAA00BE}" presName="ThreeNodes_1" presStyleLbl="node1" presStyleIdx="0" presStyleCnt="3">
        <dgm:presLayoutVars>
          <dgm:bulletEnabled val="1"/>
        </dgm:presLayoutVars>
      </dgm:prSet>
      <dgm:spPr/>
    </dgm:pt>
    <dgm:pt modelId="{504F68B8-1127-3E47-B7F4-AB812648420C}" type="pres">
      <dgm:prSet presAssocID="{B1F8B6E9-8DDE-47CC-9C61-58CBDFAA00BE}" presName="ThreeNodes_2" presStyleLbl="node1" presStyleIdx="1" presStyleCnt="3">
        <dgm:presLayoutVars>
          <dgm:bulletEnabled val="1"/>
        </dgm:presLayoutVars>
      </dgm:prSet>
      <dgm:spPr/>
    </dgm:pt>
    <dgm:pt modelId="{30E91B48-B3DB-CF4F-91E4-7B3C1923A376}" type="pres">
      <dgm:prSet presAssocID="{B1F8B6E9-8DDE-47CC-9C61-58CBDFAA00BE}" presName="ThreeNodes_3" presStyleLbl="node1" presStyleIdx="2" presStyleCnt="3">
        <dgm:presLayoutVars>
          <dgm:bulletEnabled val="1"/>
        </dgm:presLayoutVars>
      </dgm:prSet>
      <dgm:spPr/>
    </dgm:pt>
    <dgm:pt modelId="{CCC57CC8-6805-D348-9A9C-5026B6CD344B}" type="pres">
      <dgm:prSet presAssocID="{B1F8B6E9-8DDE-47CC-9C61-58CBDFAA00BE}" presName="ThreeConn_1-2" presStyleLbl="fgAccFollowNode1" presStyleIdx="0" presStyleCnt="2">
        <dgm:presLayoutVars>
          <dgm:bulletEnabled val="1"/>
        </dgm:presLayoutVars>
      </dgm:prSet>
      <dgm:spPr/>
    </dgm:pt>
    <dgm:pt modelId="{6EFFE276-3D5B-8E44-9DD0-FD78D4E960D0}" type="pres">
      <dgm:prSet presAssocID="{B1F8B6E9-8DDE-47CC-9C61-58CBDFAA00BE}" presName="ThreeConn_2-3" presStyleLbl="fgAccFollowNode1" presStyleIdx="1" presStyleCnt="2">
        <dgm:presLayoutVars>
          <dgm:bulletEnabled val="1"/>
        </dgm:presLayoutVars>
      </dgm:prSet>
      <dgm:spPr/>
    </dgm:pt>
    <dgm:pt modelId="{95D42F61-CFDF-5C46-BA0A-C85D6FAB9FFF}" type="pres">
      <dgm:prSet presAssocID="{B1F8B6E9-8DDE-47CC-9C61-58CBDFAA00BE}" presName="ThreeNodes_1_text" presStyleLbl="node1" presStyleIdx="2" presStyleCnt="3">
        <dgm:presLayoutVars>
          <dgm:bulletEnabled val="1"/>
        </dgm:presLayoutVars>
      </dgm:prSet>
      <dgm:spPr/>
    </dgm:pt>
    <dgm:pt modelId="{3539B223-AEAE-0E41-90C2-F16D2197EF3D}" type="pres">
      <dgm:prSet presAssocID="{B1F8B6E9-8DDE-47CC-9C61-58CBDFAA00BE}" presName="ThreeNodes_2_text" presStyleLbl="node1" presStyleIdx="2" presStyleCnt="3">
        <dgm:presLayoutVars>
          <dgm:bulletEnabled val="1"/>
        </dgm:presLayoutVars>
      </dgm:prSet>
      <dgm:spPr/>
    </dgm:pt>
    <dgm:pt modelId="{831593F8-460F-6B4A-B358-4FE3D7973A46}" type="pres">
      <dgm:prSet presAssocID="{B1F8B6E9-8DDE-47CC-9C61-58CBDFAA00BE}" presName="ThreeNodes_3_text" presStyleLbl="node1" presStyleIdx="2" presStyleCnt="3">
        <dgm:presLayoutVars>
          <dgm:bulletEnabled val="1"/>
        </dgm:presLayoutVars>
      </dgm:prSet>
      <dgm:spPr/>
    </dgm:pt>
  </dgm:ptLst>
  <dgm:cxnLst>
    <dgm:cxn modelId="{E4373404-D446-6C48-83C5-F3876956244D}" type="presOf" srcId="{66BEAAC0-B5AE-4FA7-9CB8-5E0FB8056137}" destId="{3539B223-AEAE-0E41-90C2-F16D2197EF3D}" srcOrd="1" destOrd="0" presId="urn:microsoft.com/office/officeart/2005/8/layout/vProcess5"/>
    <dgm:cxn modelId="{AFF0C30D-70B2-4F01-B761-9EFCC640F472}" srcId="{B1F8B6E9-8DDE-47CC-9C61-58CBDFAA00BE}" destId="{A288CF45-6008-4E00-B955-9AF618BD7CA4}" srcOrd="2" destOrd="0" parTransId="{68AE532E-3BEC-4A48-84EF-4697E97CF02C}" sibTransId="{F3F9B3DC-1C21-47D0-8572-F37BA450F93D}"/>
    <dgm:cxn modelId="{37895123-9EEF-534C-9A22-BDEB8CAB8076}" type="presOf" srcId="{08910C34-388E-451D-AE4E-67F61F2EE56B}" destId="{6EFFE276-3D5B-8E44-9DD0-FD78D4E960D0}" srcOrd="0" destOrd="0" presId="urn:microsoft.com/office/officeart/2005/8/layout/vProcess5"/>
    <dgm:cxn modelId="{9B635565-FABA-BA4A-8CE1-266181C1B90D}" type="presOf" srcId="{6AD9B0E2-78CB-4A6F-9AA7-5FE9A3CDC237}" destId="{95D42F61-CFDF-5C46-BA0A-C85D6FAB9FFF}" srcOrd="1" destOrd="0" presId="urn:microsoft.com/office/officeart/2005/8/layout/vProcess5"/>
    <dgm:cxn modelId="{A6499173-0E07-441B-8E67-D12A4C020EEA}" srcId="{B1F8B6E9-8DDE-47CC-9C61-58CBDFAA00BE}" destId="{66BEAAC0-B5AE-4FA7-9CB8-5E0FB8056137}" srcOrd="1" destOrd="0" parTransId="{DD564D6F-8B40-447F-8C8B-5F64BDFA92FD}" sibTransId="{08910C34-388E-451D-AE4E-67F61F2EE56B}"/>
    <dgm:cxn modelId="{18C3D57F-4500-3D4A-99A7-54FC3FF00932}" type="presOf" srcId="{928D93D7-8DDF-4896-B65E-F2567D4B4945}" destId="{CCC57CC8-6805-D348-9A9C-5026B6CD344B}" srcOrd="0" destOrd="0" presId="urn:microsoft.com/office/officeart/2005/8/layout/vProcess5"/>
    <dgm:cxn modelId="{827F6888-10C2-1641-9EA1-DE2545D9462C}" type="presOf" srcId="{B1F8B6E9-8DDE-47CC-9C61-58CBDFAA00BE}" destId="{5167D9C9-67B1-E043-AAEA-56D5AB700BF1}" srcOrd="0" destOrd="0" presId="urn:microsoft.com/office/officeart/2005/8/layout/vProcess5"/>
    <dgm:cxn modelId="{21237093-112E-574E-82A0-7993D29ED732}" type="presOf" srcId="{A288CF45-6008-4E00-B955-9AF618BD7CA4}" destId="{831593F8-460F-6B4A-B358-4FE3D7973A46}" srcOrd="1" destOrd="0" presId="urn:microsoft.com/office/officeart/2005/8/layout/vProcess5"/>
    <dgm:cxn modelId="{BBEAEABB-3FAB-C24C-8914-E86D9F400308}" type="presOf" srcId="{6AD9B0E2-78CB-4A6F-9AA7-5FE9A3CDC237}" destId="{D7257F7A-DEBE-BB47-8FDD-38B531737C50}" srcOrd="0" destOrd="0" presId="urn:microsoft.com/office/officeart/2005/8/layout/vProcess5"/>
    <dgm:cxn modelId="{D8E954C3-3FB5-B946-94F3-72C45A8DD200}" type="presOf" srcId="{A288CF45-6008-4E00-B955-9AF618BD7CA4}" destId="{30E91B48-B3DB-CF4F-91E4-7B3C1923A376}" srcOrd="0" destOrd="0" presId="urn:microsoft.com/office/officeart/2005/8/layout/vProcess5"/>
    <dgm:cxn modelId="{248C64F7-D586-AB46-80C5-FFADC4997585}" type="presOf" srcId="{66BEAAC0-B5AE-4FA7-9CB8-5E0FB8056137}" destId="{504F68B8-1127-3E47-B7F4-AB812648420C}" srcOrd="0" destOrd="0" presId="urn:microsoft.com/office/officeart/2005/8/layout/vProcess5"/>
    <dgm:cxn modelId="{65452DFB-D6EB-4EAC-B671-E8D7FC52F2BC}" srcId="{B1F8B6E9-8DDE-47CC-9C61-58CBDFAA00BE}" destId="{6AD9B0E2-78CB-4A6F-9AA7-5FE9A3CDC237}" srcOrd="0" destOrd="0" parTransId="{141C4D77-7193-49BC-B238-09FA0E6DA07F}" sibTransId="{928D93D7-8DDF-4896-B65E-F2567D4B4945}"/>
    <dgm:cxn modelId="{98CFD608-258D-AC46-A4E7-0D73C33F102A}" type="presParOf" srcId="{5167D9C9-67B1-E043-AAEA-56D5AB700BF1}" destId="{3E2CFC74-2677-A543-A7FA-50DDCE821A5E}" srcOrd="0" destOrd="0" presId="urn:microsoft.com/office/officeart/2005/8/layout/vProcess5"/>
    <dgm:cxn modelId="{1D974721-FDCC-8A49-A657-81E63618453E}" type="presParOf" srcId="{5167D9C9-67B1-E043-AAEA-56D5AB700BF1}" destId="{D7257F7A-DEBE-BB47-8FDD-38B531737C50}" srcOrd="1" destOrd="0" presId="urn:microsoft.com/office/officeart/2005/8/layout/vProcess5"/>
    <dgm:cxn modelId="{E0F4DC67-4C48-CC4C-94BA-2402C596BFDE}" type="presParOf" srcId="{5167D9C9-67B1-E043-AAEA-56D5AB700BF1}" destId="{504F68B8-1127-3E47-B7F4-AB812648420C}" srcOrd="2" destOrd="0" presId="urn:microsoft.com/office/officeart/2005/8/layout/vProcess5"/>
    <dgm:cxn modelId="{86804CD6-DD63-5D4F-A316-796777A93E54}" type="presParOf" srcId="{5167D9C9-67B1-E043-AAEA-56D5AB700BF1}" destId="{30E91B48-B3DB-CF4F-91E4-7B3C1923A376}" srcOrd="3" destOrd="0" presId="urn:microsoft.com/office/officeart/2005/8/layout/vProcess5"/>
    <dgm:cxn modelId="{E0D5B810-7811-3D4C-A7D3-617C45398E0A}" type="presParOf" srcId="{5167D9C9-67B1-E043-AAEA-56D5AB700BF1}" destId="{CCC57CC8-6805-D348-9A9C-5026B6CD344B}" srcOrd="4" destOrd="0" presId="urn:microsoft.com/office/officeart/2005/8/layout/vProcess5"/>
    <dgm:cxn modelId="{490ECC4A-D191-C24D-9391-5C39853C9605}" type="presParOf" srcId="{5167D9C9-67B1-E043-AAEA-56D5AB700BF1}" destId="{6EFFE276-3D5B-8E44-9DD0-FD78D4E960D0}" srcOrd="5" destOrd="0" presId="urn:microsoft.com/office/officeart/2005/8/layout/vProcess5"/>
    <dgm:cxn modelId="{E37836F2-C994-1948-9F9B-A3BEA7068C04}" type="presParOf" srcId="{5167D9C9-67B1-E043-AAEA-56D5AB700BF1}" destId="{95D42F61-CFDF-5C46-BA0A-C85D6FAB9FFF}" srcOrd="6" destOrd="0" presId="urn:microsoft.com/office/officeart/2005/8/layout/vProcess5"/>
    <dgm:cxn modelId="{3966618B-97F7-174C-8FFE-B590E4BE619D}" type="presParOf" srcId="{5167D9C9-67B1-E043-AAEA-56D5AB700BF1}" destId="{3539B223-AEAE-0E41-90C2-F16D2197EF3D}" srcOrd="7" destOrd="0" presId="urn:microsoft.com/office/officeart/2005/8/layout/vProcess5"/>
    <dgm:cxn modelId="{712E4727-E303-9147-870C-B02643EA8386}" type="presParOf" srcId="{5167D9C9-67B1-E043-AAEA-56D5AB700BF1}" destId="{831593F8-460F-6B4A-B358-4FE3D7973A46}"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8B59AF5-9F5F-4023-9841-9F6FDFDE2DDF}"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48B3578E-5729-4B86-A75F-84B171ED4CDE}">
      <dgm:prSet/>
      <dgm:spPr/>
      <dgm:t>
        <a:bodyPr/>
        <a:lstStyle/>
        <a:p>
          <a:r>
            <a:rPr lang="en-US"/>
            <a:t>What part feels unclear?</a:t>
          </a:r>
        </a:p>
      </dgm:t>
    </dgm:pt>
    <dgm:pt modelId="{8CF3D1F1-ACBE-41F1-8CC4-6313A15F75DE}" type="parTrans" cxnId="{0E6129C3-1769-4C7A-9E63-09D6BFF96BB7}">
      <dgm:prSet/>
      <dgm:spPr/>
      <dgm:t>
        <a:bodyPr/>
        <a:lstStyle/>
        <a:p>
          <a:endParaRPr lang="en-US"/>
        </a:p>
      </dgm:t>
    </dgm:pt>
    <dgm:pt modelId="{4782B74A-67BC-4767-A9B1-FD29B5D0F19D}" type="sibTrans" cxnId="{0E6129C3-1769-4C7A-9E63-09D6BFF96BB7}">
      <dgm:prSet/>
      <dgm:spPr/>
      <dgm:t>
        <a:bodyPr/>
        <a:lstStyle/>
        <a:p>
          <a:endParaRPr lang="en-US"/>
        </a:p>
      </dgm:t>
    </dgm:pt>
    <dgm:pt modelId="{756F97C8-FA0E-42D4-BFF9-AE18C0B61870}">
      <dgm:prSet/>
      <dgm:spPr/>
      <dgm:t>
        <a:bodyPr/>
        <a:lstStyle/>
        <a:p>
          <a:r>
            <a:rPr lang="en-US"/>
            <a:t>Where could TDD help in our codebase?</a:t>
          </a:r>
        </a:p>
      </dgm:t>
    </dgm:pt>
    <dgm:pt modelId="{23FFA17C-6E8F-4527-B844-255B0442842C}" type="parTrans" cxnId="{2BAB60CD-AFB3-4A18-9F20-DB3DECE8D6B7}">
      <dgm:prSet/>
      <dgm:spPr/>
      <dgm:t>
        <a:bodyPr/>
        <a:lstStyle/>
        <a:p>
          <a:endParaRPr lang="en-US"/>
        </a:p>
      </dgm:t>
    </dgm:pt>
    <dgm:pt modelId="{0912BC27-2841-4D86-850D-CD2BEF9866DE}" type="sibTrans" cxnId="{2BAB60CD-AFB3-4A18-9F20-DB3DECE8D6B7}">
      <dgm:prSet/>
      <dgm:spPr/>
      <dgm:t>
        <a:bodyPr/>
        <a:lstStyle/>
        <a:p>
          <a:endParaRPr lang="en-US"/>
        </a:p>
      </dgm:t>
    </dgm:pt>
    <dgm:pt modelId="{0945DAAD-9695-4A4D-AFAE-8AD291328968}">
      <dgm:prSet/>
      <dgm:spPr/>
      <dgm:t>
        <a:bodyPr/>
        <a:lstStyle/>
        <a:p>
          <a:r>
            <a:rPr lang="en-US"/>
            <a:t>What kata should we try as a team?</a:t>
          </a:r>
        </a:p>
      </dgm:t>
    </dgm:pt>
    <dgm:pt modelId="{80B8D4E0-36E8-4EF4-AB23-C7E3210D4777}" type="parTrans" cxnId="{EC9574E4-5EE6-4E11-A15A-E5CABF182781}">
      <dgm:prSet/>
      <dgm:spPr/>
      <dgm:t>
        <a:bodyPr/>
        <a:lstStyle/>
        <a:p>
          <a:endParaRPr lang="en-US"/>
        </a:p>
      </dgm:t>
    </dgm:pt>
    <dgm:pt modelId="{D483FF6A-45E0-4452-BA36-381CFC086064}" type="sibTrans" cxnId="{EC9574E4-5EE6-4E11-A15A-E5CABF182781}">
      <dgm:prSet/>
      <dgm:spPr/>
      <dgm:t>
        <a:bodyPr/>
        <a:lstStyle/>
        <a:p>
          <a:endParaRPr lang="en-US"/>
        </a:p>
      </dgm:t>
    </dgm:pt>
    <dgm:pt modelId="{1A8AF337-092B-FC4A-A589-93D2A547F4CB}" type="pres">
      <dgm:prSet presAssocID="{B8B59AF5-9F5F-4023-9841-9F6FDFDE2DDF}" presName="vert0" presStyleCnt="0">
        <dgm:presLayoutVars>
          <dgm:dir/>
          <dgm:animOne val="branch"/>
          <dgm:animLvl val="lvl"/>
        </dgm:presLayoutVars>
      </dgm:prSet>
      <dgm:spPr/>
    </dgm:pt>
    <dgm:pt modelId="{6456066B-C1A8-E24A-9AFD-29F5BDF04831}" type="pres">
      <dgm:prSet presAssocID="{48B3578E-5729-4B86-A75F-84B171ED4CDE}" presName="thickLine" presStyleLbl="alignNode1" presStyleIdx="0" presStyleCnt="3"/>
      <dgm:spPr/>
    </dgm:pt>
    <dgm:pt modelId="{086EBC51-D49A-DB44-82B5-50791A64F837}" type="pres">
      <dgm:prSet presAssocID="{48B3578E-5729-4B86-A75F-84B171ED4CDE}" presName="horz1" presStyleCnt="0"/>
      <dgm:spPr/>
    </dgm:pt>
    <dgm:pt modelId="{FB9B23E1-5C0B-9442-9449-68B0F9A68144}" type="pres">
      <dgm:prSet presAssocID="{48B3578E-5729-4B86-A75F-84B171ED4CDE}" presName="tx1" presStyleLbl="revTx" presStyleIdx="0" presStyleCnt="3"/>
      <dgm:spPr/>
    </dgm:pt>
    <dgm:pt modelId="{A816D062-A5D8-E941-A9E9-FFF4A0BFBBCA}" type="pres">
      <dgm:prSet presAssocID="{48B3578E-5729-4B86-A75F-84B171ED4CDE}" presName="vert1" presStyleCnt="0"/>
      <dgm:spPr/>
    </dgm:pt>
    <dgm:pt modelId="{64CFFED8-BC74-3B48-ABE9-DCF6312C6E86}" type="pres">
      <dgm:prSet presAssocID="{756F97C8-FA0E-42D4-BFF9-AE18C0B61870}" presName="thickLine" presStyleLbl="alignNode1" presStyleIdx="1" presStyleCnt="3"/>
      <dgm:spPr/>
    </dgm:pt>
    <dgm:pt modelId="{C0CD4694-F8DB-3D48-8188-F3E069778A94}" type="pres">
      <dgm:prSet presAssocID="{756F97C8-FA0E-42D4-BFF9-AE18C0B61870}" presName="horz1" presStyleCnt="0"/>
      <dgm:spPr/>
    </dgm:pt>
    <dgm:pt modelId="{B0E6C606-4124-7548-8434-BCD5AA88E25F}" type="pres">
      <dgm:prSet presAssocID="{756F97C8-FA0E-42D4-BFF9-AE18C0B61870}" presName="tx1" presStyleLbl="revTx" presStyleIdx="1" presStyleCnt="3"/>
      <dgm:spPr/>
    </dgm:pt>
    <dgm:pt modelId="{E95ADFBA-E5EB-B24C-A6D1-6D4F25FEA76C}" type="pres">
      <dgm:prSet presAssocID="{756F97C8-FA0E-42D4-BFF9-AE18C0B61870}" presName="vert1" presStyleCnt="0"/>
      <dgm:spPr/>
    </dgm:pt>
    <dgm:pt modelId="{137FFC50-7F3B-F949-BB61-B5A2C3FF0207}" type="pres">
      <dgm:prSet presAssocID="{0945DAAD-9695-4A4D-AFAE-8AD291328968}" presName="thickLine" presStyleLbl="alignNode1" presStyleIdx="2" presStyleCnt="3"/>
      <dgm:spPr/>
    </dgm:pt>
    <dgm:pt modelId="{3769A9E6-CDE9-654D-B46C-7B312F6400DE}" type="pres">
      <dgm:prSet presAssocID="{0945DAAD-9695-4A4D-AFAE-8AD291328968}" presName="horz1" presStyleCnt="0"/>
      <dgm:spPr/>
    </dgm:pt>
    <dgm:pt modelId="{C724D172-D9ED-F949-9923-14D14C222289}" type="pres">
      <dgm:prSet presAssocID="{0945DAAD-9695-4A4D-AFAE-8AD291328968}" presName="tx1" presStyleLbl="revTx" presStyleIdx="2" presStyleCnt="3"/>
      <dgm:spPr/>
    </dgm:pt>
    <dgm:pt modelId="{D436E40B-CFD7-0042-ABDF-1729716FB2AF}" type="pres">
      <dgm:prSet presAssocID="{0945DAAD-9695-4A4D-AFAE-8AD291328968}" presName="vert1" presStyleCnt="0"/>
      <dgm:spPr/>
    </dgm:pt>
  </dgm:ptLst>
  <dgm:cxnLst>
    <dgm:cxn modelId="{7F8A509C-C3A0-BC4A-AC12-30F912FD9DA3}" type="presOf" srcId="{B8B59AF5-9F5F-4023-9841-9F6FDFDE2DDF}" destId="{1A8AF337-092B-FC4A-A589-93D2A547F4CB}" srcOrd="0" destOrd="0" presId="urn:microsoft.com/office/officeart/2008/layout/LinedList"/>
    <dgm:cxn modelId="{C3302EA9-822F-F74E-B379-93AB7A3904FA}" type="presOf" srcId="{756F97C8-FA0E-42D4-BFF9-AE18C0B61870}" destId="{B0E6C606-4124-7548-8434-BCD5AA88E25F}" srcOrd="0" destOrd="0" presId="urn:microsoft.com/office/officeart/2008/layout/LinedList"/>
    <dgm:cxn modelId="{32E07FAC-5461-5345-BE14-4C77E19A0906}" type="presOf" srcId="{0945DAAD-9695-4A4D-AFAE-8AD291328968}" destId="{C724D172-D9ED-F949-9923-14D14C222289}" srcOrd="0" destOrd="0" presId="urn:microsoft.com/office/officeart/2008/layout/LinedList"/>
    <dgm:cxn modelId="{06FEA1C1-CB54-774D-AE8F-BDC22E3C24C8}" type="presOf" srcId="{48B3578E-5729-4B86-A75F-84B171ED4CDE}" destId="{FB9B23E1-5C0B-9442-9449-68B0F9A68144}" srcOrd="0" destOrd="0" presId="urn:microsoft.com/office/officeart/2008/layout/LinedList"/>
    <dgm:cxn modelId="{0E6129C3-1769-4C7A-9E63-09D6BFF96BB7}" srcId="{B8B59AF5-9F5F-4023-9841-9F6FDFDE2DDF}" destId="{48B3578E-5729-4B86-A75F-84B171ED4CDE}" srcOrd="0" destOrd="0" parTransId="{8CF3D1F1-ACBE-41F1-8CC4-6313A15F75DE}" sibTransId="{4782B74A-67BC-4767-A9B1-FD29B5D0F19D}"/>
    <dgm:cxn modelId="{2BAB60CD-AFB3-4A18-9F20-DB3DECE8D6B7}" srcId="{B8B59AF5-9F5F-4023-9841-9F6FDFDE2DDF}" destId="{756F97C8-FA0E-42D4-BFF9-AE18C0B61870}" srcOrd="1" destOrd="0" parTransId="{23FFA17C-6E8F-4527-B844-255B0442842C}" sibTransId="{0912BC27-2841-4D86-850D-CD2BEF9866DE}"/>
    <dgm:cxn modelId="{EC9574E4-5EE6-4E11-A15A-E5CABF182781}" srcId="{B8B59AF5-9F5F-4023-9841-9F6FDFDE2DDF}" destId="{0945DAAD-9695-4A4D-AFAE-8AD291328968}" srcOrd="2" destOrd="0" parTransId="{80B8D4E0-36E8-4EF4-AB23-C7E3210D4777}" sibTransId="{D483FF6A-45E0-4452-BA36-381CFC086064}"/>
    <dgm:cxn modelId="{E8944776-DF0C-2445-9AAA-4DD292045EBF}" type="presParOf" srcId="{1A8AF337-092B-FC4A-A589-93D2A547F4CB}" destId="{6456066B-C1A8-E24A-9AFD-29F5BDF04831}" srcOrd="0" destOrd="0" presId="urn:microsoft.com/office/officeart/2008/layout/LinedList"/>
    <dgm:cxn modelId="{7764D2D2-F455-E64C-B2AD-8405273FD9D2}" type="presParOf" srcId="{1A8AF337-092B-FC4A-A589-93D2A547F4CB}" destId="{086EBC51-D49A-DB44-82B5-50791A64F837}" srcOrd="1" destOrd="0" presId="urn:microsoft.com/office/officeart/2008/layout/LinedList"/>
    <dgm:cxn modelId="{895EAD7F-DD90-E04F-A286-BB757B5CA876}" type="presParOf" srcId="{086EBC51-D49A-DB44-82B5-50791A64F837}" destId="{FB9B23E1-5C0B-9442-9449-68B0F9A68144}" srcOrd="0" destOrd="0" presId="urn:microsoft.com/office/officeart/2008/layout/LinedList"/>
    <dgm:cxn modelId="{66ACA2F5-8B74-0647-9843-6910D859D03C}" type="presParOf" srcId="{086EBC51-D49A-DB44-82B5-50791A64F837}" destId="{A816D062-A5D8-E941-A9E9-FFF4A0BFBBCA}" srcOrd="1" destOrd="0" presId="urn:microsoft.com/office/officeart/2008/layout/LinedList"/>
    <dgm:cxn modelId="{1681D09D-A3D0-7046-A66F-1DCE41A5D1B3}" type="presParOf" srcId="{1A8AF337-092B-FC4A-A589-93D2A547F4CB}" destId="{64CFFED8-BC74-3B48-ABE9-DCF6312C6E86}" srcOrd="2" destOrd="0" presId="urn:microsoft.com/office/officeart/2008/layout/LinedList"/>
    <dgm:cxn modelId="{DF431F02-B6FD-B04B-A190-343F1A297A24}" type="presParOf" srcId="{1A8AF337-092B-FC4A-A589-93D2A547F4CB}" destId="{C0CD4694-F8DB-3D48-8188-F3E069778A94}" srcOrd="3" destOrd="0" presId="urn:microsoft.com/office/officeart/2008/layout/LinedList"/>
    <dgm:cxn modelId="{16F0297A-AF19-D04A-BB56-05E14749F74D}" type="presParOf" srcId="{C0CD4694-F8DB-3D48-8188-F3E069778A94}" destId="{B0E6C606-4124-7548-8434-BCD5AA88E25F}" srcOrd="0" destOrd="0" presId="urn:microsoft.com/office/officeart/2008/layout/LinedList"/>
    <dgm:cxn modelId="{5A0C39EB-6570-8E46-934B-24FF2096A562}" type="presParOf" srcId="{C0CD4694-F8DB-3D48-8188-F3E069778A94}" destId="{E95ADFBA-E5EB-B24C-A6D1-6D4F25FEA76C}" srcOrd="1" destOrd="0" presId="urn:microsoft.com/office/officeart/2008/layout/LinedList"/>
    <dgm:cxn modelId="{D9B1A7AC-D4CE-4742-8806-3E1B32A09549}" type="presParOf" srcId="{1A8AF337-092B-FC4A-A589-93D2A547F4CB}" destId="{137FFC50-7F3B-F949-BB61-B5A2C3FF0207}" srcOrd="4" destOrd="0" presId="urn:microsoft.com/office/officeart/2008/layout/LinedList"/>
    <dgm:cxn modelId="{37B8DDF7-87ED-D24E-A25D-33037C31C3E1}" type="presParOf" srcId="{1A8AF337-092B-FC4A-A589-93D2A547F4CB}" destId="{3769A9E6-CDE9-654D-B46C-7B312F6400DE}" srcOrd="5" destOrd="0" presId="urn:microsoft.com/office/officeart/2008/layout/LinedList"/>
    <dgm:cxn modelId="{23275BE5-2429-FF41-B89D-2A7B3BD4F69B}" type="presParOf" srcId="{3769A9E6-CDE9-654D-B46C-7B312F6400DE}" destId="{C724D172-D9ED-F949-9923-14D14C222289}" srcOrd="0" destOrd="0" presId="urn:microsoft.com/office/officeart/2008/layout/LinedList"/>
    <dgm:cxn modelId="{CD3DEDC7-8936-364A-A322-A522F0511E31}" type="presParOf" srcId="{3769A9E6-CDE9-654D-B46C-7B312F6400DE}" destId="{D436E40B-CFD7-0042-ABDF-1729716FB2AF}"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3BE12-EDF8-E448-A463-E93F918E8458}">
      <dsp:nvSpPr>
        <dsp:cNvPr id="0" name=""/>
        <dsp:cNvSpPr/>
      </dsp:nvSpPr>
      <dsp:spPr>
        <a:xfrm>
          <a:off x="580" y="283273"/>
          <a:ext cx="2350740" cy="282088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933450">
            <a:lnSpc>
              <a:spcPct val="90000"/>
            </a:lnSpc>
            <a:spcBef>
              <a:spcPct val="0"/>
            </a:spcBef>
            <a:spcAft>
              <a:spcPct val="35000"/>
            </a:spcAft>
            <a:buNone/>
          </a:pPr>
          <a:r>
            <a:rPr lang="en-US" sz="2100" kern="1200"/>
            <a:t>Catch bugs early (cheap) instead of late (expensive)</a:t>
          </a:r>
        </a:p>
      </dsp:txBody>
      <dsp:txXfrm>
        <a:off x="580" y="1411629"/>
        <a:ext cx="2350740" cy="1692532"/>
      </dsp:txXfrm>
    </dsp:sp>
    <dsp:sp modelId="{B60B741D-2814-8F41-B736-00B0BBA20DB3}">
      <dsp:nvSpPr>
        <dsp:cNvPr id="0" name=""/>
        <dsp:cNvSpPr/>
      </dsp:nvSpPr>
      <dsp:spPr>
        <a:xfrm>
          <a:off x="580"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01</a:t>
          </a:r>
        </a:p>
      </dsp:txBody>
      <dsp:txXfrm>
        <a:off x="580" y="283273"/>
        <a:ext cx="2350740" cy="1128355"/>
      </dsp:txXfrm>
    </dsp:sp>
    <dsp:sp modelId="{62472176-B72E-7745-AC95-0604A6E60359}">
      <dsp:nvSpPr>
        <dsp:cNvPr id="0" name=""/>
        <dsp:cNvSpPr/>
      </dsp:nvSpPr>
      <dsp:spPr>
        <a:xfrm>
          <a:off x="2539379" y="283273"/>
          <a:ext cx="2350740" cy="2820888"/>
        </a:xfrm>
        <a:prstGeom prst="rect">
          <a:avLst/>
        </a:prstGeom>
        <a:solidFill>
          <a:schemeClr val="accent5">
            <a:hueOff val="689210"/>
            <a:satOff val="7227"/>
            <a:lumOff val="-588"/>
            <a:alphaOff val="0"/>
          </a:schemeClr>
        </a:solidFill>
        <a:ln w="19050" cap="rnd" cmpd="sng" algn="ctr">
          <a:solidFill>
            <a:schemeClr val="accent5">
              <a:hueOff val="689210"/>
              <a:satOff val="7227"/>
              <a:lumOff val="-588"/>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933450">
            <a:lnSpc>
              <a:spcPct val="90000"/>
            </a:lnSpc>
            <a:spcBef>
              <a:spcPct val="0"/>
            </a:spcBef>
            <a:spcAft>
              <a:spcPct val="35000"/>
            </a:spcAft>
            <a:buNone/>
          </a:pPr>
          <a:r>
            <a:rPr lang="en-US" sz="2100" kern="1200"/>
            <a:t>Protect against regressions</a:t>
          </a:r>
        </a:p>
      </dsp:txBody>
      <dsp:txXfrm>
        <a:off x="2539379" y="1411629"/>
        <a:ext cx="2350740" cy="1692532"/>
      </dsp:txXfrm>
    </dsp:sp>
    <dsp:sp modelId="{EA6DAA94-E1EE-414D-9F5A-44FF0C3E26D2}">
      <dsp:nvSpPr>
        <dsp:cNvPr id="0" name=""/>
        <dsp:cNvSpPr/>
      </dsp:nvSpPr>
      <dsp:spPr>
        <a:xfrm>
          <a:off x="25393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02</a:t>
          </a:r>
        </a:p>
      </dsp:txBody>
      <dsp:txXfrm>
        <a:off x="2539379" y="283273"/>
        <a:ext cx="2350740" cy="1128355"/>
      </dsp:txXfrm>
    </dsp:sp>
    <dsp:sp modelId="{EB7939BA-40BA-E247-8719-0857C509BC23}">
      <dsp:nvSpPr>
        <dsp:cNvPr id="0" name=""/>
        <dsp:cNvSpPr/>
      </dsp:nvSpPr>
      <dsp:spPr>
        <a:xfrm>
          <a:off x="5078179" y="283273"/>
          <a:ext cx="2350740" cy="2820888"/>
        </a:xfrm>
        <a:prstGeom prst="rect">
          <a:avLst/>
        </a:prstGeom>
        <a:solidFill>
          <a:schemeClr val="accent5">
            <a:hueOff val="1378421"/>
            <a:satOff val="14455"/>
            <a:lumOff val="-1175"/>
            <a:alphaOff val="0"/>
          </a:schemeClr>
        </a:solidFill>
        <a:ln w="19050" cap="rnd" cmpd="sng" algn="ctr">
          <a:solidFill>
            <a:schemeClr val="accent5">
              <a:hueOff val="1378421"/>
              <a:satOff val="14455"/>
              <a:lumOff val="-1175"/>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933450">
            <a:lnSpc>
              <a:spcPct val="90000"/>
            </a:lnSpc>
            <a:spcBef>
              <a:spcPct val="0"/>
            </a:spcBef>
            <a:spcAft>
              <a:spcPct val="35000"/>
            </a:spcAft>
            <a:buNone/>
          </a:pPr>
          <a:r>
            <a:rPr lang="en-US" sz="2100" kern="1200"/>
            <a:t>Enable safe refactoring and faster change</a:t>
          </a:r>
        </a:p>
      </dsp:txBody>
      <dsp:txXfrm>
        <a:off x="5078179" y="1411629"/>
        <a:ext cx="2350740" cy="1692532"/>
      </dsp:txXfrm>
    </dsp:sp>
    <dsp:sp modelId="{DADB35F0-8A56-6940-9EC9-1834D96AF1D5}">
      <dsp:nvSpPr>
        <dsp:cNvPr id="0" name=""/>
        <dsp:cNvSpPr/>
      </dsp:nvSpPr>
      <dsp:spPr>
        <a:xfrm>
          <a:off x="50781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03</a:t>
          </a:r>
        </a:p>
      </dsp:txBody>
      <dsp:txXfrm>
        <a:off x="5078179" y="283273"/>
        <a:ext cx="2350740" cy="11283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6042DB-A94B-4205-A402-D1BFBAD6598F}">
      <dsp:nvSpPr>
        <dsp:cNvPr id="0" name=""/>
        <dsp:cNvSpPr/>
      </dsp:nvSpPr>
      <dsp:spPr>
        <a:xfrm>
          <a:off x="702168" y="700492"/>
          <a:ext cx="968329" cy="968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EB50B1-5534-474A-839A-22771CAC5510}">
      <dsp:nvSpPr>
        <dsp:cNvPr id="0" name=""/>
        <dsp:cNvSpPr/>
      </dsp:nvSpPr>
      <dsp:spPr>
        <a:xfrm>
          <a:off x="110411"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Write a test before production code</a:t>
          </a:r>
        </a:p>
      </dsp:txBody>
      <dsp:txXfrm>
        <a:off x="110411" y="1966943"/>
        <a:ext cx="2151843" cy="720000"/>
      </dsp:txXfrm>
    </dsp:sp>
    <dsp:sp modelId="{047F04D2-1E8D-4FCE-AACB-B795FBDF8C6E}">
      <dsp:nvSpPr>
        <dsp:cNvPr id="0" name=""/>
        <dsp:cNvSpPr/>
      </dsp:nvSpPr>
      <dsp:spPr>
        <a:xfrm>
          <a:off x="3230585" y="700492"/>
          <a:ext cx="968329" cy="968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CC2F34-5C87-41B7-A65A-99DAAF33848F}">
      <dsp:nvSpPr>
        <dsp:cNvPr id="0" name=""/>
        <dsp:cNvSpPr/>
      </dsp:nvSpPr>
      <dsp:spPr>
        <a:xfrm>
          <a:off x="2638828"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Use the test to guide the next tiny behavior</a:t>
          </a:r>
        </a:p>
      </dsp:txBody>
      <dsp:txXfrm>
        <a:off x="2638828" y="1966943"/>
        <a:ext cx="2151843" cy="720000"/>
      </dsp:txXfrm>
    </dsp:sp>
    <dsp:sp modelId="{BF731E71-7B4E-4128-9249-FB4A074C816C}">
      <dsp:nvSpPr>
        <dsp:cNvPr id="0" name=""/>
        <dsp:cNvSpPr/>
      </dsp:nvSpPr>
      <dsp:spPr>
        <a:xfrm>
          <a:off x="5759001" y="700492"/>
          <a:ext cx="968329" cy="9683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76839C9-2961-4A5D-8510-E311CB107478}">
      <dsp:nvSpPr>
        <dsp:cNvPr id="0" name=""/>
        <dsp:cNvSpPr/>
      </dsp:nvSpPr>
      <dsp:spPr>
        <a:xfrm>
          <a:off x="5167244"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Refactor continuously with tests as a safety net</a:t>
          </a:r>
        </a:p>
      </dsp:txBody>
      <dsp:txXfrm>
        <a:off x="5167244" y="1966943"/>
        <a:ext cx="215184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D1B10-778C-7E46-9EB5-8FC8476B1017}">
      <dsp:nvSpPr>
        <dsp:cNvPr id="0" name=""/>
        <dsp:cNvSpPr/>
      </dsp:nvSpPr>
      <dsp:spPr>
        <a:xfrm>
          <a:off x="580" y="283273"/>
          <a:ext cx="2350740" cy="282088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22350">
            <a:lnSpc>
              <a:spcPct val="90000"/>
            </a:lnSpc>
            <a:spcBef>
              <a:spcPct val="0"/>
            </a:spcBef>
            <a:spcAft>
              <a:spcPct val="35000"/>
            </a:spcAft>
            <a:buNone/>
          </a:pPr>
          <a:r>
            <a:rPr lang="en-US" sz="2300" kern="1200"/>
            <a:t>1) Red: write a failing test</a:t>
          </a:r>
        </a:p>
      </dsp:txBody>
      <dsp:txXfrm>
        <a:off x="580" y="1411629"/>
        <a:ext cx="2350740" cy="1692532"/>
      </dsp:txXfrm>
    </dsp:sp>
    <dsp:sp modelId="{C093BAAC-0B1F-0E40-8FA1-77FBB31A82E3}">
      <dsp:nvSpPr>
        <dsp:cNvPr id="0" name=""/>
        <dsp:cNvSpPr/>
      </dsp:nvSpPr>
      <dsp:spPr>
        <a:xfrm>
          <a:off x="580"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01</a:t>
          </a:r>
        </a:p>
      </dsp:txBody>
      <dsp:txXfrm>
        <a:off x="580" y="283273"/>
        <a:ext cx="2350740" cy="1128355"/>
      </dsp:txXfrm>
    </dsp:sp>
    <dsp:sp modelId="{D3F9AC9A-20F7-3249-8364-38C31F31ACD2}">
      <dsp:nvSpPr>
        <dsp:cNvPr id="0" name=""/>
        <dsp:cNvSpPr/>
      </dsp:nvSpPr>
      <dsp:spPr>
        <a:xfrm>
          <a:off x="2539379" y="283273"/>
          <a:ext cx="2350740" cy="2820888"/>
        </a:xfrm>
        <a:prstGeom prst="rect">
          <a:avLst/>
        </a:prstGeom>
        <a:solidFill>
          <a:schemeClr val="accent2">
            <a:hueOff val="1053039"/>
            <a:satOff val="-12100"/>
            <a:lumOff val="5883"/>
            <a:alphaOff val="0"/>
          </a:schemeClr>
        </a:solidFill>
        <a:ln w="19050" cap="rnd" cmpd="sng" algn="ctr">
          <a:solidFill>
            <a:schemeClr val="accent2">
              <a:hueOff val="1053039"/>
              <a:satOff val="-12100"/>
              <a:lumOff val="588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22350">
            <a:lnSpc>
              <a:spcPct val="90000"/>
            </a:lnSpc>
            <a:spcBef>
              <a:spcPct val="0"/>
            </a:spcBef>
            <a:spcAft>
              <a:spcPct val="35000"/>
            </a:spcAft>
            <a:buNone/>
          </a:pPr>
          <a:r>
            <a:rPr lang="en-US" sz="2300" kern="1200"/>
            <a:t>2) Green: write the smallest code to pass</a:t>
          </a:r>
        </a:p>
      </dsp:txBody>
      <dsp:txXfrm>
        <a:off x="2539379" y="1411629"/>
        <a:ext cx="2350740" cy="1692532"/>
      </dsp:txXfrm>
    </dsp:sp>
    <dsp:sp modelId="{E999359D-EC0C-C24C-A9B8-F086A760D895}">
      <dsp:nvSpPr>
        <dsp:cNvPr id="0" name=""/>
        <dsp:cNvSpPr/>
      </dsp:nvSpPr>
      <dsp:spPr>
        <a:xfrm>
          <a:off x="25393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02</a:t>
          </a:r>
        </a:p>
      </dsp:txBody>
      <dsp:txXfrm>
        <a:off x="2539379" y="283273"/>
        <a:ext cx="2350740" cy="1128355"/>
      </dsp:txXfrm>
    </dsp:sp>
    <dsp:sp modelId="{D834359C-5A8D-A04E-BD22-4FA17B49A69F}">
      <dsp:nvSpPr>
        <dsp:cNvPr id="0" name=""/>
        <dsp:cNvSpPr/>
      </dsp:nvSpPr>
      <dsp:spPr>
        <a:xfrm>
          <a:off x="5078179" y="283273"/>
          <a:ext cx="2350740" cy="2820888"/>
        </a:xfrm>
        <a:prstGeom prst="rect">
          <a:avLst/>
        </a:prstGeom>
        <a:solidFill>
          <a:schemeClr val="accent2">
            <a:hueOff val="2106078"/>
            <a:satOff val="-24199"/>
            <a:lumOff val="11766"/>
            <a:alphaOff val="0"/>
          </a:schemeClr>
        </a:solidFill>
        <a:ln w="19050" cap="rnd" cmpd="sng" algn="ctr">
          <a:solidFill>
            <a:schemeClr val="accent2">
              <a:hueOff val="2106078"/>
              <a:satOff val="-24199"/>
              <a:lumOff val="1176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22350">
            <a:lnSpc>
              <a:spcPct val="90000"/>
            </a:lnSpc>
            <a:spcBef>
              <a:spcPct val="0"/>
            </a:spcBef>
            <a:spcAft>
              <a:spcPct val="35000"/>
            </a:spcAft>
            <a:buNone/>
          </a:pPr>
          <a:r>
            <a:rPr lang="en-US" sz="2300" kern="1200"/>
            <a:t>3) Refactor: improve structure with tests green</a:t>
          </a:r>
        </a:p>
      </dsp:txBody>
      <dsp:txXfrm>
        <a:off x="5078179" y="1411629"/>
        <a:ext cx="2350740" cy="1692532"/>
      </dsp:txXfrm>
    </dsp:sp>
    <dsp:sp modelId="{6BBC4490-D9F4-A646-B990-96D823B5D888}">
      <dsp:nvSpPr>
        <dsp:cNvPr id="0" name=""/>
        <dsp:cNvSpPr/>
      </dsp:nvSpPr>
      <dsp:spPr>
        <a:xfrm>
          <a:off x="50781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03</a:t>
          </a:r>
        </a:p>
      </dsp:txBody>
      <dsp:txXfrm>
        <a:off x="5078179" y="283273"/>
        <a:ext cx="2350740" cy="11283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034057-196D-4F76-9F1D-855724B99D8E}">
      <dsp:nvSpPr>
        <dsp:cNvPr id="0" name=""/>
        <dsp:cNvSpPr/>
      </dsp:nvSpPr>
      <dsp:spPr>
        <a:xfrm>
          <a:off x="0" y="680"/>
          <a:ext cx="4682994" cy="15913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0E25E2-84AC-4F71-8C1E-B7E7C4685A3B}">
      <dsp:nvSpPr>
        <dsp:cNvPr id="0" name=""/>
        <dsp:cNvSpPr/>
      </dsp:nvSpPr>
      <dsp:spPr>
        <a:xfrm>
          <a:off x="481381" y="358732"/>
          <a:ext cx="875239" cy="8752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25D8E31-417D-4942-9153-118E7C06C3BC}">
      <dsp:nvSpPr>
        <dsp:cNvPr id="0" name=""/>
        <dsp:cNvSpPr/>
      </dsp:nvSpPr>
      <dsp:spPr>
        <a:xfrm>
          <a:off x="1838002" y="680"/>
          <a:ext cx="2844991"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a:t>Less time lost debugging</a:t>
          </a:r>
        </a:p>
      </dsp:txBody>
      <dsp:txXfrm>
        <a:off x="1838002" y="680"/>
        <a:ext cx="2844991" cy="1591344"/>
      </dsp:txXfrm>
    </dsp:sp>
    <dsp:sp modelId="{08881057-5FDA-4421-8123-59C095804AA5}">
      <dsp:nvSpPr>
        <dsp:cNvPr id="0" name=""/>
        <dsp:cNvSpPr/>
      </dsp:nvSpPr>
      <dsp:spPr>
        <a:xfrm>
          <a:off x="0" y="1989860"/>
          <a:ext cx="4682994" cy="15913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4723B-EC3F-495F-AFD6-7EEC246026EA}">
      <dsp:nvSpPr>
        <dsp:cNvPr id="0" name=""/>
        <dsp:cNvSpPr/>
      </dsp:nvSpPr>
      <dsp:spPr>
        <a:xfrm>
          <a:off x="481381" y="2347912"/>
          <a:ext cx="875239" cy="8752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75070B-A2D7-4CAD-9730-03532A675956}">
      <dsp:nvSpPr>
        <dsp:cNvPr id="0" name=""/>
        <dsp:cNvSpPr/>
      </dsp:nvSpPr>
      <dsp:spPr>
        <a:xfrm>
          <a:off x="1838002" y="1989860"/>
          <a:ext cx="2844991"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a:t>You always know what changed</a:t>
          </a:r>
        </a:p>
      </dsp:txBody>
      <dsp:txXfrm>
        <a:off x="1838002" y="1989860"/>
        <a:ext cx="2844991" cy="1591344"/>
      </dsp:txXfrm>
    </dsp:sp>
    <dsp:sp modelId="{C1C70A74-2728-4993-815D-9EF92752AFA1}">
      <dsp:nvSpPr>
        <dsp:cNvPr id="0" name=""/>
        <dsp:cNvSpPr/>
      </dsp:nvSpPr>
      <dsp:spPr>
        <a:xfrm>
          <a:off x="0" y="3979040"/>
          <a:ext cx="4682994" cy="15913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1513C6-C370-47BF-8E5F-80086874BEB3}">
      <dsp:nvSpPr>
        <dsp:cNvPr id="0" name=""/>
        <dsp:cNvSpPr/>
      </dsp:nvSpPr>
      <dsp:spPr>
        <a:xfrm>
          <a:off x="481381" y="4337093"/>
          <a:ext cx="875239" cy="8752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FAC9B9-D333-4B47-AFD3-F3E84E0858A4}">
      <dsp:nvSpPr>
        <dsp:cNvPr id="0" name=""/>
        <dsp:cNvSpPr/>
      </dsp:nvSpPr>
      <dsp:spPr>
        <a:xfrm>
          <a:off x="1838002" y="3979040"/>
          <a:ext cx="2844991" cy="159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17" tIns="168417" rIns="168417" bIns="168417" numCol="1" spcCol="1270" anchor="ctr" anchorCtr="0">
          <a:noAutofit/>
        </a:bodyPr>
        <a:lstStyle/>
        <a:p>
          <a:pPr marL="0" lvl="0" indent="0" algn="l" defTabSz="1111250">
            <a:lnSpc>
              <a:spcPct val="90000"/>
            </a:lnSpc>
            <a:spcBef>
              <a:spcPct val="0"/>
            </a:spcBef>
            <a:spcAft>
              <a:spcPct val="35000"/>
            </a:spcAft>
            <a:buNone/>
          </a:pPr>
          <a:r>
            <a:rPr lang="en-US" sz="2500" kern="1200"/>
            <a:t>Confidence stays high</a:t>
          </a:r>
        </a:p>
      </dsp:txBody>
      <dsp:txXfrm>
        <a:off x="1838002" y="3979040"/>
        <a:ext cx="2844991" cy="15913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A4E6B-2289-4046-96C7-57C288D88192}">
      <dsp:nvSpPr>
        <dsp:cNvPr id="0" name=""/>
        <dsp:cNvSpPr/>
      </dsp:nvSpPr>
      <dsp:spPr>
        <a:xfrm>
          <a:off x="468000" y="456217"/>
          <a:ext cx="1338187" cy="1338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2F3731-EACC-42C7-B380-A7282BC1C66F}">
      <dsp:nvSpPr>
        <dsp:cNvPr id="0" name=""/>
        <dsp:cNvSpPr/>
      </dsp:nvSpPr>
      <dsp:spPr>
        <a:xfrm>
          <a:off x="753187" y="741405"/>
          <a:ext cx="767812" cy="767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947D9B-8ED5-410D-A254-59E5CE7E7A3D}">
      <dsp:nvSpPr>
        <dsp:cNvPr id="0" name=""/>
        <dsp:cNvSpPr/>
      </dsp:nvSpPr>
      <dsp:spPr>
        <a:xfrm>
          <a:off x="40218"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Unit tests: fast, focused, isolated</a:t>
          </a:r>
        </a:p>
      </dsp:txBody>
      <dsp:txXfrm>
        <a:off x="40218" y="2211218"/>
        <a:ext cx="2193750" cy="720000"/>
      </dsp:txXfrm>
    </dsp:sp>
    <dsp:sp modelId="{A8E34C24-B9CD-49FC-8FED-0A94AA6172A7}">
      <dsp:nvSpPr>
        <dsp:cNvPr id="0" name=""/>
        <dsp:cNvSpPr/>
      </dsp:nvSpPr>
      <dsp:spPr>
        <a:xfrm>
          <a:off x="3045656" y="456217"/>
          <a:ext cx="1338187" cy="1338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8C11E-E470-470C-958C-46FD890EC995}">
      <dsp:nvSpPr>
        <dsp:cNvPr id="0" name=""/>
        <dsp:cNvSpPr/>
      </dsp:nvSpPr>
      <dsp:spPr>
        <a:xfrm>
          <a:off x="3330843" y="741405"/>
          <a:ext cx="767812" cy="767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3EB5DD-4CE0-489F-8348-1B51B65448F2}">
      <dsp:nvSpPr>
        <dsp:cNvPr id="0" name=""/>
        <dsp:cNvSpPr/>
      </dsp:nvSpPr>
      <dsp:spPr>
        <a:xfrm>
          <a:off x="2617875"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Integration tests: real boundaries (DB/HTTP/etc.)</a:t>
          </a:r>
        </a:p>
      </dsp:txBody>
      <dsp:txXfrm>
        <a:off x="2617875" y="2211218"/>
        <a:ext cx="2193750" cy="720000"/>
      </dsp:txXfrm>
    </dsp:sp>
    <dsp:sp modelId="{3AF663A3-C76A-4466-A1BA-3CEDD93E948C}">
      <dsp:nvSpPr>
        <dsp:cNvPr id="0" name=""/>
        <dsp:cNvSpPr/>
      </dsp:nvSpPr>
      <dsp:spPr>
        <a:xfrm>
          <a:off x="5623312" y="456217"/>
          <a:ext cx="1338187" cy="1338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F0EED4-4F71-4CA0-AF94-4BD99B8DEC0C}">
      <dsp:nvSpPr>
        <dsp:cNvPr id="0" name=""/>
        <dsp:cNvSpPr/>
      </dsp:nvSpPr>
      <dsp:spPr>
        <a:xfrm>
          <a:off x="5908500" y="741405"/>
          <a:ext cx="767812" cy="767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B552F12-A233-4B77-BAB4-8ED92BAC8FEC}">
      <dsp:nvSpPr>
        <dsp:cNvPr id="0" name=""/>
        <dsp:cNvSpPr/>
      </dsp:nvSpPr>
      <dsp:spPr>
        <a:xfrm>
          <a:off x="5195531"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End-to-end tests: whole system (slowest)</a:t>
          </a:r>
        </a:p>
      </dsp:txBody>
      <dsp:txXfrm>
        <a:off x="5195531" y="2211218"/>
        <a:ext cx="21937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B9AF7-2DB1-6A40-B0EF-F0B24E919B70}">
      <dsp:nvSpPr>
        <dsp:cNvPr id="0" name=""/>
        <dsp:cNvSpPr/>
      </dsp:nvSpPr>
      <dsp:spPr>
        <a:xfrm>
          <a:off x="0" y="920005"/>
          <a:ext cx="2089546" cy="1326862"/>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90225C9-7DB8-404F-A819-5B2160833798}">
      <dsp:nvSpPr>
        <dsp:cNvPr id="0" name=""/>
        <dsp:cNvSpPr/>
      </dsp:nvSpPr>
      <dsp:spPr>
        <a:xfrm>
          <a:off x="232171" y="1140568"/>
          <a:ext cx="2089546" cy="132686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Many unit tests (fast feedback)</a:t>
          </a:r>
        </a:p>
      </dsp:txBody>
      <dsp:txXfrm>
        <a:off x="271033" y="1179430"/>
        <a:ext cx="2011822" cy="1249138"/>
      </dsp:txXfrm>
    </dsp:sp>
    <dsp:sp modelId="{1B7B8C45-6285-C444-8021-DEB1F066F08C}">
      <dsp:nvSpPr>
        <dsp:cNvPr id="0" name=""/>
        <dsp:cNvSpPr/>
      </dsp:nvSpPr>
      <dsp:spPr>
        <a:xfrm>
          <a:off x="2553890" y="920005"/>
          <a:ext cx="2089546" cy="1326862"/>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9890198-9F1F-6346-9AB4-E71589968037}">
      <dsp:nvSpPr>
        <dsp:cNvPr id="0" name=""/>
        <dsp:cNvSpPr/>
      </dsp:nvSpPr>
      <dsp:spPr>
        <a:xfrm>
          <a:off x="2786062" y="1140568"/>
          <a:ext cx="2089546" cy="132686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Some integration tests (real confidence)</a:t>
          </a:r>
        </a:p>
      </dsp:txBody>
      <dsp:txXfrm>
        <a:off x="2824924" y="1179430"/>
        <a:ext cx="2011822" cy="1249138"/>
      </dsp:txXfrm>
    </dsp:sp>
    <dsp:sp modelId="{B8859F3E-5E6F-1E4A-A7A9-B305889A67C9}">
      <dsp:nvSpPr>
        <dsp:cNvPr id="0" name=""/>
        <dsp:cNvSpPr/>
      </dsp:nvSpPr>
      <dsp:spPr>
        <a:xfrm>
          <a:off x="5107781" y="920005"/>
          <a:ext cx="2089546" cy="1326862"/>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84DAF377-D7B9-C84E-A68C-BC6E591B1710}">
      <dsp:nvSpPr>
        <dsp:cNvPr id="0" name=""/>
        <dsp:cNvSpPr/>
      </dsp:nvSpPr>
      <dsp:spPr>
        <a:xfrm>
          <a:off x="5339953" y="1140568"/>
          <a:ext cx="2089546" cy="132686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Few end-to-end tests (critical flows)</a:t>
          </a:r>
        </a:p>
      </dsp:txBody>
      <dsp:txXfrm>
        <a:off x="5378815" y="1179430"/>
        <a:ext cx="2011822" cy="12491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9FF81-1C9D-4671-B999-C5CF33F35C73}">
      <dsp:nvSpPr>
        <dsp:cNvPr id="0" name=""/>
        <dsp:cNvSpPr/>
      </dsp:nvSpPr>
      <dsp:spPr>
        <a:xfrm>
          <a:off x="735982" y="1026087"/>
          <a:ext cx="970635" cy="9706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25A574-8D2A-41EF-A9DF-DF5D4ABC33D4}">
      <dsp:nvSpPr>
        <dsp:cNvPr id="0" name=""/>
        <dsp:cNvSpPr/>
      </dsp:nvSpPr>
      <dsp:spPr>
        <a:xfrm>
          <a:off x="142816"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Arrange: set up inputs/dependencies</a:t>
          </a:r>
        </a:p>
      </dsp:txBody>
      <dsp:txXfrm>
        <a:off x="142816" y="2295074"/>
        <a:ext cx="2156967" cy="720000"/>
      </dsp:txXfrm>
    </dsp:sp>
    <dsp:sp modelId="{87C2AC4D-0238-43D3-BC8C-696109237BD7}">
      <dsp:nvSpPr>
        <dsp:cNvPr id="0" name=""/>
        <dsp:cNvSpPr/>
      </dsp:nvSpPr>
      <dsp:spPr>
        <a:xfrm>
          <a:off x="3270418" y="1026087"/>
          <a:ext cx="970635" cy="9706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985ABD-A135-440B-A690-A38E0ECFB518}">
      <dsp:nvSpPr>
        <dsp:cNvPr id="0" name=""/>
        <dsp:cNvSpPr/>
      </dsp:nvSpPr>
      <dsp:spPr>
        <a:xfrm>
          <a:off x="2677252"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Act: call the code under test</a:t>
          </a:r>
        </a:p>
      </dsp:txBody>
      <dsp:txXfrm>
        <a:off x="2677252" y="2295074"/>
        <a:ext cx="2156967" cy="720000"/>
      </dsp:txXfrm>
    </dsp:sp>
    <dsp:sp modelId="{FE270417-5FFC-44AC-A445-1F4E1D955E86}">
      <dsp:nvSpPr>
        <dsp:cNvPr id="0" name=""/>
        <dsp:cNvSpPr/>
      </dsp:nvSpPr>
      <dsp:spPr>
        <a:xfrm>
          <a:off x="5804854" y="1026087"/>
          <a:ext cx="970635" cy="9706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19994B-8F82-4E38-B2AC-19A1E01D3EA2}">
      <dsp:nvSpPr>
        <dsp:cNvPr id="0" name=""/>
        <dsp:cNvSpPr/>
      </dsp:nvSpPr>
      <dsp:spPr>
        <a:xfrm>
          <a:off x="5211688"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Assert: check the result/effect</a:t>
          </a:r>
        </a:p>
      </dsp:txBody>
      <dsp:txXfrm>
        <a:off x="5211688" y="2295074"/>
        <a:ext cx="2156967"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AE2C4-918D-0141-B3A4-3F995B001691}">
      <dsp:nvSpPr>
        <dsp:cNvPr id="0" name=""/>
        <dsp:cNvSpPr/>
      </dsp:nvSpPr>
      <dsp:spPr>
        <a:xfrm>
          <a:off x="0" y="1559533"/>
          <a:ext cx="4534600" cy="352799"/>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31E6427-E909-A048-B588-58110CB613C6}">
      <dsp:nvSpPr>
        <dsp:cNvPr id="0" name=""/>
        <dsp:cNvSpPr/>
      </dsp:nvSpPr>
      <dsp:spPr>
        <a:xfrm>
          <a:off x="226730" y="1352893"/>
          <a:ext cx="3174219" cy="413279"/>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19978" tIns="0" rIns="119978" bIns="0" numCol="1" spcCol="1270" anchor="ctr" anchorCtr="0">
          <a:noAutofit/>
        </a:bodyPr>
        <a:lstStyle/>
        <a:p>
          <a:pPr marL="0" lvl="0" indent="0" algn="l" defTabSz="622300">
            <a:lnSpc>
              <a:spcPct val="90000"/>
            </a:lnSpc>
            <a:spcBef>
              <a:spcPct val="0"/>
            </a:spcBef>
            <a:spcAft>
              <a:spcPct val="35000"/>
            </a:spcAft>
            <a:buNone/>
          </a:pPr>
          <a:r>
            <a:rPr lang="en-US" sz="1400" kern="1200"/>
            <a:t>Say: condition → expected result</a:t>
          </a:r>
        </a:p>
      </dsp:txBody>
      <dsp:txXfrm>
        <a:off x="246905" y="1373068"/>
        <a:ext cx="3133869" cy="372929"/>
      </dsp:txXfrm>
    </dsp:sp>
    <dsp:sp modelId="{5DFEA044-1F5F-7246-A8EE-634C1B9B042B}">
      <dsp:nvSpPr>
        <dsp:cNvPr id="0" name=""/>
        <dsp:cNvSpPr/>
      </dsp:nvSpPr>
      <dsp:spPr>
        <a:xfrm>
          <a:off x="0" y="2194573"/>
          <a:ext cx="4534600" cy="10584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1935" tIns="291592" rIns="35193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returns_zero_for_empty_input</a:t>
          </a:r>
        </a:p>
        <a:p>
          <a:pPr marL="114300" lvl="1" indent="-114300" algn="l" defTabSz="622300">
            <a:lnSpc>
              <a:spcPct val="90000"/>
            </a:lnSpc>
            <a:spcBef>
              <a:spcPct val="0"/>
            </a:spcBef>
            <a:spcAft>
              <a:spcPct val="15000"/>
            </a:spcAft>
            <a:buChar char="•"/>
          </a:pPr>
          <a:r>
            <a:rPr lang="en-US" sz="1400" kern="1200"/>
            <a:t>throws_when_amount_is_negative</a:t>
          </a:r>
        </a:p>
        <a:p>
          <a:pPr marL="114300" lvl="1" indent="-114300" algn="l" defTabSz="622300">
            <a:lnSpc>
              <a:spcPct val="90000"/>
            </a:lnSpc>
            <a:spcBef>
              <a:spcPct val="0"/>
            </a:spcBef>
            <a:spcAft>
              <a:spcPct val="15000"/>
            </a:spcAft>
            <a:buChar char="•"/>
          </a:pPr>
          <a:r>
            <a:rPr lang="en-US" sz="1400" kern="1200"/>
            <a:t>applies_discount_for_gold_customers</a:t>
          </a:r>
        </a:p>
      </dsp:txBody>
      <dsp:txXfrm>
        <a:off x="0" y="2194573"/>
        <a:ext cx="4534600" cy="1058400"/>
      </dsp:txXfrm>
    </dsp:sp>
    <dsp:sp modelId="{371387D8-C5FC-1542-A088-2C6EC0FD724F}">
      <dsp:nvSpPr>
        <dsp:cNvPr id="0" name=""/>
        <dsp:cNvSpPr/>
      </dsp:nvSpPr>
      <dsp:spPr>
        <a:xfrm>
          <a:off x="226730" y="1987933"/>
          <a:ext cx="3174219" cy="413279"/>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19978" tIns="0" rIns="119978" bIns="0" numCol="1" spcCol="1270" anchor="ctr" anchorCtr="0">
          <a:noAutofit/>
        </a:bodyPr>
        <a:lstStyle/>
        <a:p>
          <a:pPr marL="0" lvl="0" indent="0" algn="l" defTabSz="622300">
            <a:lnSpc>
              <a:spcPct val="90000"/>
            </a:lnSpc>
            <a:spcBef>
              <a:spcPct val="0"/>
            </a:spcBef>
            <a:spcAft>
              <a:spcPct val="35000"/>
            </a:spcAft>
            <a:buNone/>
          </a:pPr>
          <a:r>
            <a:rPr lang="en-US" sz="1400" kern="1200"/>
            <a:t>Examples:</a:t>
          </a:r>
        </a:p>
      </dsp:txBody>
      <dsp:txXfrm>
        <a:off x="246905" y="2008108"/>
        <a:ext cx="3133869" cy="3729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7277B-9E85-4948-9D88-2591522E46ED}">
      <dsp:nvSpPr>
        <dsp:cNvPr id="0" name=""/>
        <dsp:cNvSpPr/>
      </dsp:nvSpPr>
      <dsp:spPr>
        <a:xfrm>
          <a:off x="0" y="229333"/>
          <a:ext cx="4534600" cy="202176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We’ll build is_leap_year(year) using TDD</a:t>
          </a:r>
        </a:p>
      </dsp:txBody>
      <dsp:txXfrm>
        <a:off x="98694" y="328027"/>
        <a:ext cx="4337212" cy="1824372"/>
      </dsp:txXfrm>
    </dsp:sp>
    <dsp:sp modelId="{19C6E49B-465E-0F47-B670-277CAB65A101}">
      <dsp:nvSpPr>
        <dsp:cNvPr id="0" name=""/>
        <dsp:cNvSpPr/>
      </dsp:nvSpPr>
      <dsp:spPr>
        <a:xfrm>
          <a:off x="0" y="2354773"/>
          <a:ext cx="4534600" cy="2021760"/>
        </a:xfrm>
        <a:prstGeom prst="roundRect">
          <a:avLst/>
        </a:prstGeom>
        <a:gradFill rotWithShape="0">
          <a:gsLst>
            <a:gs pos="0">
              <a:schemeClr val="accent2">
                <a:hueOff val="2106078"/>
                <a:satOff val="-24199"/>
                <a:lumOff val="11766"/>
                <a:alphaOff val="0"/>
                <a:tint val="96000"/>
                <a:lumMod val="104000"/>
              </a:schemeClr>
            </a:gs>
            <a:gs pos="100000">
              <a:schemeClr val="accent2">
                <a:hueOff val="2106078"/>
                <a:satOff val="-24199"/>
                <a:lumOff val="11766"/>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Start with the smallest meaningful test</a:t>
          </a:r>
        </a:p>
      </dsp:txBody>
      <dsp:txXfrm>
        <a:off x="98694" y="2453467"/>
        <a:ext cx="4337212" cy="18243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585A1-0B23-FF4F-92CF-30D07C152493}">
      <dsp:nvSpPr>
        <dsp:cNvPr id="0" name=""/>
        <dsp:cNvSpPr/>
      </dsp:nvSpPr>
      <dsp:spPr>
        <a:xfrm>
          <a:off x="0" y="719832"/>
          <a:ext cx="4534600" cy="47970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add("") == 0</a:t>
          </a:r>
        </a:p>
      </dsp:txBody>
      <dsp:txXfrm>
        <a:off x="23417" y="743249"/>
        <a:ext cx="4487766" cy="432866"/>
      </dsp:txXfrm>
    </dsp:sp>
    <dsp:sp modelId="{4BAAF892-4530-1A4B-B4BE-5FD4093BC600}">
      <dsp:nvSpPr>
        <dsp:cNvPr id="0" name=""/>
        <dsp:cNvSpPr/>
      </dsp:nvSpPr>
      <dsp:spPr>
        <a:xfrm>
          <a:off x="0" y="1257132"/>
          <a:ext cx="4534600" cy="479700"/>
        </a:xfrm>
        <a:prstGeom prst="roundRect">
          <a:avLst/>
        </a:prstGeom>
        <a:gradFill rotWithShape="0">
          <a:gsLst>
            <a:gs pos="0">
              <a:schemeClr val="accent2">
                <a:hueOff val="421216"/>
                <a:satOff val="-4840"/>
                <a:lumOff val="2353"/>
                <a:alphaOff val="0"/>
                <a:tint val="96000"/>
                <a:lumMod val="104000"/>
              </a:schemeClr>
            </a:gs>
            <a:gs pos="100000">
              <a:schemeClr val="accent2">
                <a:hueOff val="421216"/>
                <a:satOff val="-4840"/>
                <a:lumOff val="2353"/>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add("1") == 1</a:t>
          </a:r>
        </a:p>
      </dsp:txBody>
      <dsp:txXfrm>
        <a:off x="23417" y="1280549"/>
        <a:ext cx="4487766" cy="432866"/>
      </dsp:txXfrm>
    </dsp:sp>
    <dsp:sp modelId="{6A6AD7F0-2B02-E14A-8526-82C880D16D04}">
      <dsp:nvSpPr>
        <dsp:cNvPr id="0" name=""/>
        <dsp:cNvSpPr/>
      </dsp:nvSpPr>
      <dsp:spPr>
        <a:xfrm>
          <a:off x="0" y="1794433"/>
          <a:ext cx="4534600" cy="479700"/>
        </a:xfrm>
        <a:prstGeom prst="roundRect">
          <a:avLst/>
        </a:prstGeom>
        <a:gradFill rotWithShape="0">
          <a:gsLst>
            <a:gs pos="0">
              <a:schemeClr val="accent2">
                <a:hueOff val="842431"/>
                <a:satOff val="-9680"/>
                <a:lumOff val="4706"/>
                <a:alphaOff val="0"/>
                <a:tint val="96000"/>
                <a:lumMod val="104000"/>
              </a:schemeClr>
            </a:gs>
            <a:gs pos="100000">
              <a:schemeClr val="accent2">
                <a:hueOff val="842431"/>
                <a:satOff val="-9680"/>
                <a:lumOff val="4706"/>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add("1,2") == 3</a:t>
          </a:r>
        </a:p>
      </dsp:txBody>
      <dsp:txXfrm>
        <a:off x="23417" y="1817850"/>
        <a:ext cx="4487766" cy="432866"/>
      </dsp:txXfrm>
    </dsp:sp>
    <dsp:sp modelId="{07038A16-3518-1748-9D81-2E12D8A19EC5}">
      <dsp:nvSpPr>
        <dsp:cNvPr id="0" name=""/>
        <dsp:cNvSpPr/>
      </dsp:nvSpPr>
      <dsp:spPr>
        <a:xfrm>
          <a:off x="0" y="2331733"/>
          <a:ext cx="4534600" cy="479700"/>
        </a:xfrm>
        <a:prstGeom prst="roundRect">
          <a:avLst/>
        </a:prstGeom>
        <a:gradFill rotWithShape="0">
          <a:gsLst>
            <a:gs pos="0">
              <a:schemeClr val="accent2">
                <a:hueOff val="1263647"/>
                <a:satOff val="-14519"/>
                <a:lumOff val="7060"/>
                <a:alphaOff val="0"/>
                <a:tint val="96000"/>
                <a:lumMod val="104000"/>
              </a:schemeClr>
            </a:gs>
            <a:gs pos="100000">
              <a:schemeClr val="accent2">
                <a:hueOff val="1263647"/>
                <a:satOff val="-14519"/>
                <a:lumOff val="706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Support newlines: "1\n2,3" == 6</a:t>
          </a:r>
        </a:p>
      </dsp:txBody>
      <dsp:txXfrm>
        <a:off x="23417" y="2355150"/>
        <a:ext cx="4487766" cy="432866"/>
      </dsp:txXfrm>
    </dsp:sp>
    <dsp:sp modelId="{D31A89CD-269C-A14F-8EBF-0184BC34093F}">
      <dsp:nvSpPr>
        <dsp:cNvPr id="0" name=""/>
        <dsp:cNvSpPr/>
      </dsp:nvSpPr>
      <dsp:spPr>
        <a:xfrm>
          <a:off x="0" y="2869033"/>
          <a:ext cx="4534600" cy="479700"/>
        </a:xfrm>
        <a:prstGeom prst="roundRect">
          <a:avLst/>
        </a:prstGeom>
        <a:gradFill rotWithShape="0">
          <a:gsLst>
            <a:gs pos="0">
              <a:schemeClr val="accent2">
                <a:hueOff val="1684863"/>
                <a:satOff val="-19359"/>
                <a:lumOff val="9413"/>
                <a:alphaOff val="0"/>
                <a:tint val="96000"/>
                <a:lumMod val="104000"/>
              </a:schemeClr>
            </a:gs>
            <a:gs pos="100000">
              <a:schemeClr val="accent2">
                <a:hueOff val="1684863"/>
                <a:satOff val="-19359"/>
                <a:lumOff val="9413"/>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Support custom delimiter</a:t>
          </a:r>
        </a:p>
      </dsp:txBody>
      <dsp:txXfrm>
        <a:off x="23417" y="2892450"/>
        <a:ext cx="4487766" cy="432866"/>
      </dsp:txXfrm>
    </dsp:sp>
    <dsp:sp modelId="{0AEB8C18-8DA8-0A4C-9BD0-E3B054EA55A9}">
      <dsp:nvSpPr>
        <dsp:cNvPr id="0" name=""/>
        <dsp:cNvSpPr/>
      </dsp:nvSpPr>
      <dsp:spPr>
        <a:xfrm>
          <a:off x="0" y="3406333"/>
          <a:ext cx="4534600" cy="479700"/>
        </a:xfrm>
        <a:prstGeom prst="roundRect">
          <a:avLst/>
        </a:prstGeom>
        <a:gradFill rotWithShape="0">
          <a:gsLst>
            <a:gs pos="0">
              <a:schemeClr val="accent2">
                <a:hueOff val="2106078"/>
                <a:satOff val="-24199"/>
                <a:lumOff val="11766"/>
                <a:alphaOff val="0"/>
                <a:tint val="96000"/>
                <a:lumMod val="104000"/>
              </a:schemeClr>
            </a:gs>
            <a:gs pos="100000">
              <a:schemeClr val="accent2">
                <a:hueOff val="2106078"/>
                <a:satOff val="-24199"/>
                <a:lumOff val="11766"/>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Negatives → error listing negatives</a:t>
          </a:r>
        </a:p>
      </dsp:txBody>
      <dsp:txXfrm>
        <a:off x="23417" y="3429750"/>
        <a:ext cx="4487766" cy="43286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9B1282-5C70-4605-AE63-E669857F56E7}">
      <dsp:nvSpPr>
        <dsp:cNvPr id="0" name=""/>
        <dsp:cNvSpPr/>
      </dsp:nvSpPr>
      <dsp:spPr>
        <a:xfrm>
          <a:off x="468000" y="456217"/>
          <a:ext cx="1338187" cy="1338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6B0CFC-72E3-4EB2-967E-91AFFC899D7D}">
      <dsp:nvSpPr>
        <dsp:cNvPr id="0" name=""/>
        <dsp:cNvSpPr/>
      </dsp:nvSpPr>
      <dsp:spPr>
        <a:xfrm>
          <a:off x="753187" y="741405"/>
          <a:ext cx="767812" cy="767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849F3E-962D-409B-9404-794D37841293}">
      <dsp:nvSpPr>
        <dsp:cNvPr id="0" name=""/>
        <dsp:cNvSpPr/>
      </dsp:nvSpPr>
      <dsp:spPr>
        <a:xfrm>
          <a:off x="40218"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Only change structure, not behavior</a:t>
          </a:r>
        </a:p>
      </dsp:txBody>
      <dsp:txXfrm>
        <a:off x="40218" y="2211218"/>
        <a:ext cx="2193750" cy="720000"/>
      </dsp:txXfrm>
    </dsp:sp>
    <dsp:sp modelId="{3BC6EE46-15B8-4384-A432-0A8032A19769}">
      <dsp:nvSpPr>
        <dsp:cNvPr id="0" name=""/>
        <dsp:cNvSpPr/>
      </dsp:nvSpPr>
      <dsp:spPr>
        <a:xfrm>
          <a:off x="3045656" y="456217"/>
          <a:ext cx="1338187" cy="1338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B2A65A-E024-4869-A04A-3AFA907FB757}">
      <dsp:nvSpPr>
        <dsp:cNvPr id="0" name=""/>
        <dsp:cNvSpPr/>
      </dsp:nvSpPr>
      <dsp:spPr>
        <a:xfrm>
          <a:off x="3330843" y="741405"/>
          <a:ext cx="767812" cy="767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8BB60EC-337F-409D-9CA1-A64110A37C10}">
      <dsp:nvSpPr>
        <dsp:cNvPr id="0" name=""/>
        <dsp:cNvSpPr/>
      </dsp:nvSpPr>
      <dsp:spPr>
        <a:xfrm>
          <a:off x="2617875"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Rename, extract functions, remove duplication</a:t>
          </a:r>
        </a:p>
      </dsp:txBody>
      <dsp:txXfrm>
        <a:off x="2617875" y="2211218"/>
        <a:ext cx="2193750" cy="720000"/>
      </dsp:txXfrm>
    </dsp:sp>
    <dsp:sp modelId="{A45A732D-84FF-4944-A647-7C929F7BFC8F}">
      <dsp:nvSpPr>
        <dsp:cNvPr id="0" name=""/>
        <dsp:cNvSpPr/>
      </dsp:nvSpPr>
      <dsp:spPr>
        <a:xfrm>
          <a:off x="5623312" y="456217"/>
          <a:ext cx="1338187" cy="1338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81B253-4DDF-4C24-B50D-B6BA6AF9FD80}">
      <dsp:nvSpPr>
        <dsp:cNvPr id="0" name=""/>
        <dsp:cNvSpPr/>
      </dsp:nvSpPr>
      <dsp:spPr>
        <a:xfrm>
          <a:off x="5908500" y="741405"/>
          <a:ext cx="767812" cy="767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231B03B-388C-42F2-B43A-AEDD41D0A082}">
      <dsp:nvSpPr>
        <dsp:cNvPr id="0" name=""/>
        <dsp:cNvSpPr/>
      </dsp:nvSpPr>
      <dsp:spPr>
        <a:xfrm>
          <a:off x="5195531" y="2211218"/>
          <a:ext cx="21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Small steps + run tests often</a:t>
          </a:r>
        </a:p>
      </dsp:txBody>
      <dsp:txXfrm>
        <a:off x="5195531" y="2211218"/>
        <a:ext cx="219375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10D6F-F120-2243-AEF6-D83066DF20FC}">
      <dsp:nvSpPr>
        <dsp:cNvPr id="0" name=""/>
        <dsp:cNvSpPr/>
      </dsp:nvSpPr>
      <dsp:spPr>
        <a:xfrm>
          <a:off x="580" y="283273"/>
          <a:ext cx="2350740" cy="282088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00100">
            <a:lnSpc>
              <a:spcPct val="90000"/>
            </a:lnSpc>
            <a:spcBef>
              <a:spcPct val="0"/>
            </a:spcBef>
            <a:spcAft>
              <a:spcPct val="35000"/>
            </a:spcAft>
            <a:buNone/>
          </a:pPr>
          <a:r>
            <a:rPr lang="en-US" sz="1800" kern="1200"/>
            <a:t>Extract parsing into parse_numbers()</a:t>
          </a:r>
        </a:p>
      </dsp:txBody>
      <dsp:txXfrm>
        <a:off x="580" y="1411629"/>
        <a:ext cx="2350740" cy="1692532"/>
      </dsp:txXfrm>
    </dsp:sp>
    <dsp:sp modelId="{082C86E3-8C24-D049-8535-38C541187B5F}">
      <dsp:nvSpPr>
        <dsp:cNvPr id="0" name=""/>
        <dsp:cNvSpPr/>
      </dsp:nvSpPr>
      <dsp:spPr>
        <a:xfrm>
          <a:off x="580"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01</a:t>
          </a:r>
        </a:p>
      </dsp:txBody>
      <dsp:txXfrm>
        <a:off x="580" y="283273"/>
        <a:ext cx="2350740" cy="1128355"/>
      </dsp:txXfrm>
    </dsp:sp>
    <dsp:sp modelId="{EAFB5F0E-6A1F-6F44-B5C4-BFE5A021612B}">
      <dsp:nvSpPr>
        <dsp:cNvPr id="0" name=""/>
        <dsp:cNvSpPr/>
      </dsp:nvSpPr>
      <dsp:spPr>
        <a:xfrm>
          <a:off x="2539379" y="283273"/>
          <a:ext cx="2350740" cy="2820888"/>
        </a:xfrm>
        <a:prstGeom prst="rect">
          <a:avLst/>
        </a:prstGeom>
        <a:solidFill>
          <a:schemeClr val="accent2">
            <a:hueOff val="1053039"/>
            <a:satOff val="-12100"/>
            <a:lumOff val="5883"/>
            <a:alphaOff val="0"/>
          </a:schemeClr>
        </a:solidFill>
        <a:ln w="19050" cap="rnd" cmpd="sng" algn="ctr">
          <a:solidFill>
            <a:schemeClr val="accent2">
              <a:hueOff val="1053039"/>
              <a:satOff val="-12100"/>
              <a:lumOff val="588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00100">
            <a:lnSpc>
              <a:spcPct val="90000"/>
            </a:lnSpc>
            <a:spcBef>
              <a:spcPct val="0"/>
            </a:spcBef>
            <a:spcAft>
              <a:spcPct val="35000"/>
            </a:spcAft>
            <a:buNone/>
          </a:pPr>
          <a:r>
            <a:rPr lang="en-US" sz="1800" kern="1200"/>
            <a:t>Replace long if/else with guard clauses</a:t>
          </a:r>
        </a:p>
      </dsp:txBody>
      <dsp:txXfrm>
        <a:off x="2539379" y="1411629"/>
        <a:ext cx="2350740" cy="1692532"/>
      </dsp:txXfrm>
    </dsp:sp>
    <dsp:sp modelId="{2E143AC9-FB7E-924E-87D2-C560B51C9483}">
      <dsp:nvSpPr>
        <dsp:cNvPr id="0" name=""/>
        <dsp:cNvSpPr/>
      </dsp:nvSpPr>
      <dsp:spPr>
        <a:xfrm>
          <a:off x="25393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02</a:t>
          </a:r>
        </a:p>
      </dsp:txBody>
      <dsp:txXfrm>
        <a:off x="2539379" y="283273"/>
        <a:ext cx="2350740" cy="1128355"/>
      </dsp:txXfrm>
    </dsp:sp>
    <dsp:sp modelId="{7374A41F-25FA-8F4E-BF95-9C22814C1AC5}">
      <dsp:nvSpPr>
        <dsp:cNvPr id="0" name=""/>
        <dsp:cNvSpPr/>
      </dsp:nvSpPr>
      <dsp:spPr>
        <a:xfrm>
          <a:off x="5078179" y="283273"/>
          <a:ext cx="2350740" cy="2820888"/>
        </a:xfrm>
        <a:prstGeom prst="rect">
          <a:avLst/>
        </a:prstGeom>
        <a:solidFill>
          <a:schemeClr val="accent2">
            <a:hueOff val="2106078"/>
            <a:satOff val="-24199"/>
            <a:lumOff val="11766"/>
            <a:alphaOff val="0"/>
          </a:schemeClr>
        </a:solidFill>
        <a:ln w="19050" cap="rnd" cmpd="sng" algn="ctr">
          <a:solidFill>
            <a:schemeClr val="accent2">
              <a:hueOff val="2106078"/>
              <a:satOff val="-24199"/>
              <a:lumOff val="1176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00100">
            <a:lnSpc>
              <a:spcPct val="90000"/>
            </a:lnSpc>
            <a:spcBef>
              <a:spcPct val="0"/>
            </a:spcBef>
            <a:spcAft>
              <a:spcPct val="35000"/>
            </a:spcAft>
            <a:buNone/>
          </a:pPr>
          <a:r>
            <a:rPr lang="en-US" sz="1800" kern="1200"/>
            <a:t>Improve naming (tests protect behavior)</a:t>
          </a:r>
        </a:p>
      </dsp:txBody>
      <dsp:txXfrm>
        <a:off x="5078179" y="1411629"/>
        <a:ext cx="2350740" cy="1692532"/>
      </dsp:txXfrm>
    </dsp:sp>
    <dsp:sp modelId="{E20E7B9C-2379-D943-84DC-6F9E36F77E3E}">
      <dsp:nvSpPr>
        <dsp:cNvPr id="0" name=""/>
        <dsp:cNvSpPr/>
      </dsp:nvSpPr>
      <dsp:spPr>
        <a:xfrm>
          <a:off x="50781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03</a:t>
          </a:r>
        </a:p>
      </dsp:txBody>
      <dsp:txXfrm>
        <a:off x="5078179" y="283273"/>
        <a:ext cx="2350740" cy="11283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0DFC94-E85B-4AE9-B017-DA4D694659D9}">
      <dsp:nvSpPr>
        <dsp:cNvPr id="0" name=""/>
        <dsp:cNvSpPr/>
      </dsp:nvSpPr>
      <dsp:spPr>
        <a:xfrm>
          <a:off x="0" y="905298"/>
          <a:ext cx="4682994" cy="1671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0F641D-9860-4F1B-82C4-082B211F7098}">
      <dsp:nvSpPr>
        <dsp:cNvPr id="0" name=""/>
        <dsp:cNvSpPr/>
      </dsp:nvSpPr>
      <dsp:spPr>
        <a:xfrm>
          <a:off x="505574" y="1281344"/>
          <a:ext cx="919225" cy="9192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C3633A-361C-42DE-8CEF-911F944603B0}">
      <dsp:nvSpPr>
        <dsp:cNvPr id="0" name=""/>
        <dsp:cNvSpPr/>
      </dsp:nvSpPr>
      <dsp:spPr>
        <a:xfrm>
          <a:off x="1930374" y="905298"/>
          <a:ext cx="2752619" cy="167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81" tIns="176881" rIns="176881" bIns="176881" numCol="1" spcCol="1270" anchor="ctr" anchorCtr="0">
          <a:noAutofit/>
        </a:bodyPr>
        <a:lstStyle/>
        <a:p>
          <a:pPr marL="0" lvl="0" indent="0" algn="l" defTabSz="1111250">
            <a:lnSpc>
              <a:spcPct val="90000"/>
            </a:lnSpc>
            <a:spcBef>
              <a:spcPct val="0"/>
            </a:spcBef>
            <a:spcAft>
              <a:spcPct val="35000"/>
            </a:spcAft>
            <a:buNone/>
          </a:pPr>
          <a:r>
            <a:rPr lang="en-US" sz="2500" kern="1200"/>
            <a:t>Avoid real DB/HTTP/time in unit tests</a:t>
          </a:r>
        </a:p>
      </dsp:txBody>
      <dsp:txXfrm>
        <a:off x="1930374" y="905298"/>
        <a:ext cx="2752619" cy="1671319"/>
      </dsp:txXfrm>
    </dsp:sp>
    <dsp:sp modelId="{C4D76811-C554-45C2-A83B-46DB84671D35}">
      <dsp:nvSpPr>
        <dsp:cNvPr id="0" name=""/>
        <dsp:cNvSpPr/>
      </dsp:nvSpPr>
      <dsp:spPr>
        <a:xfrm>
          <a:off x="0" y="2994447"/>
          <a:ext cx="4682994" cy="16713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4BF7DF-37BB-468F-8EBE-D6F984FE948B}">
      <dsp:nvSpPr>
        <dsp:cNvPr id="0" name=""/>
        <dsp:cNvSpPr/>
      </dsp:nvSpPr>
      <dsp:spPr>
        <a:xfrm>
          <a:off x="505574" y="3370494"/>
          <a:ext cx="919225" cy="9192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249F798-0F91-46EC-B151-51A1AD69ADAD}">
      <dsp:nvSpPr>
        <dsp:cNvPr id="0" name=""/>
        <dsp:cNvSpPr/>
      </dsp:nvSpPr>
      <dsp:spPr>
        <a:xfrm>
          <a:off x="1930374" y="2994447"/>
          <a:ext cx="2752619" cy="1671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81" tIns="176881" rIns="176881" bIns="176881" numCol="1" spcCol="1270" anchor="ctr" anchorCtr="0">
          <a:noAutofit/>
        </a:bodyPr>
        <a:lstStyle/>
        <a:p>
          <a:pPr marL="0" lvl="0" indent="0" algn="l" defTabSz="1111250">
            <a:lnSpc>
              <a:spcPct val="90000"/>
            </a:lnSpc>
            <a:spcBef>
              <a:spcPct val="0"/>
            </a:spcBef>
            <a:spcAft>
              <a:spcPct val="35000"/>
            </a:spcAft>
            <a:buNone/>
          </a:pPr>
          <a:r>
            <a:rPr lang="en-US" sz="2500" kern="1200"/>
            <a:t>Keep unit tests fast and deterministic</a:t>
          </a:r>
        </a:p>
      </dsp:txBody>
      <dsp:txXfrm>
        <a:off x="1930374" y="2994447"/>
        <a:ext cx="2752619" cy="167131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064CFC-FF47-4440-89EB-5327D4545BC0}">
      <dsp:nvSpPr>
        <dsp:cNvPr id="0" name=""/>
        <dsp:cNvSpPr/>
      </dsp:nvSpPr>
      <dsp:spPr>
        <a:xfrm>
          <a:off x="702168" y="700492"/>
          <a:ext cx="968329" cy="968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A60EFE-4D0E-482F-9C2C-586C8D34618A}">
      <dsp:nvSpPr>
        <dsp:cNvPr id="0" name=""/>
        <dsp:cNvSpPr/>
      </dsp:nvSpPr>
      <dsp:spPr>
        <a:xfrm>
          <a:off x="110411"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Fake: simplified working version (e.g., in-memory repo)</a:t>
          </a:r>
        </a:p>
      </dsp:txBody>
      <dsp:txXfrm>
        <a:off x="110411" y="1966943"/>
        <a:ext cx="2151843" cy="720000"/>
      </dsp:txXfrm>
    </dsp:sp>
    <dsp:sp modelId="{BDBBF017-00DA-4666-BD13-20BB74A2A032}">
      <dsp:nvSpPr>
        <dsp:cNvPr id="0" name=""/>
        <dsp:cNvSpPr/>
      </dsp:nvSpPr>
      <dsp:spPr>
        <a:xfrm>
          <a:off x="3230585" y="700492"/>
          <a:ext cx="968329" cy="968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9283F8-C417-43D3-B7D0-4DFA0F4029CA}">
      <dsp:nvSpPr>
        <dsp:cNvPr id="0" name=""/>
        <dsp:cNvSpPr/>
      </dsp:nvSpPr>
      <dsp:spPr>
        <a:xfrm>
          <a:off x="2638828"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Stub: returns canned answers</a:t>
          </a:r>
        </a:p>
      </dsp:txBody>
      <dsp:txXfrm>
        <a:off x="2638828" y="1966943"/>
        <a:ext cx="2151843" cy="720000"/>
      </dsp:txXfrm>
    </dsp:sp>
    <dsp:sp modelId="{EBC9B2CE-26A9-40CD-B6A8-F270C2D7E79C}">
      <dsp:nvSpPr>
        <dsp:cNvPr id="0" name=""/>
        <dsp:cNvSpPr/>
      </dsp:nvSpPr>
      <dsp:spPr>
        <a:xfrm>
          <a:off x="5759001" y="700492"/>
          <a:ext cx="968329" cy="9683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5EB8FE1-CAE5-407B-956B-CD19683356E9}">
      <dsp:nvSpPr>
        <dsp:cNvPr id="0" name=""/>
        <dsp:cNvSpPr/>
      </dsp:nvSpPr>
      <dsp:spPr>
        <a:xfrm>
          <a:off x="5167244"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Mock: verifies interactions (calls/arguments)</a:t>
          </a:r>
        </a:p>
      </dsp:txBody>
      <dsp:txXfrm>
        <a:off x="5167244" y="1966943"/>
        <a:ext cx="2151843" cy="72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913D4E-D846-7744-8A18-72167B9A7DF1}">
      <dsp:nvSpPr>
        <dsp:cNvPr id="0" name=""/>
        <dsp:cNvSpPr/>
      </dsp:nvSpPr>
      <dsp:spPr>
        <a:xfrm>
          <a:off x="0" y="1238331"/>
          <a:ext cx="2112601" cy="134150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EA5C4D-5439-4247-8841-430C3F07B50B}">
      <dsp:nvSpPr>
        <dsp:cNvPr id="0" name=""/>
        <dsp:cNvSpPr/>
      </dsp:nvSpPr>
      <dsp:spPr>
        <a:xfrm>
          <a:off x="234733" y="1461328"/>
          <a:ext cx="2112601" cy="1341501"/>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Too many mocks → brittle tests</a:t>
          </a:r>
        </a:p>
      </dsp:txBody>
      <dsp:txXfrm>
        <a:off x="274024" y="1500619"/>
        <a:ext cx="2034019" cy="1262919"/>
      </dsp:txXfrm>
    </dsp:sp>
    <dsp:sp modelId="{FF287C15-0538-374A-8076-8B12AA72CD96}">
      <dsp:nvSpPr>
        <dsp:cNvPr id="0" name=""/>
        <dsp:cNvSpPr/>
      </dsp:nvSpPr>
      <dsp:spPr>
        <a:xfrm>
          <a:off x="2582068" y="1238331"/>
          <a:ext cx="2112601" cy="134150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2B388C-7860-FE49-A9DE-23E7447389DE}">
      <dsp:nvSpPr>
        <dsp:cNvPr id="0" name=""/>
        <dsp:cNvSpPr/>
      </dsp:nvSpPr>
      <dsp:spPr>
        <a:xfrm>
          <a:off x="2816802" y="1461328"/>
          <a:ext cx="2112601" cy="1341501"/>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Prefer testing outcomes vs internal steps</a:t>
          </a:r>
        </a:p>
      </dsp:txBody>
      <dsp:txXfrm>
        <a:off x="2856093" y="1500619"/>
        <a:ext cx="2034019" cy="1262919"/>
      </dsp:txXfrm>
    </dsp:sp>
    <dsp:sp modelId="{9DB0D011-901C-FF47-B25A-7F77A7AE4256}">
      <dsp:nvSpPr>
        <dsp:cNvPr id="0" name=""/>
        <dsp:cNvSpPr/>
      </dsp:nvSpPr>
      <dsp:spPr>
        <a:xfrm>
          <a:off x="5164136" y="1238331"/>
          <a:ext cx="2112601" cy="134150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0436F1-27EC-CF4B-BFBF-034B5808E3B9}">
      <dsp:nvSpPr>
        <dsp:cNvPr id="0" name=""/>
        <dsp:cNvSpPr/>
      </dsp:nvSpPr>
      <dsp:spPr>
        <a:xfrm>
          <a:off x="5398870" y="1461328"/>
          <a:ext cx="2112601" cy="1341501"/>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Mock when the interaction is the feature (e.g., sends email)</a:t>
          </a:r>
        </a:p>
      </dsp:txBody>
      <dsp:txXfrm>
        <a:off x="5438161" y="1500619"/>
        <a:ext cx="2034019" cy="126291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E2D033-8D6C-5A43-B17C-C66634F65403}">
      <dsp:nvSpPr>
        <dsp:cNvPr id="0" name=""/>
        <dsp:cNvSpPr/>
      </dsp:nvSpPr>
      <dsp:spPr>
        <a:xfrm>
          <a:off x="0" y="551533"/>
          <a:ext cx="4534600" cy="111384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Smaller units → easier to test</a:t>
          </a:r>
        </a:p>
      </dsp:txBody>
      <dsp:txXfrm>
        <a:off x="54373" y="605906"/>
        <a:ext cx="4425854" cy="1005094"/>
      </dsp:txXfrm>
    </dsp:sp>
    <dsp:sp modelId="{CE45F7EA-4715-8F4E-B4FC-14D37A5BA765}">
      <dsp:nvSpPr>
        <dsp:cNvPr id="0" name=""/>
        <dsp:cNvSpPr/>
      </dsp:nvSpPr>
      <dsp:spPr>
        <a:xfrm>
          <a:off x="0" y="1746013"/>
          <a:ext cx="4534600" cy="1113840"/>
        </a:xfrm>
        <a:prstGeom prst="roundRect">
          <a:avLst/>
        </a:prstGeom>
        <a:gradFill rotWithShape="0">
          <a:gsLst>
            <a:gs pos="0">
              <a:schemeClr val="accent2">
                <a:hueOff val="1053039"/>
                <a:satOff val="-12100"/>
                <a:lumOff val="5883"/>
                <a:alphaOff val="0"/>
                <a:tint val="96000"/>
                <a:lumMod val="104000"/>
              </a:schemeClr>
            </a:gs>
            <a:gs pos="100000">
              <a:schemeClr val="accent2">
                <a:hueOff val="1053039"/>
                <a:satOff val="-12100"/>
                <a:lumOff val="5883"/>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Clear boundaries (logic vs side effects)</a:t>
          </a:r>
        </a:p>
      </dsp:txBody>
      <dsp:txXfrm>
        <a:off x="54373" y="1800386"/>
        <a:ext cx="4425854" cy="1005094"/>
      </dsp:txXfrm>
    </dsp:sp>
    <dsp:sp modelId="{51F42523-DB81-134F-9BF0-95C1E7F36E39}">
      <dsp:nvSpPr>
        <dsp:cNvPr id="0" name=""/>
        <dsp:cNvSpPr/>
      </dsp:nvSpPr>
      <dsp:spPr>
        <a:xfrm>
          <a:off x="0" y="2940493"/>
          <a:ext cx="4534600" cy="1113840"/>
        </a:xfrm>
        <a:prstGeom prst="roundRect">
          <a:avLst/>
        </a:prstGeom>
        <a:gradFill rotWithShape="0">
          <a:gsLst>
            <a:gs pos="0">
              <a:schemeClr val="accent2">
                <a:hueOff val="2106078"/>
                <a:satOff val="-24199"/>
                <a:lumOff val="11766"/>
                <a:alphaOff val="0"/>
                <a:tint val="96000"/>
                <a:lumMod val="104000"/>
              </a:schemeClr>
            </a:gs>
            <a:gs pos="100000">
              <a:schemeClr val="accent2">
                <a:hueOff val="2106078"/>
                <a:satOff val="-24199"/>
                <a:lumOff val="11766"/>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Dependencies injected instead of hard-coded</a:t>
          </a:r>
        </a:p>
      </dsp:txBody>
      <dsp:txXfrm>
        <a:off x="54373" y="2994866"/>
        <a:ext cx="4425854" cy="100509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09F79-936D-43C2-9B90-BD18E7F17994}">
      <dsp:nvSpPr>
        <dsp:cNvPr id="0" name=""/>
        <dsp:cNvSpPr/>
      </dsp:nvSpPr>
      <dsp:spPr>
        <a:xfrm>
          <a:off x="702168" y="700492"/>
          <a:ext cx="968329" cy="968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9DD0C4-C086-47A7-8B99-B89A2828D328}">
      <dsp:nvSpPr>
        <dsp:cNvPr id="0" name=""/>
        <dsp:cNvSpPr/>
      </dsp:nvSpPr>
      <dsp:spPr>
        <a:xfrm>
          <a:off x="110411"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Pure functions are easy to test</a:t>
          </a:r>
        </a:p>
      </dsp:txBody>
      <dsp:txXfrm>
        <a:off x="110411" y="1966943"/>
        <a:ext cx="2151843" cy="720000"/>
      </dsp:txXfrm>
    </dsp:sp>
    <dsp:sp modelId="{8923E410-8BE0-4BBA-BC16-3704C149A656}">
      <dsp:nvSpPr>
        <dsp:cNvPr id="0" name=""/>
        <dsp:cNvSpPr/>
      </dsp:nvSpPr>
      <dsp:spPr>
        <a:xfrm>
          <a:off x="3230585" y="700492"/>
          <a:ext cx="968329" cy="968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AF8B6A7-E34E-41EB-AD60-11C1E1171C71}">
      <dsp:nvSpPr>
        <dsp:cNvPr id="0" name=""/>
        <dsp:cNvSpPr/>
      </dsp:nvSpPr>
      <dsp:spPr>
        <a:xfrm>
          <a:off x="2638828"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Move I/O to the edges (DB, HTTP, filesystem)</a:t>
          </a:r>
        </a:p>
      </dsp:txBody>
      <dsp:txXfrm>
        <a:off x="2638828" y="1966943"/>
        <a:ext cx="2151843" cy="720000"/>
      </dsp:txXfrm>
    </dsp:sp>
    <dsp:sp modelId="{FED38356-023A-49EB-8499-6C2A2DF481AB}">
      <dsp:nvSpPr>
        <dsp:cNvPr id="0" name=""/>
        <dsp:cNvSpPr/>
      </dsp:nvSpPr>
      <dsp:spPr>
        <a:xfrm>
          <a:off x="5759001" y="700492"/>
          <a:ext cx="968329" cy="9683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64B8420-768F-4B1F-90A5-3F89C3C7296E}">
      <dsp:nvSpPr>
        <dsp:cNvPr id="0" name=""/>
        <dsp:cNvSpPr/>
      </dsp:nvSpPr>
      <dsp:spPr>
        <a:xfrm>
          <a:off x="5167244"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Keep core rules in plain functions/classes</a:t>
          </a:r>
        </a:p>
      </dsp:txBody>
      <dsp:txXfrm>
        <a:off x="5167244" y="1966943"/>
        <a:ext cx="2151843" cy="72000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41CF8-DE09-C649-917D-15B3CB6ADEC9}">
      <dsp:nvSpPr>
        <dsp:cNvPr id="0" name=""/>
        <dsp:cNvSpPr/>
      </dsp:nvSpPr>
      <dsp:spPr>
        <a:xfrm>
          <a:off x="1502294" y="1262"/>
          <a:ext cx="6009177" cy="1294434"/>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6595" tIns="328786" rIns="116595" bIns="328786" numCol="1" spcCol="1270" anchor="ctr" anchorCtr="0">
          <a:noAutofit/>
        </a:bodyPr>
        <a:lstStyle/>
        <a:p>
          <a:pPr marL="0" lvl="0" indent="0" algn="l" defTabSz="1066800">
            <a:lnSpc>
              <a:spcPct val="90000"/>
            </a:lnSpc>
            <a:spcBef>
              <a:spcPct val="0"/>
            </a:spcBef>
            <a:spcAft>
              <a:spcPct val="35000"/>
            </a:spcAft>
            <a:buNone/>
          </a:pPr>
          <a:r>
            <a:rPr lang="en-US" sz="2400" kern="1200"/>
            <a:t>Inject a clock instead of calling now()</a:t>
          </a:r>
        </a:p>
      </dsp:txBody>
      <dsp:txXfrm>
        <a:off x="1502294" y="1262"/>
        <a:ext cx="6009177" cy="1294434"/>
      </dsp:txXfrm>
    </dsp:sp>
    <dsp:sp modelId="{64A5CA97-937A-B14C-A404-0110D73314BB}">
      <dsp:nvSpPr>
        <dsp:cNvPr id="0" name=""/>
        <dsp:cNvSpPr/>
      </dsp:nvSpPr>
      <dsp:spPr>
        <a:xfrm>
          <a:off x="0" y="1262"/>
          <a:ext cx="1502294" cy="1294434"/>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496" tIns="127861" rIns="79496" bIns="127861" numCol="1" spcCol="1270" anchor="ctr" anchorCtr="0">
          <a:noAutofit/>
        </a:bodyPr>
        <a:lstStyle/>
        <a:p>
          <a:pPr marL="0" lvl="0" indent="0" algn="ctr" defTabSz="1244600">
            <a:lnSpc>
              <a:spcPct val="90000"/>
            </a:lnSpc>
            <a:spcBef>
              <a:spcPct val="0"/>
            </a:spcBef>
            <a:spcAft>
              <a:spcPct val="35000"/>
            </a:spcAft>
            <a:buNone/>
          </a:pPr>
          <a:r>
            <a:rPr lang="en-US" sz="2800" kern="1200"/>
            <a:t>Inject</a:t>
          </a:r>
        </a:p>
      </dsp:txBody>
      <dsp:txXfrm>
        <a:off x="0" y="1262"/>
        <a:ext cx="1502294" cy="1294434"/>
      </dsp:txXfrm>
    </dsp:sp>
    <dsp:sp modelId="{D201726B-4DBE-0043-A6CC-E06EFB859F31}">
      <dsp:nvSpPr>
        <dsp:cNvPr id="0" name=""/>
        <dsp:cNvSpPr/>
      </dsp:nvSpPr>
      <dsp:spPr>
        <a:xfrm>
          <a:off x="1502294" y="1373363"/>
          <a:ext cx="6009177" cy="1294434"/>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6595" tIns="328786" rIns="116595" bIns="328786" numCol="1" spcCol="1270" anchor="ctr" anchorCtr="0">
          <a:noAutofit/>
        </a:bodyPr>
        <a:lstStyle/>
        <a:p>
          <a:pPr marL="0" lvl="0" indent="0" algn="l" defTabSz="1066800">
            <a:lnSpc>
              <a:spcPct val="90000"/>
            </a:lnSpc>
            <a:spcBef>
              <a:spcPct val="0"/>
            </a:spcBef>
            <a:spcAft>
              <a:spcPct val="35000"/>
            </a:spcAft>
            <a:buNone/>
          </a:pPr>
          <a:r>
            <a:rPr lang="en-US" sz="2400" kern="1200"/>
            <a:t>Inject a RNG or use a fixed seed</a:t>
          </a:r>
        </a:p>
      </dsp:txBody>
      <dsp:txXfrm>
        <a:off x="1502294" y="1373363"/>
        <a:ext cx="6009177" cy="1294434"/>
      </dsp:txXfrm>
    </dsp:sp>
    <dsp:sp modelId="{848AEDFD-19BF-3F48-BB88-59668FCEBB19}">
      <dsp:nvSpPr>
        <dsp:cNvPr id="0" name=""/>
        <dsp:cNvSpPr/>
      </dsp:nvSpPr>
      <dsp:spPr>
        <a:xfrm>
          <a:off x="0" y="1373363"/>
          <a:ext cx="1502294" cy="1294434"/>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496" tIns="127861" rIns="79496" bIns="127861" numCol="1" spcCol="1270" anchor="ctr" anchorCtr="0">
          <a:noAutofit/>
        </a:bodyPr>
        <a:lstStyle/>
        <a:p>
          <a:pPr marL="0" lvl="0" indent="0" algn="ctr" defTabSz="1244600">
            <a:lnSpc>
              <a:spcPct val="90000"/>
            </a:lnSpc>
            <a:spcBef>
              <a:spcPct val="0"/>
            </a:spcBef>
            <a:spcAft>
              <a:spcPct val="35000"/>
            </a:spcAft>
            <a:buNone/>
          </a:pPr>
          <a:r>
            <a:rPr lang="en-US" sz="2800" kern="1200"/>
            <a:t>Inject</a:t>
          </a:r>
        </a:p>
      </dsp:txBody>
      <dsp:txXfrm>
        <a:off x="0" y="1373363"/>
        <a:ext cx="1502294" cy="1294434"/>
      </dsp:txXfrm>
    </dsp:sp>
    <dsp:sp modelId="{09821A43-DE4E-9D43-BCE3-B1C23F1A7EB2}">
      <dsp:nvSpPr>
        <dsp:cNvPr id="0" name=""/>
        <dsp:cNvSpPr/>
      </dsp:nvSpPr>
      <dsp:spPr>
        <a:xfrm>
          <a:off x="1502294" y="2745464"/>
          <a:ext cx="6009177" cy="1294434"/>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6595" tIns="328786" rIns="116595" bIns="328786" numCol="1" spcCol="1270" anchor="ctr" anchorCtr="0">
          <a:noAutofit/>
        </a:bodyPr>
        <a:lstStyle/>
        <a:p>
          <a:pPr marL="0" lvl="0" indent="0" algn="l" defTabSz="1066800">
            <a:lnSpc>
              <a:spcPct val="90000"/>
            </a:lnSpc>
            <a:spcBef>
              <a:spcPct val="0"/>
            </a:spcBef>
            <a:spcAft>
              <a:spcPct val="35000"/>
            </a:spcAft>
            <a:buNone/>
          </a:pPr>
          <a:r>
            <a:rPr lang="en-US" sz="2400" kern="1200"/>
            <a:t>Make tests deterministic</a:t>
          </a:r>
        </a:p>
      </dsp:txBody>
      <dsp:txXfrm>
        <a:off x="1502294" y="2745464"/>
        <a:ext cx="6009177" cy="1294434"/>
      </dsp:txXfrm>
    </dsp:sp>
    <dsp:sp modelId="{ED50CF68-08E2-CE4A-A41B-97DCB3322188}">
      <dsp:nvSpPr>
        <dsp:cNvPr id="0" name=""/>
        <dsp:cNvSpPr/>
      </dsp:nvSpPr>
      <dsp:spPr>
        <a:xfrm>
          <a:off x="0" y="2745464"/>
          <a:ext cx="1502294" cy="1294434"/>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496" tIns="127861" rIns="79496" bIns="127861" numCol="1" spcCol="1270" anchor="ctr" anchorCtr="0">
          <a:noAutofit/>
        </a:bodyPr>
        <a:lstStyle/>
        <a:p>
          <a:pPr marL="0" lvl="0" indent="0" algn="ctr" defTabSz="1244600">
            <a:lnSpc>
              <a:spcPct val="90000"/>
            </a:lnSpc>
            <a:spcBef>
              <a:spcPct val="0"/>
            </a:spcBef>
            <a:spcAft>
              <a:spcPct val="35000"/>
            </a:spcAft>
            <a:buNone/>
          </a:pPr>
          <a:r>
            <a:rPr lang="en-US" sz="2800" kern="1200"/>
            <a:t>Make</a:t>
          </a:r>
        </a:p>
      </dsp:txBody>
      <dsp:txXfrm>
        <a:off x="0" y="2745464"/>
        <a:ext cx="1502294" cy="129443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2219F-BA96-9B42-A1C1-714074C49EA3}">
      <dsp:nvSpPr>
        <dsp:cNvPr id="0" name=""/>
        <dsp:cNvSpPr/>
      </dsp:nvSpPr>
      <dsp:spPr>
        <a:xfrm>
          <a:off x="580" y="283273"/>
          <a:ext cx="2350740" cy="282088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89000">
            <a:lnSpc>
              <a:spcPct val="90000"/>
            </a:lnSpc>
            <a:spcBef>
              <a:spcPct val="0"/>
            </a:spcBef>
            <a:spcAft>
              <a:spcPct val="35000"/>
            </a:spcAft>
            <a:buNone/>
          </a:pPr>
          <a:r>
            <a:rPr lang="en-US" sz="2000" kern="1200"/>
            <a:t>Verify real boundaries: DB schemas, HTTP wiring, config</a:t>
          </a:r>
        </a:p>
      </dsp:txBody>
      <dsp:txXfrm>
        <a:off x="580" y="1411629"/>
        <a:ext cx="2350740" cy="1692532"/>
      </dsp:txXfrm>
    </dsp:sp>
    <dsp:sp modelId="{01643D1D-4DF8-744F-9E97-460319D44AA8}">
      <dsp:nvSpPr>
        <dsp:cNvPr id="0" name=""/>
        <dsp:cNvSpPr/>
      </dsp:nvSpPr>
      <dsp:spPr>
        <a:xfrm>
          <a:off x="580"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01</a:t>
          </a:r>
        </a:p>
      </dsp:txBody>
      <dsp:txXfrm>
        <a:off x="580" y="283273"/>
        <a:ext cx="2350740" cy="1128355"/>
      </dsp:txXfrm>
    </dsp:sp>
    <dsp:sp modelId="{4C28A0DF-17F3-D146-92B9-0E0870AB5F74}">
      <dsp:nvSpPr>
        <dsp:cNvPr id="0" name=""/>
        <dsp:cNvSpPr/>
      </dsp:nvSpPr>
      <dsp:spPr>
        <a:xfrm>
          <a:off x="2539379" y="283273"/>
          <a:ext cx="2350740" cy="2820888"/>
        </a:xfrm>
        <a:prstGeom prst="rect">
          <a:avLst/>
        </a:prstGeom>
        <a:solidFill>
          <a:schemeClr val="accent2">
            <a:hueOff val="1053039"/>
            <a:satOff val="-12100"/>
            <a:lumOff val="5883"/>
            <a:alphaOff val="0"/>
          </a:schemeClr>
        </a:solidFill>
        <a:ln w="19050" cap="rnd" cmpd="sng" algn="ctr">
          <a:solidFill>
            <a:schemeClr val="accent2">
              <a:hueOff val="1053039"/>
              <a:satOff val="-12100"/>
              <a:lumOff val="588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89000">
            <a:lnSpc>
              <a:spcPct val="90000"/>
            </a:lnSpc>
            <a:spcBef>
              <a:spcPct val="0"/>
            </a:spcBef>
            <a:spcAft>
              <a:spcPct val="35000"/>
            </a:spcAft>
            <a:buNone/>
          </a:pPr>
          <a:r>
            <a:rPr lang="en-US" sz="2000" kern="1200"/>
            <a:t>Keep them fewer than unit tests</a:t>
          </a:r>
        </a:p>
      </dsp:txBody>
      <dsp:txXfrm>
        <a:off x="2539379" y="1411629"/>
        <a:ext cx="2350740" cy="1692532"/>
      </dsp:txXfrm>
    </dsp:sp>
    <dsp:sp modelId="{F0326683-B995-ED45-A41F-48B751D20143}">
      <dsp:nvSpPr>
        <dsp:cNvPr id="0" name=""/>
        <dsp:cNvSpPr/>
      </dsp:nvSpPr>
      <dsp:spPr>
        <a:xfrm>
          <a:off x="25393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02</a:t>
          </a:r>
        </a:p>
      </dsp:txBody>
      <dsp:txXfrm>
        <a:off x="2539379" y="283273"/>
        <a:ext cx="2350740" cy="1128355"/>
      </dsp:txXfrm>
    </dsp:sp>
    <dsp:sp modelId="{769EBB5C-0F8A-1D4E-A862-8094E4CDD1A1}">
      <dsp:nvSpPr>
        <dsp:cNvPr id="0" name=""/>
        <dsp:cNvSpPr/>
      </dsp:nvSpPr>
      <dsp:spPr>
        <a:xfrm>
          <a:off x="5078179" y="283273"/>
          <a:ext cx="2350740" cy="2820888"/>
        </a:xfrm>
        <a:prstGeom prst="rect">
          <a:avLst/>
        </a:prstGeom>
        <a:solidFill>
          <a:schemeClr val="accent2">
            <a:hueOff val="2106078"/>
            <a:satOff val="-24199"/>
            <a:lumOff val="11766"/>
            <a:alphaOff val="0"/>
          </a:schemeClr>
        </a:solidFill>
        <a:ln w="19050" cap="rnd" cmpd="sng" algn="ctr">
          <a:solidFill>
            <a:schemeClr val="accent2">
              <a:hueOff val="2106078"/>
              <a:satOff val="-24199"/>
              <a:lumOff val="1176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889000">
            <a:lnSpc>
              <a:spcPct val="90000"/>
            </a:lnSpc>
            <a:spcBef>
              <a:spcPct val="0"/>
            </a:spcBef>
            <a:spcAft>
              <a:spcPct val="35000"/>
            </a:spcAft>
            <a:buNone/>
          </a:pPr>
          <a:r>
            <a:rPr lang="en-US" sz="2000" kern="1200"/>
            <a:t>Run in CI for confidence</a:t>
          </a:r>
        </a:p>
      </dsp:txBody>
      <dsp:txXfrm>
        <a:off x="5078179" y="1411629"/>
        <a:ext cx="2350740" cy="1692532"/>
      </dsp:txXfrm>
    </dsp:sp>
    <dsp:sp modelId="{5121C2DF-7024-7E41-A22E-CB33994007AD}">
      <dsp:nvSpPr>
        <dsp:cNvPr id="0" name=""/>
        <dsp:cNvSpPr/>
      </dsp:nvSpPr>
      <dsp:spPr>
        <a:xfrm>
          <a:off x="50781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03</a:t>
          </a:r>
        </a:p>
      </dsp:txBody>
      <dsp:txXfrm>
        <a:off x="5078179" y="283273"/>
        <a:ext cx="2350740" cy="112835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C0593-A2B8-4FAC-8EDA-5EBACB56FD9D}">
      <dsp:nvSpPr>
        <dsp:cNvPr id="0" name=""/>
        <dsp:cNvSpPr/>
      </dsp:nvSpPr>
      <dsp:spPr>
        <a:xfrm>
          <a:off x="702168" y="700492"/>
          <a:ext cx="968329" cy="968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79E8D3-8CCF-47D2-9A0F-73C972F13261}">
      <dsp:nvSpPr>
        <dsp:cNvPr id="0" name=""/>
        <dsp:cNvSpPr/>
      </dsp:nvSpPr>
      <dsp:spPr>
        <a:xfrm>
          <a:off x="110411"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Unit tests: use fakes/stubs (in-memory repo)</a:t>
          </a:r>
        </a:p>
      </dsp:txBody>
      <dsp:txXfrm>
        <a:off x="110411" y="1966943"/>
        <a:ext cx="2151843" cy="720000"/>
      </dsp:txXfrm>
    </dsp:sp>
    <dsp:sp modelId="{E5910DCA-3431-44C3-9897-651503DB3AD2}">
      <dsp:nvSpPr>
        <dsp:cNvPr id="0" name=""/>
        <dsp:cNvSpPr/>
      </dsp:nvSpPr>
      <dsp:spPr>
        <a:xfrm>
          <a:off x="3230585" y="700492"/>
          <a:ext cx="968329" cy="968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3A5474-467E-4E69-8469-7C699F51CD47}">
      <dsp:nvSpPr>
        <dsp:cNvPr id="0" name=""/>
        <dsp:cNvSpPr/>
      </dsp:nvSpPr>
      <dsp:spPr>
        <a:xfrm>
          <a:off x="2638828"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Integration: real DB with a clean setup/teardown</a:t>
          </a:r>
        </a:p>
      </dsp:txBody>
      <dsp:txXfrm>
        <a:off x="2638828" y="1966943"/>
        <a:ext cx="2151843" cy="720000"/>
      </dsp:txXfrm>
    </dsp:sp>
    <dsp:sp modelId="{129BC218-33B4-4EAB-940C-431EBD903486}">
      <dsp:nvSpPr>
        <dsp:cNvPr id="0" name=""/>
        <dsp:cNvSpPr/>
      </dsp:nvSpPr>
      <dsp:spPr>
        <a:xfrm>
          <a:off x="5759001" y="700492"/>
          <a:ext cx="968329" cy="9683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D14508-73B3-4A76-A45B-AD7AAF3092B5}">
      <dsp:nvSpPr>
        <dsp:cNvPr id="0" name=""/>
        <dsp:cNvSpPr/>
      </dsp:nvSpPr>
      <dsp:spPr>
        <a:xfrm>
          <a:off x="5167244" y="1966943"/>
          <a:ext cx="21518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Aim for reproducible environments</a:t>
          </a:r>
        </a:p>
      </dsp:txBody>
      <dsp:txXfrm>
        <a:off x="5167244" y="1966943"/>
        <a:ext cx="2151843" cy="7200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CE327-4471-1A4D-8066-D23E4162E83F}">
      <dsp:nvSpPr>
        <dsp:cNvPr id="0" name=""/>
        <dsp:cNvSpPr/>
      </dsp:nvSpPr>
      <dsp:spPr>
        <a:xfrm>
          <a:off x="354" y="1442067"/>
          <a:ext cx="1434775" cy="1721730"/>
        </a:xfrm>
        <a:prstGeom prst="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84000"/>
                <a:lumMod val="84000"/>
              </a:schemeClr>
            </a:gs>
          </a:gsLst>
          <a:lin ang="5400000" scaled="0"/>
        </a:gradFill>
        <a:ln w="9525" cap="rnd" cmpd="sng" algn="ctr">
          <a:solidFill>
            <a:schemeClr val="accent5">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txBody>
        <a:bodyPr spcFirstLastPara="0" vert="horz" wrap="square" lIns="141724" tIns="0" rIns="141724" bIns="330200" numCol="1" spcCol="1270" anchor="t" anchorCtr="0">
          <a:noAutofit/>
        </a:bodyPr>
        <a:lstStyle/>
        <a:p>
          <a:pPr marL="0" lvl="0" indent="0" algn="l" defTabSz="488950">
            <a:lnSpc>
              <a:spcPct val="90000"/>
            </a:lnSpc>
            <a:spcBef>
              <a:spcPct val="0"/>
            </a:spcBef>
            <a:spcAft>
              <a:spcPct val="35000"/>
            </a:spcAft>
            <a:buNone/>
          </a:pPr>
          <a:r>
            <a:rPr lang="en-US" sz="1100" kern="1200"/>
            <a:t>Write tests that describe current behavior (even if ugly)</a:t>
          </a:r>
        </a:p>
      </dsp:txBody>
      <dsp:txXfrm>
        <a:off x="354" y="2130759"/>
        <a:ext cx="1434775" cy="1033038"/>
      </dsp:txXfrm>
    </dsp:sp>
    <dsp:sp modelId="{9E9E58D8-7CB4-3448-806D-9420B14309BB}">
      <dsp:nvSpPr>
        <dsp:cNvPr id="0" name=""/>
        <dsp:cNvSpPr/>
      </dsp:nvSpPr>
      <dsp:spPr>
        <a:xfrm>
          <a:off x="354" y="1442067"/>
          <a:ext cx="1434775" cy="688692"/>
        </a:xfrm>
        <a:prstGeom prst="rect">
          <a:avLst/>
        </a:prstGeom>
        <a:noFill/>
        <a:ln w="9525" cap="rnd" cmpd="sng" algn="ctr">
          <a:noFill/>
          <a:prstDash val="solid"/>
        </a:ln>
        <a:effectLst>
          <a:innerShdw blurRad="50800" dist="25400" dir="13500000">
            <a:srgbClr val="000000">
              <a:alpha val="55000"/>
            </a:srgbClr>
          </a:inn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41724" tIns="165100" rIns="141724" bIns="165100" numCol="1" spcCol="1270" anchor="ctr" anchorCtr="0">
          <a:noAutofit/>
        </a:bodyPr>
        <a:lstStyle/>
        <a:p>
          <a:pPr marL="0" lvl="0" indent="0" algn="l" defTabSz="1111250">
            <a:lnSpc>
              <a:spcPct val="90000"/>
            </a:lnSpc>
            <a:spcBef>
              <a:spcPct val="0"/>
            </a:spcBef>
            <a:spcAft>
              <a:spcPct val="35000"/>
            </a:spcAft>
            <a:buNone/>
          </a:pPr>
          <a:r>
            <a:rPr lang="en-US" sz="2500" kern="1200"/>
            <a:t>01</a:t>
          </a:r>
        </a:p>
      </dsp:txBody>
      <dsp:txXfrm>
        <a:off x="354" y="1442067"/>
        <a:ext cx="1434775" cy="688692"/>
      </dsp:txXfrm>
    </dsp:sp>
    <dsp:sp modelId="{99A12ACB-E490-F74E-A5B7-8AE62EEE217C}">
      <dsp:nvSpPr>
        <dsp:cNvPr id="0" name=""/>
        <dsp:cNvSpPr/>
      </dsp:nvSpPr>
      <dsp:spPr>
        <a:xfrm>
          <a:off x="1549912" y="1442067"/>
          <a:ext cx="1434775" cy="1721730"/>
        </a:xfrm>
        <a:prstGeom prst="rect">
          <a:avLst/>
        </a:prstGeom>
        <a:gradFill rotWithShape="0">
          <a:gsLst>
            <a:gs pos="0">
              <a:schemeClr val="accent5">
                <a:hueOff val="689210"/>
                <a:satOff val="7227"/>
                <a:lumOff val="-588"/>
                <a:alphaOff val="0"/>
                <a:tint val="96000"/>
                <a:lumMod val="104000"/>
              </a:schemeClr>
            </a:gs>
            <a:gs pos="100000">
              <a:schemeClr val="accent5">
                <a:hueOff val="689210"/>
                <a:satOff val="7227"/>
                <a:lumOff val="-588"/>
                <a:alphaOff val="0"/>
                <a:shade val="84000"/>
                <a:lumMod val="84000"/>
              </a:schemeClr>
            </a:gs>
          </a:gsLst>
          <a:lin ang="5400000" scaled="0"/>
        </a:gradFill>
        <a:ln w="9525" cap="rnd" cmpd="sng" algn="ctr">
          <a:solidFill>
            <a:schemeClr val="accent5">
              <a:hueOff val="689210"/>
              <a:satOff val="7227"/>
              <a:lumOff val="-588"/>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txBody>
        <a:bodyPr spcFirstLastPara="0" vert="horz" wrap="square" lIns="141724" tIns="0" rIns="141724" bIns="330200" numCol="1" spcCol="1270" anchor="t" anchorCtr="0">
          <a:noAutofit/>
        </a:bodyPr>
        <a:lstStyle/>
        <a:p>
          <a:pPr marL="0" lvl="0" indent="0" algn="l" defTabSz="488950">
            <a:lnSpc>
              <a:spcPct val="90000"/>
            </a:lnSpc>
            <a:spcBef>
              <a:spcPct val="0"/>
            </a:spcBef>
            <a:spcAft>
              <a:spcPct val="35000"/>
            </a:spcAft>
            <a:buNone/>
          </a:pPr>
          <a:r>
            <a:rPr lang="en-US" sz="1100" kern="1200"/>
            <a:t>Use them as a safety net</a:t>
          </a:r>
        </a:p>
      </dsp:txBody>
      <dsp:txXfrm>
        <a:off x="1549912" y="2130759"/>
        <a:ext cx="1434775" cy="1033038"/>
      </dsp:txXfrm>
    </dsp:sp>
    <dsp:sp modelId="{EBB1BBB1-72D2-124C-BA71-945AB3D6F470}">
      <dsp:nvSpPr>
        <dsp:cNvPr id="0" name=""/>
        <dsp:cNvSpPr/>
      </dsp:nvSpPr>
      <dsp:spPr>
        <a:xfrm>
          <a:off x="1549912" y="1442067"/>
          <a:ext cx="1434775" cy="688692"/>
        </a:xfrm>
        <a:prstGeom prst="rect">
          <a:avLst/>
        </a:prstGeom>
        <a:noFill/>
        <a:ln w="9525" cap="rnd" cmpd="sng" algn="ctr">
          <a:noFill/>
          <a:prstDash val="solid"/>
        </a:ln>
        <a:effectLst>
          <a:innerShdw blurRad="50800" dist="25400" dir="13500000">
            <a:srgbClr val="000000">
              <a:alpha val="55000"/>
            </a:srgbClr>
          </a:inn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41724" tIns="165100" rIns="141724" bIns="165100" numCol="1" spcCol="1270" anchor="ctr" anchorCtr="0">
          <a:noAutofit/>
        </a:bodyPr>
        <a:lstStyle/>
        <a:p>
          <a:pPr marL="0" lvl="0" indent="0" algn="l" defTabSz="1111250">
            <a:lnSpc>
              <a:spcPct val="90000"/>
            </a:lnSpc>
            <a:spcBef>
              <a:spcPct val="0"/>
            </a:spcBef>
            <a:spcAft>
              <a:spcPct val="35000"/>
            </a:spcAft>
            <a:buNone/>
          </a:pPr>
          <a:r>
            <a:rPr lang="en-US" sz="2500" kern="1200"/>
            <a:t>02</a:t>
          </a:r>
        </a:p>
      </dsp:txBody>
      <dsp:txXfrm>
        <a:off x="1549912" y="1442067"/>
        <a:ext cx="1434775" cy="688692"/>
      </dsp:txXfrm>
    </dsp:sp>
    <dsp:sp modelId="{0D4402F6-52A9-A04E-B1DD-B6C2A6F486F0}">
      <dsp:nvSpPr>
        <dsp:cNvPr id="0" name=""/>
        <dsp:cNvSpPr/>
      </dsp:nvSpPr>
      <dsp:spPr>
        <a:xfrm>
          <a:off x="3099469" y="1442067"/>
          <a:ext cx="1434775" cy="1721730"/>
        </a:xfrm>
        <a:prstGeom prst="rect">
          <a:avLst/>
        </a:prstGeom>
        <a:gradFill rotWithShape="0">
          <a:gsLst>
            <a:gs pos="0">
              <a:schemeClr val="accent5">
                <a:hueOff val="1378421"/>
                <a:satOff val="14455"/>
                <a:lumOff val="-1175"/>
                <a:alphaOff val="0"/>
                <a:tint val="96000"/>
                <a:lumMod val="104000"/>
              </a:schemeClr>
            </a:gs>
            <a:gs pos="100000">
              <a:schemeClr val="accent5">
                <a:hueOff val="1378421"/>
                <a:satOff val="14455"/>
                <a:lumOff val="-1175"/>
                <a:alphaOff val="0"/>
                <a:shade val="84000"/>
                <a:lumMod val="84000"/>
              </a:schemeClr>
            </a:gs>
          </a:gsLst>
          <a:lin ang="5400000" scaled="0"/>
        </a:gradFill>
        <a:ln w="9525" cap="rnd" cmpd="sng" algn="ctr">
          <a:solidFill>
            <a:schemeClr val="accent5">
              <a:hueOff val="1378421"/>
              <a:satOff val="14455"/>
              <a:lumOff val="-1175"/>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txBody>
        <a:bodyPr spcFirstLastPara="0" vert="horz" wrap="square" lIns="141724" tIns="0" rIns="141724" bIns="330200" numCol="1" spcCol="1270" anchor="t" anchorCtr="0">
          <a:noAutofit/>
        </a:bodyPr>
        <a:lstStyle/>
        <a:p>
          <a:pPr marL="0" lvl="0" indent="0" algn="l" defTabSz="488950">
            <a:lnSpc>
              <a:spcPct val="90000"/>
            </a:lnSpc>
            <a:spcBef>
              <a:spcPct val="0"/>
            </a:spcBef>
            <a:spcAft>
              <a:spcPct val="35000"/>
            </a:spcAft>
            <a:buNone/>
          </a:pPr>
          <a:r>
            <a:rPr lang="en-US" sz="1100" kern="1200"/>
            <a:t>Then refactor in small steps</a:t>
          </a:r>
        </a:p>
      </dsp:txBody>
      <dsp:txXfrm>
        <a:off x="3099469" y="2130759"/>
        <a:ext cx="1434775" cy="1033038"/>
      </dsp:txXfrm>
    </dsp:sp>
    <dsp:sp modelId="{1DBFA3E5-0EDD-0C45-9D88-3AA83ED43512}">
      <dsp:nvSpPr>
        <dsp:cNvPr id="0" name=""/>
        <dsp:cNvSpPr/>
      </dsp:nvSpPr>
      <dsp:spPr>
        <a:xfrm>
          <a:off x="3099469" y="1442067"/>
          <a:ext cx="1434775" cy="688692"/>
        </a:xfrm>
        <a:prstGeom prst="rect">
          <a:avLst/>
        </a:prstGeom>
        <a:noFill/>
        <a:ln w="9525" cap="rnd" cmpd="sng" algn="ctr">
          <a:noFill/>
          <a:prstDash val="solid"/>
        </a:ln>
        <a:effectLst>
          <a:innerShdw blurRad="50800" dist="25400" dir="13500000">
            <a:srgbClr val="000000">
              <a:alpha val="55000"/>
            </a:srgbClr>
          </a:inn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141724" tIns="165100" rIns="141724" bIns="165100" numCol="1" spcCol="1270" anchor="ctr" anchorCtr="0">
          <a:noAutofit/>
        </a:bodyPr>
        <a:lstStyle/>
        <a:p>
          <a:pPr marL="0" lvl="0" indent="0" algn="l" defTabSz="1111250">
            <a:lnSpc>
              <a:spcPct val="90000"/>
            </a:lnSpc>
            <a:spcBef>
              <a:spcPct val="0"/>
            </a:spcBef>
            <a:spcAft>
              <a:spcPct val="35000"/>
            </a:spcAft>
            <a:buNone/>
          </a:pPr>
          <a:r>
            <a:rPr lang="en-US" sz="2500" kern="1200"/>
            <a:t>03</a:t>
          </a:r>
        </a:p>
      </dsp:txBody>
      <dsp:txXfrm>
        <a:off x="3099469" y="1442067"/>
        <a:ext cx="1434775" cy="68869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688F3-AAAC-4448-A13F-B943FB9E74F0}">
      <dsp:nvSpPr>
        <dsp:cNvPr id="0" name=""/>
        <dsp:cNvSpPr/>
      </dsp:nvSpPr>
      <dsp:spPr>
        <a:xfrm>
          <a:off x="580" y="283273"/>
          <a:ext cx="2350740" cy="282088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66800">
            <a:lnSpc>
              <a:spcPct val="90000"/>
            </a:lnSpc>
            <a:spcBef>
              <a:spcPct val="0"/>
            </a:spcBef>
            <a:spcAft>
              <a:spcPct val="35000"/>
            </a:spcAft>
            <a:buNone/>
          </a:pPr>
          <a:r>
            <a:rPr lang="en-US" sz="2400" kern="1200"/>
            <a:t>Add new behavior in new code paths</a:t>
          </a:r>
        </a:p>
      </dsp:txBody>
      <dsp:txXfrm>
        <a:off x="580" y="1411629"/>
        <a:ext cx="2350740" cy="1692532"/>
      </dsp:txXfrm>
    </dsp:sp>
    <dsp:sp modelId="{AC00AE73-B2B5-8341-B4FA-66A285AFB710}">
      <dsp:nvSpPr>
        <dsp:cNvPr id="0" name=""/>
        <dsp:cNvSpPr/>
      </dsp:nvSpPr>
      <dsp:spPr>
        <a:xfrm>
          <a:off x="580"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01</a:t>
          </a:r>
        </a:p>
      </dsp:txBody>
      <dsp:txXfrm>
        <a:off x="580" y="283273"/>
        <a:ext cx="2350740" cy="1128355"/>
      </dsp:txXfrm>
    </dsp:sp>
    <dsp:sp modelId="{3D7A9548-8A2C-CF45-80D6-A19240D6CD8E}">
      <dsp:nvSpPr>
        <dsp:cNvPr id="0" name=""/>
        <dsp:cNvSpPr/>
      </dsp:nvSpPr>
      <dsp:spPr>
        <a:xfrm>
          <a:off x="2539379" y="283273"/>
          <a:ext cx="2350740" cy="2820888"/>
        </a:xfrm>
        <a:prstGeom prst="rect">
          <a:avLst/>
        </a:prstGeom>
        <a:solidFill>
          <a:schemeClr val="accent2">
            <a:hueOff val="1053039"/>
            <a:satOff val="-12100"/>
            <a:lumOff val="5883"/>
            <a:alphaOff val="0"/>
          </a:schemeClr>
        </a:solidFill>
        <a:ln w="19050" cap="rnd" cmpd="sng" algn="ctr">
          <a:solidFill>
            <a:schemeClr val="accent2">
              <a:hueOff val="1053039"/>
              <a:satOff val="-12100"/>
              <a:lumOff val="588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66800">
            <a:lnSpc>
              <a:spcPct val="90000"/>
            </a:lnSpc>
            <a:spcBef>
              <a:spcPct val="0"/>
            </a:spcBef>
            <a:spcAft>
              <a:spcPct val="35000"/>
            </a:spcAft>
            <a:buNone/>
          </a:pPr>
          <a:r>
            <a:rPr lang="en-US" sz="2400" kern="1200"/>
            <a:t>Extract helpers gradually</a:t>
          </a:r>
        </a:p>
      </dsp:txBody>
      <dsp:txXfrm>
        <a:off x="2539379" y="1411629"/>
        <a:ext cx="2350740" cy="1692532"/>
      </dsp:txXfrm>
    </dsp:sp>
    <dsp:sp modelId="{8E4B9328-B0C7-D047-B3DD-7B29BC586826}">
      <dsp:nvSpPr>
        <dsp:cNvPr id="0" name=""/>
        <dsp:cNvSpPr/>
      </dsp:nvSpPr>
      <dsp:spPr>
        <a:xfrm>
          <a:off x="25393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02</a:t>
          </a:r>
        </a:p>
      </dsp:txBody>
      <dsp:txXfrm>
        <a:off x="2539379" y="283273"/>
        <a:ext cx="2350740" cy="1128355"/>
      </dsp:txXfrm>
    </dsp:sp>
    <dsp:sp modelId="{E3CE883B-BC75-A64E-985F-80CB0464E34D}">
      <dsp:nvSpPr>
        <dsp:cNvPr id="0" name=""/>
        <dsp:cNvSpPr/>
      </dsp:nvSpPr>
      <dsp:spPr>
        <a:xfrm>
          <a:off x="5078179" y="283273"/>
          <a:ext cx="2350740" cy="2820888"/>
        </a:xfrm>
        <a:prstGeom prst="rect">
          <a:avLst/>
        </a:prstGeom>
        <a:solidFill>
          <a:schemeClr val="accent2">
            <a:hueOff val="2106078"/>
            <a:satOff val="-24199"/>
            <a:lumOff val="11766"/>
            <a:alphaOff val="0"/>
          </a:schemeClr>
        </a:solidFill>
        <a:ln w="19050" cap="rnd" cmpd="sng" algn="ctr">
          <a:solidFill>
            <a:schemeClr val="accent2">
              <a:hueOff val="2106078"/>
              <a:satOff val="-24199"/>
              <a:lumOff val="1176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2201" tIns="0" rIns="232201" bIns="330200" numCol="1" spcCol="1270" anchor="t" anchorCtr="0">
          <a:noAutofit/>
        </a:bodyPr>
        <a:lstStyle/>
        <a:p>
          <a:pPr marL="0" lvl="0" indent="0" algn="l" defTabSz="1066800">
            <a:lnSpc>
              <a:spcPct val="90000"/>
            </a:lnSpc>
            <a:spcBef>
              <a:spcPct val="0"/>
            </a:spcBef>
            <a:spcAft>
              <a:spcPct val="35000"/>
            </a:spcAft>
            <a:buNone/>
          </a:pPr>
          <a:r>
            <a:rPr lang="en-US" sz="2400" kern="1200"/>
            <a:t>Increase test coverage over time</a:t>
          </a:r>
        </a:p>
      </dsp:txBody>
      <dsp:txXfrm>
        <a:off x="5078179" y="1411629"/>
        <a:ext cx="2350740" cy="1692532"/>
      </dsp:txXfrm>
    </dsp:sp>
    <dsp:sp modelId="{5C9063EF-8F51-074B-BF4C-FF81CD55AFE7}">
      <dsp:nvSpPr>
        <dsp:cNvPr id="0" name=""/>
        <dsp:cNvSpPr/>
      </dsp:nvSpPr>
      <dsp:spPr>
        <a:xfrm>
          <a:off x="5078179" y="283273"/>
          <a:ext cx="2350740" cy="1128355"/>
        </a:xfrm>
        <a:prstGeom prst="rect">
          <a:avLst/>
        </a:prstGeom>
        <a:noFill/>
        <a:ln w="19050" cap="rnd"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2201" tIns="165100" rIns="232201" bIns="165100" numCol="1" spcCol="1270" anchor="ctr" anchorCtr="0">
          <a:noAutofit/>
        </a:bodyPr>
        <a:lstStyle/>
        <a:p>
          <a:pPr marL="0" lvl="0" indent="0" algn="l" defTabSz="2489200">
            <a:lnSpc>
              <a:spcPct val="90000"/>
            </a:lnSpc>
            <a:spcBef>
              <a:spcPct val="0"/>
            </a:spcBef>
            <a:spcAft>
              <a:spcPct val="35000"/>
            </a:spcAft>
            <a:buNone/>
          </a:pPr>
          <a:r>
            <a:rPr lang="en-US" sz="5600" kern="1200"/>
            <a:t>03</a:t>
          </a:r>
        </a:p>
      </dsp:txBody>
      <dsp:txXfrm>
        <a:off x="5078179" y="283273"/>
        <a:ext cx="2350740" cy="112835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1237E7-5594-4BF8-BE63-679BB61BBA9F}">
      <dsp:nvSpPr>
        <dsp:cNvPr id="0" name=""/>
        <dsp:cNvSpPr/>
      </dsp:nvSpPr>
      <dsp:spPr>
        <a:xfrm>
          <a:off x="717278" y="1780"/>
          <a:ext cx="1059398" cy="105939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CDCD36-5AE4-46A0-98E7-211E2A00563D}">
      <dsp:nvSpPr>
        <dsp:cNvPr id="0" name=""/>
        <dsp:cNvSpPr/>
      </dsp:nvSpPr>
      <dsp:spPr>
        <a:xfrm>
          <a:off x="943051" y="227554"/>
          <a:ext cx="607851" cy="6078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4BD8757-AD88-4741-91DF-F3EBECE83C18}">
      <dsp:nvSpPr>
        <dsp:cNvPr id="0" name=""/>
        <dsp:cNvSpPr/>
      </dsp:nvSpPr>
      <dsp:spPr>
        <a:xfrm>
          <a:off x="378618" y="1391155"/>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Use watch mode</a:t>
          </a:r>
        </a:p>
      </dsp:txBody>
      <dsp:txXfrm>
        <a:off x="378618" y="1391155"/>
        <a:ext cx="1736718" cy="694687"/>
      </dsp:txXfrm>
    </dsp:sp>
    <dsp:sp modelId="{A428DDCB-EE3D-40A1-97DC-348DC5DADF6C}">
      <dsp:nvSpPr>
        <dsp:cNvPr id="0" name=""/>
        <dsp:cNvSpPr/>
      </dsp:nvSpPr>
      <dsp:spPr>
        <a:xfrm>
          <a:off x="2757923" y="1780"/>
          <a:ext cx="1059398" cy="105939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42779C-1407-4FDE-9EB5-275DA72CDA63}">
      <dsp:nvSpPr>
        <dsp:cNvPr id="0" name=""/>
        <dsp:cNvSpPr/>
      </dsp:nvSpPr>
      <dsp:spPr>
        <a:xfrm>
          <a:off x="2983696" y="227554"/>
          <a:ext cx="607851" cy="6078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96C4AA-E804-403B-890F-1E5DB0E38B68}">
      <dsp:nvSpPr>
        <dsp:cNvPr id="0" name=""/>
        <dsp:cNvSpPr/>
      </dsp:nvSpPr>
      <dsp:spPr>
        <a:xfrm>
          <a:off x="2419262" y="1391155"/>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Keep tests readable (future-you will read them)</a:t>
          </a:r>
        </a:p>
      </dsp:txBody>
      <dsp:txXfrm>
        <a:off x="2419262" y="1391155"/>
        <a:ext cx="1736718" cy="694687"/>
      </dsp:txXfrm>
    </dsp:sp>
    <dsp:sp modelId="{05D1D0DD-0082-4722-A136-FAC8DEC9905F}">
      <dsp:nvSpPr>
        <dsp:cNvPr id="0" name=""/>
        <dsp:cNvSpPr/>
      </dsp:nvSpPr>
      <dsp:spPr>
        <a:xfrm>
          <a:off x="1737600" y="2520022"/>
          <a:ext cx="1059398" cy="105939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BCE349-46E4-4B53-9FC3-057C947628A5}">
      <dsp:nvSpPr>
        <dsp:cNvPr id="0" name=""/>
        <dsp:cNvSpPr/>
      </dsp:nvSpPr>
      <dsp:spPr>
        <a:xfrm>
          <a:off x="1963374" y="2745796"/>
          <a:ext cx="607851" cy="6078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22ACEB8-3172-437C-97A7-DA5F4E7937E9}">
      <dsp:nvSpPr>
        <dsp:cNvPr id="0" name=""/>
        <dsp:cNvSpPr/>
      </dsp:nvSpPr>
      <dsp:spPr>
        <a:xfrm>
          <a:off x="1398940" y="3909397"/>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When stuck: make the next test smaller</a:t>
          </a:r>
        </a:p>
      </dsp:txBody>
      <dsp:txXfrm>
        <a:off x="1398940" y="3909397"/>
        <a:ext cx="1736718" cy="69468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85EF34-CC09-EE40-8050-5217EA9713B1}">
      <dsp:nvSpPr>
        <dsp:cNvPr id="0" name=""/>
        <dsp:cNvSpPr/>
      </dsp:nvSpPr>
      <dsp:spPr>
        <a:xfrm>
          <a:off x="1498558" y="2788"/>
          <a:ext cx="1685877" cy="1341081"/>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Testing implementation details instead of behavior</a:t>
          </a:r>
        </a:p>
      </dsp:txBody>
      <dsp:txXfrm>
        <a:off x="1564024" y="68254"/>
        <a:ext cx="1554945" cy="1210149"/>
      </dsp:txXfrm>
    </dsp:sp>
    <dsp:sp modelId="{10BFB798-B09A-864C-896F-3B1B0292C95B}">
      <dsp:nvSpPr>
        <dsp:cNvPr id="0" name=""/>
        <dsp:cNvSpPr/>
      </dsp:nvSpPr>
      <dsp:spPr>
        <a:xfrm>
          <a:off x="1498558" y="1410923"/>
          <a:ext cx="1685877" cy="1341081"/>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Slow tests everywhere</a:t>
          </a:r>
        </a:p>
      </dsp:txBody>
      <dsp:txXfrm>
        <a:off x="1564024" y="1476389"/>
        <a:ext cx="1554945" cy="1210149"/>
      </dsp:txXfrm>
    </dsp:sp>
    <dsp:sp modelId="{9939EBA4-74C4-0F4F-A602-6FB06DCFB13B}">
      <dsp:nvSpPr>
        <dsp:cNvPr id="0" name=""/>
        <dsp:cNvSpPr/>
      </dsp:nvSpPr>
      <dsp:spPr>
        <a:xfrm>
          <a:off x="1498558" y="2819059"/>
          <a:ext cx="1685877" cy="1341081"/>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Skipping refactor and accumulating mess</a:t>
          </a:r>
        </a:p>
      </dsp:txBody>
      <dsp:txXfrm>
        <a:off x="1564024" y="2884525"/>
        <a:ext cx="1554945" cy="1210149"/>
      </dsp:txXfrm>
    </dsp:sp>
    <dsp:sp modelId="{0E60A035-710A-2047-B08F-329CAF233C3E}">
      <dsp:nvSpPr>
        <dsp:cNvPr id="0" name=""/>
        <dsp:cNvSpPr/>
      </dsp:nvSpPr>
      <dsp:spPr>
        <a:xfrm>
          <a:off x="1498558" y="4227195"/>
          <a:ext cx="1685877" cy="1341081"/>
        </a:xfrm>
        <a:prstGeom prst="round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a:t>Big steps that are hard to debug</a:t>
          </a:r>
        </a:p>
      </dsp:txBody>
      <dsp:txXfrm>
        <a:off x="1564024" y="4292661"/>
        <a:ext cx="1554945" cy="121014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81AA79-CC85-4429-A74E-A5BB60AFBE0C}">
      <dsp:nvSpPr>
        <dsp:cNvPr id="0" name=""/>
        <dsp:cNvSpPr/>
      </dsp:nvSpPr>
      <dsp:spPr>
        <a:xfrm>
          <a:off x="735982" y="1026087"/>
          <a:ext cx="970635" cy="9706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733AB4-8C55-4C78-AED7-B8277B5FB7DA}">
      <dsp:nvSpPr>
        <dsp:cNvPr id="0" name=""/>
        <dsp:cNvSpPr/>
      </dsp:nvSpPr>
      <dsp:spPr>
        <a:xfrm>
          <a:off x="142816"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Small PRs</a:t>
          </a:r>
        </a:p>
      </dsp:txBody>
      <dsp:txXfrm>
        <a:off x="142816" y="2295074"/>
        <a:ext cx="2156967" cy="720000"/>
      </dsp:txXfrm>
    </dsp:sp>
    <dsp:sp modelId="{B7279A49-B7BE-474F-B257-9340C8670844}">
      <dsp:nvSpPr>
        <dsp:cNvPr id="0" name=""/>
        <dsp:cNvSpPr/>
      </dsp:nvSpPr>
      <dsp:spPr>
        <a:xfrm>
          <a:off x="3270418" y="1026087"/>
          <a:ext cx="970635" cy="9706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26D002-424C-4111-B545-B87F7B6210E5}">
      <dsp:nvSpPr>
        <dsp:cNvPr id="0" name=""/>
        <dsp:cNvSpPr/>
      </dsp:nvSpPr>
      <dsp:spPr>
        <a:xfrm>
          <a:off x="2677252"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Test reviews (readability + intent)</a:t>
          </a:r>
        </a:p>
      </dsp:txBody>
      <dsp:txXfrm>
        <a:off x="2677252" y="2295074"/>
        <a:ext cx="2156967" cy="720000"/>
      </dsp:txXfrm>
    </dsp:sp>
    <dsp:sp modelId="{55832D95-6EA1-4996-AD3C-72F3DE97D3AA}">
      <dsp:nvSpPr>
        <dsp:cNvPr id="0" name=""/>
        <dsp:cNvSpPr/>
      </dsp:nvSpPr>
      <dsp:spPr>
        <a:xfrm>
          <a:off x="5804854" y="1026087"/>
          <a:ext cx="970635" cy="9706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84DFAD-F650-41EE-A1F2-7316912C9A10}">
      <dsp:nvSpPr>
        <dsp:cNvPr id="0" name=""/>
        <dsp:cNvSpPr/>
      </dsp:nvSpPr>
      <dsp:spPr>
        <a:xfrm>
          <a:off x="5211688" y="2295074"/>
          <a:ext cx="215696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CI runs tests on every change</a:t>
          </a:r>
        </a:p>
      </dsp:txBody>
      <dsp:txXfrm>
        <a:off x="5211688" y="2295074"/>
        <a:ext cx="2156967" cy="72000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55116D-BF72-E54B-B1CC-8233103ADFC8}">
      <dsp:nvSpPr>
        <dsp:cNvPr id="0" name=""/>
        <dsp:cNvSpPr/>
      </dsp:nvSpPr>
      <dsp:spPr>
        <a:xfrm>
          <a:off x="0" y="38173"/>
          <a:ext cx="4534600" cy="107406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FizzBuzz → Leap year → String calculator</a:t>
          </a:r>
        </a:p>
      </dsp:txBody>
      <dsp:txXfrm>
        <a:off x="52431" y="90604"/>
        <a:ext cx="4429738" cy="969198"/>
      </dsp:txXfrm>
    </dsp:sp>
    <dsp:sp modelId="{819E62B1-A7CC-A745-A9DE-5B064E39597E}">
      <dsp:nvSpPr>
        <dsp:cNvPr id="0" name=""/>
        <dsp:cNvSpPr/>
      </dsp:nvSpPr>
      <dsp:spPr>
        <a:xfrm>
          <a:off x="0" y="1189993"/>
          <a:ext cx="4534600" cy="1074060"/>
        </a:xfrm>
        <a:prstGeom prst="roundRect">
          <a:avLst/>
        </a:prstGeom>
        <a:gradFill rotWithShape="0">
          <a:gsLst>
            <a:gs pos="0">
              <a:schemeClr val="accent2">
                <a:hueOff val="702026"/>
                <a:satOff val="-8066"/>
                <a:lumOff val="3922"/>
                <a:alphaOff val="0"/>
                <a:tint val="96000"/>
                <a:lumMod val="104000"/>
              </a:schemeClr>
            </a:gs>
            <a:gs pos="100000">
              <a:schemeClr val="accent2">
                <a:hueOff val="702026"/>
                <a:satOff val="-8066"/>
                <a:lumOff val="3922"/>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Bowling game</a:t>
          </a:r>
        </a:p>
      </dsp:txBody>
      <dsp:txXfrm>
        <a:off x="52431" y="1242424"/>
        <a:ext cx="4429738" cy="969198"/>
      </dsp:txXfrm>
    </dsp:sp>
    <dsp:sp modelId="{440AF1FA-4B67-D441-8B9B-40BE845E1DE8}">
      <dsp:nvSpPr>
        <dsp:cNvPr id="0" name=""/>
        <dsp:cNvSpPr/>
      </dsp:nvSpPr>
      <dsp:spPr>
        <a:xfrm>
          <a:off x="0" y="2341812"/>
          <a:ext cx="4534600" cy="1074060"/>
        </a:xfrm>
        <a:prstGeom prst="roundRect">
          <a:avLst/>
        </a:prstGeom>
        <a:gradFill rotWithShape="0">
          <a:gsLst>
            <a:gs pos="0">
              <a:schemeClr val="accent2">
                <a:hueOff val="1404052"/>
                <a:satOff val="-16133"/>
                <a:lumOff val="7844"/>
                <a:alphaOff val="0"/>
                <a:tint val="96000"/>
                <a:lumMod val="104000"/>
              </a:schemeClr>
            </a:gs>
            <a:gs pos="100000">
              <a:schemeClr val="accent2">
                <a:hueOff val="1404052"/>
                <a:satOff val="-16133"/>
                <a:lumOff val="7844"/>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Roman numerals</a:t>
          </a:r>
        </a:p>
      </dsp:txBody>
      <dsp:txXfrm>
        <a:off x="52431" y="2394243"/>
        <a:ext cx="4429738" cy="969198"/>
      </dsp:txXfrm>
    </dsp:sp>
    <dsp:sp modelId="{285937CD-6B39-F347-BA06-1A1D6169B443}">
      <dsp:nvSpPr>
        <dsp:cNvPr id="0" name=""/>
        <dsp:cNvSpPr/>
      </dsp:nvSpPr>
      <dsp:spPr>
        <a:xfrm>
          <a:off x="0" y="3493633"/>
          <a:ext cx="4534600" cy="1074060"/>
        </a:xfrm>
        <a:prstGeom prst="roundRect">
          <a:avLst/>
        </a:prstGeom>
        <a:gradFill rotWithShape="0">
          <a:gsLst>
            <a:gs pos="0">
              <a:schemeClr val="accent2">
                <a:hueOff val="2106078"/>
                <a:satOff val="-24199"/>
                <a:lumOff val="11766"/>
                <a:alphaOff val="0"/>
                <a:tint val="96000"/>
                <a:lumMod val="104000"/>
              </a:schemeClr>
            </a:gs>
            <a:gs pos="100000">
              <a:schemeClr val="accent2">
                <a:hueOff val="2106078"/>
                <a:satOff val="-24199"/>
                <a:lumOff val="11766"/>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API client with retry/backoff using fakes</a:t>
          </a:r>
        </a:p>
      </dsp:txBody>
      <dsp:txXfrm>
        <a:off x="52431" y="3546064"/>
        <a:ext cx="4429738" cy="969198"/>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257F7A-DEBE-BB47-8FDD-38B531737C50}">
      <dsp:nvSpPr>
        <dsp:cNvPr id="0" name=""/>
        <dsp:cNvSpPr/>
      </dsp:nvSpPr>
      <dsp:spPr>
        <a:xfrm>
          <a:off x="0" y="0"/>
          <a:ext cx="6315074" cy="1016230"/>
        </a:xfrm>
        <a:prstGeom prst="roundRect">
          <a:avLst>
            <a:gd name="adj" fmla="val 10000"/>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TDD is a skill: practice in small katas</a:t>
          </a:r>
        </a:p>
      </dsp:txBody>
      <dsp:txXfrm>
        <a:off x="29764" y="29764"/>
        <a:ext cx="5218483" cy="956702"/>
      </dsp:txXfrm>
    </dsp:sp>
    <dsp:sp modelId="{504F68B8-1127-3E47-B7F4-AB812648420C}">
      <dsp:nvSpPr>
        <dsp:cNvPr id="0" name=""/>
        <dsp:cNvSpPr/>
      </dsp:nvSpPr>
      <dsp:spPr>
        <a:xfrm>
          <a:off x="557212" y="1185602"/>
          <a:ext cx="6315074" cy="1016230"/>
        </a:xfrm>
        <a:prstGeom prst="roundRect">
          <a:avLst>
            <a:gd name="adj" fmla="val 10000"/>
          </a:avLst>
        </a:prstGeom>
        <a:solidFill>
          <a:schemeClr val="accent5">
            <a:hueOff val="689210"/>
            <a:satOff val="7227"/>
            <a:lumOff val="-588"/>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Red → Green → Refactor keeps you safe</a:t>
          </a:r>
        </a:p>
      </dsp:txBody>
      <dsp:txXfrm>
        <a:off x="586976" y="1215366"/>
        <a:ext cx="5037784" cy="956702"/>
      </dsp:txXfrm>
    </dsp:sp>
    <dsp:sp modelId="{30E91B48-B3DB-CF4F-91E4-7B3C1923A376}">
      <dsp:nvSpPr>
        <dsp:cNvPr id="0" name=""/>
        <dsp:cNvSpPr/>
      </dsp:nvSpPr>
      <dsp:spPr>
        <a:xfrm>
          <a:off x="1114425" y="2371205"/>
          <a:ext cx="6315074" cy="1016230"/>
        </a:xfrm>
        <a:prstGeom prst="roundRect">
          <a:avLst>
            <a:gd name="adj" fmla="val 10000"/>
          </a:avLst>
        </a:prstGeom>
        <a:solidFill>
          <a:schemeClr val="accent5">
            <a:hueOff val="1378421"/>
            <a:satOff val="14455"/>
            <a:lumOff val="-1175"/>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Readable, deterministic tests are your best friend</a:t>
          </a:r>
        </a:p>
      </dsp:txBody>
      <dsp:txXfrm>
        <a:off x="1144189" y="2400969"/>
        <a:ext cx="5037784" cy="956702"/>
      </dsp:txXfrm>
    </dsp:sp>
    <dsp:sp modelId="{CCC57CC8-6805-D348-9A9C-5026B6CD344B}">
      <dsp:nvSpPr>
        <dsp:cNvPr id="0" name=""/>
        <dsp:cNvSpPr/>
      </dsp:nvSpPr>
      <dsp:spPr>
        <a:xfrm>
          <a:off x="5654524" y="770641"/>
          <a:ext cx="660550" cy="660550"/>
        </a:xfrm>
        <a:prstGeom prst="downArrow">
          <a:avLst>
            <a:gd name="adj1" fmla="val 55000"/>
            <a:gd name="adj2" fmla="val 45000"/>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5803148" y="770641"/>
        <a:ext cx="363302" cy="497064"/>
      </dsp:txXfrm>
    </dsp:sp>
    <dsp:sp modelId="{6EFFE276-3D5B-8E44-9DD0-FD78D4E960D0}">
      <dsp:nvSpPr>
        <dsp:cNvPr id="0" name=""/>
        <dsp:cNvSpPr/>
      </dsp:nvSpPr>
      <dsp:spPr>
        <a:xfrm>
          <a:off x="6211737" y="1949469"/>
          <a:ext cx="660550" cy="660550"/>
        </a:xfrm>
        <a:prstGeom prst="downArrow">
          <a:avLst>
            <a:gd name="adj1" fmla="val 55000"/>
            <a:gd name="adj2" fmla="val 45000"/>
          </a:avLst>
        </a:prstGeom>
        <a:solidFill>
          <a:schemeClr val="accent5">
            <a:tint val="40000"/>
            <a:alpha val="90000"/>
            <a:hueOff val="1429551"/>
            <a:satOff val="10088"/>
            <a:lumOff val="678"/>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360361" y="1949469"/>
        <a:ext cx="363302" cy="49706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6066B-C1A8-E24A-9AFD-29F5BDF04831}">
      <dsp:nvSpPr>
        <dsp:cNvPr id="0" name=""/>
        <dsp:cNvSpPr/>
      </dsp:nvSpPr>
      <dsp:spPr>
        <a:xfrm>
          <a:off x="0" y="2248"/>
          <a:ext cx="4534600"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sp>
    <dsp:sp modelId="{FB9B23E1-5C0B-9442-9449-68B0F9A68144}">
      <dsp:nvSpPr>
        <dsp:cNvPr id="0" name=""/>
        <dsp:cNvSpPr/>
      </dsp:nvSpPr>
      <dsp:spPr>
        <a:xfrm>
          <a:off x="0" y="2248"/>
          <a:ext cx="4534600" cy="1533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What part feels unclear?</a:t>
          </a:r>
        </a:p>
      </dsp:txBody>
      <dsp:txXfrm>
        <a:off x="0" y="2248"/>
        <a:ext cx="4534600" cy="1533789"/>
      </dsp:txXfrm>
    </dsp:sp>
    <dsp:sp modelId="{64CFFED8-BC74-3B48-ABE9-DCF6312C6E86}">
      <dsp:nvSpPr>
        <dsp:cNvPr id="0" name=""/>
        <dsp:cNvSpPr/>
      </dsp:nvSpPr>
      <dsp:spPr>
        <a:xfrm>
          <a:off x="0" y="1536038"/>
          <a:ext cx="4534600"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sp>
    <dsp:sp modelId="{B0E6C606-4124-7548-8434-BCD5AA88E25F}">
      <dsp:nvSpPr>
        <dsp:cNvPr id="0" name=""/>
        <dsp:cNvSpPr/>
      </dsp:nvSpPr>
      <dsp:spPr>
        <a:xfrm>
          <a:off x="0" y="1536038"/>
          <a:ext cx="4534600" cy="1533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Where could TDD help in our codebase?</a:t>
          </a:r>
        </a:p>
      </dsp:txBody>
      <dsp:txXfrm>
        <a:off x="0" y="1536038"/>
        <a:ext cx="4534600" cy="1533789"/>
      </dsp:txXfrm>
    </dsp:sp>
    <dsp:sp modelId="{137FFC50-7F3B-F949-BB61-B5A2C3FF0207}">
      <dsp:nvSpPr>
        <dsp:cNvPr id="0" name=""/>
        <dsp:cNvSpPr/>
      </dsp:nvSpPr>
      <dsp:spPr>
        <a:xfrm>
          <a:off x="0" y="3069827"/>
          <a:ext cx="4534600" cy="0"/>
        </a:xfrm>
        <a:prstGeom prst="line">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w="9525" cap="rnd" cmpd="sng" algn="ctr">
          <a:solidFill>
            <a:schemeClr val="dk2">
              <a:hueOff val="0"/>
              <a:satOff val="0"/>
              <a:lumOff val="0"/>
              <a:alphaOff val="0"/>
            </a:schemeClr>
          </a:solidFill>
          <a:prstDash val="solid"/>
        </a:ln>
        <a:effectLst>
          <a:innerShdw blurRad="50800" dist="25400" dir="13500000">
            <a:srgbClr val="000000">
              <a:alpha val="55000"/>
            </a:srgbClr>
          </a:innerShdw>
        </a:effectLst>
      </dsp:spPr>
      <dsp:style>
        <a:lnRef idx="1">
          <a:scrgbClr r="0" g="0" b="0"/>
        </a:lnRef>
        <a:fillRef idx="3">
          <a:scrgbClr r="0" g="0" b="0"/>
        </a:fillRef>
        <a:effectRef idx="2">
          <a:scrgbClr r="0" g="0" b="0"/>
        </a:effectRef>
        <a:fontRef idx="minor">
          <a:schemeClr val="lt1"/>
        </a:fontRef>
      </dsp:style>
    </dsp:sp>
    <dsp:sp modelId="{C724D172-D9ED-F949-9923-14D14C222289}">
      <dsp:nvSpPr>
        <dsp:cNvPr id="0" name=""/>
        <dsp:cNvSpPr/>
      </dsp:nvSpPr>
      <dsp:spPr>
        <a:xfrm>
          <a:off x="0" y="3069827"/>
          <a:ext cx="4534600" cy="1533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What kata should we try as a team?</a:t>
          </a:r>
        </a:p>
      </dsp:txBody>
      <dsp:txXfrm>
        <a:off x="0" y="3069827"/>
        <a:ext cx="4534600" cy="1533789"/>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8.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22CB70-44B1-ED43-8F1D-8165870D5B5C}" type="datetimeFigureOut">
              <a:rPr lang="en-US" smtClean="0"/>
              <a:t>12/4/25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C0C7A-8381-8748-96AE-DA4FA8CE2FC1}" type="slidenum">
              <a:rPr lang="en-US" smtClean="0"/>
              <a:t>‹#›</a:t>
            </a:fld>
            <a:endParaRPr lang="en-US"/>
          </a:p>
        </p:txBody>
      </p:sp>
    </p:spTree>
    <p:extLst>
      <p:ext uri="{BB962C8B-B14F-4D97-AF65-F5344CB8AC3E}">
        <p14:creationId xmlns:p14="http://schemas.microsoft.com/office/powerpoint/2010/main" val="3169071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opening frame: set expectations, define the journey, and establish the “Red → Green → Refactor” rhythm as the mental model for the rest of the session.</a:t>
            </a:r>
          </a:p>
          <a:p>
            <a:endParaRPr lang="en-US" dirty="0"/>
          </a:p>
          <a:p>
            <a:r>
              <a:rPr lang="en-US" dirty="0"/>
              <a:t>Start by naming the problem you’re solving. Most teams *can* write tests, but they struggle with **when** to write them, **how big** each step should be, and **how to keep tests from becoming a burden**. TDD is a disciplined answer: it turns testing from a “later” activity into a continuous feedback loop that shapes design.</a:t>
            </a:r>
          </a:p>
          <a:p>
            <a:endParaRPr lang="en-US" dirty="0"/>
          </a:p>
          <a:p>
            <a:r>
              <a:rPr lang="en-US" dirty="0"/>
              <a:t>Explain the subtitle: “gentle, practical introduction.” Make it explicit that you’ll use examples and small increments; nobody needs to memorize dogma. Emphasize that this is a skill—like learning a musical groove—where repetition builds instinct. The loop is a metronome: if you keep the beat, the code tends to stay in tune.</a:t>
            </a:r>
          </a:p>
          <a:p>
            <a:endParaRPr lang="en-US" dirty="0"/>
          </a:p>
          <a:p>
            <a:r>
              <a:rPr lang="en-US" dirty="0"/>
              <a:t>Introduce the three colors as *behaviors*, not phases in a waterfall:</a:t>
            </a:r>
          </a:p>
          <a:p>
            <a:r>
              <a:rPr lang="en-US" dirty="0"/>
              <a:t>- **Red**: you decide what you want the code to do (a concrete example), and you prove it doesn’t do that yet.</a:t>
            </a:r>
          </a:p>
          <a:p>
            <a:r>
              <a:rPr lang="en-US" dirty="0"/>
              <a:t>- **Green**: you make the smallest change that satisfies the example.</a:t>
            </a:r>
          </a:p>
          <a:p>
            <a:r>
              <a:rPr lang="en-US" dirty="0"/>
              <a:t>- **Refactor**: once the example is satisfied, you make the code cleaner without changing behavior.</a:t>
            </a:r>
          </a:p>
          <a:p>
            <a:endParaRPr lang="en-US" dirty="0"/>
          </a:p>
          <a:p>
            <a:r>
              <a:rPr lang="en-US" dirty="0"/>
              <a:t>Set two norms:</a:t>
            </a:r>
          </a:p>
          <a:p>
            <a:r>
              <a:rPr lang="en-US" dirty="0"/>
              <a:t>1) We prefer **tiny steps** over big leaps because tiny steps keep debugging cheap.  </a:t>
            </a:r>
          </a:p>
          <a:p>
            <a:r>
              <a:rPr lang="en-US" dirty="0"/>
              <a:t>2) We prefer **clear tests** over “clever” tests because tests are documentation for humans.</a:t>
            </a:r>
          </a:p>
          <a:p>
            <a:endParaRPr lang="en-US" dirty="0"/>
          </a:p>
          <a:p>
            <a:r>
              <a:rPr lang="en-US" dirty="0"/>
              <a:t>If you have time, use a short warm-up question to engage: “Who here has ever fixed a bug and accidentally created a new one?” That “yes” is the emotional reason TDD exists: it reduces the fear of change.</a:t>
            </a:r>
          </a:p>
          <a:p>
            <a:endParaRPr lang="en-US" dirty="0"/>
          </a:p>
          <a:p>
            <a:r>
              <a:rPr lang="en-US" dirty="0"/>
              <a:t>Close the slide with a preview: you’ll do a simple logic example (leap year), then a slightly bigger kata (string calculator), and then talk about integration, test doubles, and legacy code. The point is to show TDD as a practical workflow, not a theoretical debate.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1</a:t>
            </a:fld>
            <a:endParaRPr lang="en-US"/>
          </a:p>
        </p:txBody>
      </p:sp>
    </p:spTree>
    <p:extLst>
      <p:ext uri="{BB962C8B-B14F-4D97-AF65-F5344CB8AC3E}">
        <p14:creationId xmlns:p14="http://schemas.microsoft.com/office/powerpoint/2010/main" val="60083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outline the narrative arc and to reassure the audience that the session has a logical progression. The agenda is also a tool for managing skepticism: people who are unsure about TDD often relax when they see you’ll address “real world” topics like integration and legacy code, not just toy examples.</a:t>
            </a:r>
          </a:p>
          <a:p>
            <a:endParaRPr lang="en-US" dirty="0"/>
          </a:p>
          <a:p>
            <a:r>
              <a:rPr lang="en-US" dirty="0"/>
              <a:t>Walk through each section briefly:</a:t>
            </a:r>
          </a:p>
          <a:p>
            <a:r>
              <a:rPr lang="en-US" dirty="0"/>
              <a:t>1) **Why testing matters** — This is the motivation. You’ll connect tests to business outcomes: fewer incidents, safer refactors, faster onboarding, and more reliable releases.</a:t>
            </a:r>
          </a:p>
          <a:p>
            <a:r>
              <a:rPr lang="en-US" dirty="0"/>
              <a:t>2) **What TDD is (and isn’t)** — Define the practice clearly and remove misconceptions early. This prevents the rest of the talk from being derailed by strawmen.</a:t>
            </a:r>
          </a:p>
          <a:p>
            <a:r>
              <a:rPr lang="en-US" dirty="0"/>
              <a:t>3) **Red → Green → Refactor loop** — The core habit. Make sure people understand the cadence and why each part exists.</a:t>
            </a:r>
          </a:p>
          <a:p>
            <a:r>
              <a:rPr lang="en-US" dirty="0"/>
              <a:t>4) **Walk-through examples** — The “how.” This is where the practice becomes concrete, and where you’ll demonstrate tiny steps.</a:t>
            </a:r>
          </a:p>
          <a:p>
            <a:r>
              <a:rPr lang="en-US" dirty="0"/>
              <a:t>5) **Test doubles + integration** — Address the “but what about dependencies?” question. Show that TDD doesn’t prohibit integration tests; it clarifies where they belong.</a:t>
            </a:r>
          </a:p>
          <a:p>
            <a:r>
              <a:rPr lang="en-US" dirty="0"/>
              <a:t>6) **Legacy code + practical tips** — The reality check. Most teams don’t start greenfield. Show strategies to add safety to risky areas.</a:t>
            </a:r>
          </a:p>
          <a:p>
            <a:r>
              <a:rPr lang="en-US" dirty="0"/>
              <a:t>7) **Exercises and takeaways** — Convert knowledge into skill. Give people a way to practice after the session.</a:t>
            </a:r>
          </a:p>
          <a:p>
            <a:endParaRPr lang="en-US" dirty="0"/>
          </a:p>
          <a:p>
            <a:r>
              <a:rPr lang="en-US" dirty="0"/>
              <a:t>As you present the agenda, set expectations for time and interaction style. If it’s a workshop, tell them they’ll pause for small exercises. If it’s a lecture, tell them when Q&amp;A happens.</a:t>
            </a:r>
          </a:p>
          <a:p>
            <a:endParaRPr lang="en-US" dirty="0"/>
          </a:p>
          <a:p>
            <a:r>
              <a:rPr lang="en-US" dirty="0"/>
              <a:t>Also set vocabulary: when you say “unit test,” you mean a fast test of a small unit of behavior with minimal external dependencies. When you say “integration test,” you mean verifying boundaries (DB, network, filesystem, framework) work together.</a:t>
            </a:r>
          </a:p>
          <a:p>
            <a:endParaRPr lang="en-US" dirty="0"/>
          </a:p>
          <a:p>
            <a:r>
              <a:rPr lang="en-US" dirty="0"/>
              <a:t>Transition line: “We’ll start with *why*—because if we don’t believe the problem is real, the discipline won’t stick.”</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2</a:t>
            </a:fld>
            <a:endParaRPr lang="en-US"/>
          </a:p>
        </p:txBody>
      </p:sp>
    </p:spTree>
    <p:extLst>
      <p:ext uri="{BB962C8B-B14F-4D97-AF65-F5344CB8AC3E}">
        <p14:creationId xmlns:p14="http://schemas.microsoft.com/office/powerpoint/2010/main" val="1830822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the slide only shows the title, this is a foundational “motivation” segment. The key is to connect testing to *risk* and *feedback* rather than to “quality” as an abstract virtue.</a:t>
            </a:r>
          </a:p>
          <a:p>
            <a:endParaRPr lang="en-US" dirty="0"/>
          </a:p>
          <a:p>
            <a:r>
              <a:rPr lang="en-US" dirty="0"/>
              <a:t>Start with two kinds of costs:</a:t>
            </a:r>
          </a:p>
          <a:p>
            <a:r>
              <a:rPr lang="en-US" dirty="0"/>
              <a:t>- **Cost of defects**: production bugs hurt customers and consume unplanned time. They trigger incident response, hotfixes, and reputational damage.</a:t>
            </a:r>
          </a:p>
          <a:p>
            <a:r>
              <a:rPr lang="en-US" dirty="0"/>
              <a:t>- **Cost of change**: even without defects, many teams slow down because they’re afraid to change code. That fear is rational when the codebase has fragile behavior and poor feedback.</a:t>
            </a:r>
          </a:p>
          <a:p>
            <a:endParaRPr lang="en-US" dirty="0"/>
          </a:p>
          <a:p>
            <a:r>
              <a:rPr lang="en-US" dirty="0"/>
              <a:t>Then explain why tests matter in day-to-day development:</a:t>
            </a:r>
          </a:p>
          <a:p>
            <a:r>
              <a:rPr lang="en-US" dirty="0"/>
              <a:t>1) **Fast feedback**: tests tell you quickly whether the program still behaves as intended after a change.</a:t>
            </a:r>
          </a:p>
          <a:p>
            <a:r>
              <a:rPr lang="en-US" dirty="0"/>
              <a:t>2) **Regression protection**: when you fix a bug, a test can lock in the fix so it doesn’t return later.</a:t>
            </a:r>
          </a:p>
          <a:p>
            <a:r>
              <a:rPr lang="en-US" dirty="0"/>
              <a:t>3) **Design pressure**: code that is hard to test is often tightly coupled. Writing tests early nudges you toward clearer boundaries.</a:t>
            </a:r>
          </a:p>
          <a:p>
            <a:r>
              <a:rPr lang="en-US" dirty="0"/>
              <a:t>4) **Documentation by example**: tests show how to use a function and what edge cases matter. They are executable documentation.</a:t>
            </a:r>
          </a:p>
          <a:p>
            <a:r>
              <a:rPr lang="en-US" dirty="0"/>
              <a:t>5) **Confidence to refactor**: refactoring is the act of improving structure without changing behavior. Tests are the safety net that makes this brave act routine.</a:t>
            </a:r>
          </a:p>
          <a:p>
            <a:endParaRPr lang="en-US" dirty="0"/>
          </a:p>
          <a:p>
            <a:r>
              <a:rPr lang="en-US" dirty="0"/>
              <a:t>Address the common objection: “Tests slow us down.” Reframe it: tests are like checks in aviation—extra steps that *reduce rework*. The right goal is not “more tests,” it’s “cheaper learning.” TDD encourages writing tests at the moment you’re deciding what the code should do anyway; that tends to make the test cost lower than writing them later under pressure.</a:t>
            </a:r>
          </a:p>
          <a:p>
            <a:endParaRPr lang="en-US" dirty="0"/>
          </a:p>
          <a:p>
            <a:r>
              <a:rPr lang="en-US" dirty="0"/>
              <a:t>If you want an analogy: tests are a **spell-checker** for code changes. You can write without it, but mistakes go unnoticed until later, when they’re harder to fix.</a:t>
            </a:r>
          </a:p>
          <a:p>
            <a:endParaRPr lang="en-US" dirty="0"/>
          </a:p>
          <a:p>
            <a:r>
              <a:rPr lang="en-US" dirty="0"/>
              <a:t>Close with a promise: “We’ll use tests to shrink the feedback loop. That’s what TDD formalizes.”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3</a:t>
            </a:fld>
            <a:endParaRPr lang="en-US"/>
          </a:p>
        </p:txBody>
      </p:sp>
    </p:spTree>
    <p:extLst>
      <p:ext uri="{BB962C8B-B14F-4D97-AF65-F5344CB8AC3E}">
        <p14:creationId xmlns:p14="http://schemas.microsoft.com/office/powerpoint/2010/main" val="1715397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TDD in one sentence: **Test-Driven Development is a workflow where you write a failing automated test that defines a small piece of desired behavior, write the minimal code to make it pass, and then refactor to improve design while keeping tests green.**</a:t>
            </a:r>
          </a:p>
          <a:p>
            <a:endParaRPr lang="en-US" dirty="0"/>
          </a:p>
          <a:p>
            <a:r>
              <a:rPr lang="en-US" dirty="0"/>
              <a:t>Then expand the definition into three commitments:</a:t>
            </a:r>
          </a:p>
          <a:p>
            <a:r>
              <a:rPr lang="en-US" dirty="0"/>
              <a:t>1) **Behavior first**: you start from a concrete example of what you want. This forces clarity.</a:t>
            </a:r>
          </a:p>
          <a:p>
            <a:r>
              <a:rPr lang="en-US" dirty="0"/>
              <a:t>2) **Small cycle time**: the loop is quick—seconds to a couple of minutes. Long cycles lose the benefit.</a:t>
            </a:r>
          </a:p>
          <a:p>
            <a:r>
              <a:rPr lang="en-US" dirty="0"/>
              <a:t>3) **Refactoring as a discipline**: you don’t stop at “it works.” Once behavior is protected, you improve structure.</a:t>
            </a:r>
          </a:p>
          <a:p>
            <a:endParaRPr lang="en-US" dirty="0"/>
          </a:p>
          <a:p>
            <a:r>
              <a:rPr lang="en-US" dirty="0"/>
              <a:t>Explain what a “test” means in this context: an automated check that runs quickly and deterministically. It’s not manual testing; it’s not a staging environment. It’s something you can run dozens of times a day.</a:t>
            </a:r>
          </a:p>
          <a:p>
            <a:endParaRPr lang="en-US" dirty="0"/>
          </a:p>
          <a:p>
            <a:r>
              <a:rPr lang="en-US" dirty="0"/>
              <a:t>Clarify the value proposition: TDD’s most underappreciated benefit is **design feedback**. When you write a test first, you naturally ask, “How would I like to call this code?” If the test feels awkward, that’s a signal the design can improve.</a:t>
            </a:r>
          </a:p>
          <a:p>
            <a:endParaRPr lang="en-US" dirty="0"/>
          </a:p>
          <a:p>
            <a:r>
              <a:rPr lang="en-US" dirty="0"/>
              <a:t>Also explain the relationship between TDD and unit testing. Unit tests are a technique; TDD is a process that often produces unit tests first. But TDD can also drive integration tests when the behavior crosses boundaries—the key is still the loop: specify behavior, make it pass, refactor.</a:t>
            </a:r>
          </a:p>
          <a:p>
            <a:endParaRPr lang="en-US" dirty="0"/>
          </a:p>
          <a:p>
            <a:r>
              <a:rPr lang="en-US" dirty="0"/>
              <a:t>Finally, define success criteria for TDD adoption:</a:t>
            </a:r>
          </a:p>
          <a:p>
            <a:r>
              <a:rPr lang="en-US" dirty="0"/>
              <a:t>- Developers can reliably do the Red/Green/Refactor cycle.</a:t>
            </a:r>
          </a:p>
          <a:p>
            <a:r>
              <a:rPr lang="en-US" dirty="0"/>
              <a:t>- Tests remain readable and trustworthy.</a:t>
            </a:r>
          </a:p>
          <a:p>
            <a:r>
              <a:rPr lang="en-US" dirty="0"/>
              <a:t>- The team feels safer changing code, not more burdened.</a:t>
            </a:r>
          </a:p>
          <a:p>
            <a:endParaRPr lang="en-US" dirty="0"/>
          </a:p>
          <a:p>
            <a:r>
              <a:rPr lang="en-US" dirty="0"/>
              <a:t>Transition: “Let’s see the loop itself.”</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4</a:t>
            </a:fld>
            <a:endParaRPr lang="en-US"/>
          </a:p>
        </p:txBody>
      </p:sp>
    </p:spTree>
    <p:extLst>
      <p:ext uri="{BB962C8B-B14F-4D97-AF65-F5344CB8AC3E}">
        <p14:creationId xmlns:p14="http://schemas.microsoft.com/office/powerpoint/2010/main" val="2247300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clearing misconceptions. Treat it like removing rocks from the road before you ask people to walk.</a:t>
            </a:r>
          </a:p>
          <a:p>
            <a:endParaRPr lang="en-US" dirty="0"/>
          </a:p>
          <a:p>
            <a:r>
              <a:rPr lang="en-US" dirty="0"/>
              <a:t>**1) Not writing tons of tests after the fact.**  </a:t>
            </a:r>
          </a:p>
          <a:p>
            <a:r>
              <a:rPr lang="en-US" dirty="0"/>
              <a:t>Emphasize that “test after” is a valid practice, but it’s not TDD. TDD is about writing the test *first* to clarify behavior, then implementing just enough. The order matters because it changes how you think: you approach the code as a consumer with a question (“What should this do?”), then you implement.</a:t>
            </a:r>
          </a:p>
          <a:p>
            <a:endParaRPr lang="en-US" dirty="0"/>
          </a:p>
          <a:p>
            <a:r>
              <a:rPr lang="en-US" dirty="0"/>
              <a:t>**2) Not chasing 100% coverage for its own sake.**  </a:t>
            </a:r>
          </a:p>
          <a:p>
            <a:r>
              <a:rPr lang="en-US" dirty="0"/>
              <a:t>Coverage is a metric; it’s not the goal. A project can have high coverage with low confidence if tests are shallow or assert meaningless things. Conversely, a project can have lower coverage but strong confidence if tests focus on critical behavior and high-risk logic. TDD tends to raise coverage *as a side effect* because you write tests each time you add behavior, but you still need judgment.</a:t>
            </a:r>
          </a:p>
          <a:p>
            <a:endParaRPr lang="en-US" dirty="0"/>
          </a:p>
          <a:p>
            <a:r>
              <a:rPr lang="en-US" dirty="0"/>
              <a:t>**3) Not only for backend.**  </a:t>
            </a:r>
          </a:p>
          <a:p>
            <a:r>
              <a:rPr lang="en-US" dirty="0"/>
              <a:t>TDD applies anywhere there is logic: frontend state reducers, validation rules, transformation pipelines, mobile apps, data processing, even infrastructure code. The practice is about specifying behavior through examples and protecting it with automation. The key requirement is that you can run tests fast.</a:t>
            </a:r>
          </a:p>
          <a:p>
            <a:endParaRPr lang="en-US" dirty="0"/>
          </a:p>
          <a:p>
            <a:r>
              <a:rPr lang="en-US" dirty="0"/>
              <a:t>A helpful framing is: TDD is not “more testing”; it’s “testing as a design and development workflow.”</a:t>
            </a:r>
          </a:p>
          <a:p>
            <a:endParaRPr lang="en-US" dirty="0"/>
          </a:p>
          <a:p>
            <a:r>
              <a:rPr lang="en-US" dirty="0"/>
              <a:t>Use this slide to preempt two subtle mistakes:</a:t>
            </a:r>
          </a:p>
          <a:p>
            <a:r>
              <a:rPr lang="en-US" dirty="0"/>
              <a:t>- Writing tests that mirror implementation details (which makes refactors painful).</a:t>
            </a:r>
          </a:p>
          <a:p>
            <a:r>
              <a:rPr lang="en-US" dirty="0"/>
              <a:t>- Treating TDD as rigid ideology (“always do this”); instead, present it as a default strategy that you can bend when constraints require.</a:t>
            </a:r>
          </a:p>
          <a:p>
            <a:endParaRPr lang="en-US" dirty="0"/>
          </a:p>
          <a:p>
            <a:r>
              <a:rPr lang="en-US" dirty="0"/>
              <a:t>End with: “Now that we’ve removed the myths, let’s define the real thing.”</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5</a:t>
            </a:fld>
            <a:endParaRPr lang="en-US"/>
          </a:p>
        </p:txBody>
      </p:sp>
    </p:spTree>
    <p:extLst>
      <p:ext uri="{BB962C8B-B14F-4D97-AF65-F5344CB8AC3E}">
        <p14:creationId xmlns:p14="http://schemas.microsoft.com/office/powerpoint/2010/main" val="3940691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“center of gravity” of the talk. Even if people forget details later, you want them to remember the cadence and the intent of each step.</a:t>
            </a:r>
          </a:p>
          <a:p>
            <a:endParaRPr lang="en-US" dirty="0"/>
          </a:p>
          <a:p>
            <a:r>
              <a:rPr lang="en-US" dirty="0"/>
              <a:t>**Red:**  </a:t>
            </a:r>
          </a:p>
          <a:p>
            <a:r>
              <a:rPr lang="en-US" dirty="0"/>
              <a:t>Explain “red” as *intentional failure*. You write a test that expresses one small behavior. You run it and watch it fail for the right reason (e.g., assertion fails, function missing). This failure proves the test can detect the absence of the behavior. It also forces you to define the API: function name, inputs, outputs.</a:t>
            </a:r>
          </a:p>
          <a:p>
            <a:endParaRPr lang="en-US" dirty="0"/>
          </a:p>
          <a:p>
            <a:r>
              <a:rPr lang="en-US" dirty="0"/>
              <a:t>**Green:**  </a:t>
            </a:r>
          </a:p>
          <a:p>
            <a:r>
              <a:rPr lang="en-US" dirty="0"/>
              <a:t>“Green” is not “write perfect code.” It’s “make the test pass with the smallest honest change.” Stress the word **honest**: you can’t hardcode the answer unless the test truly allows it. But you *can* write naïve solutions temporarily, because you’ll correct them with more tests and refactoring.</a:t>
            </a:r>
          </a:p>
          <a:p>
            <a:endParaRPr lang="en-US" dirty="0"/>
          </a:p>
          <a:p>
            <a:r>
              <a:rPr lang="en-US" dirty="0"/>
              <a:t>**Refactor:**  </a:t>
            </a:r>
          </a:p>
          <a:p>
            <a:r>
              <a:rPr lang="en-US" dirty="0"/>
              <a:t>Once green, improve code structure without changing behavior. This is where you remove duplication, improve names, extract functions, simplify conditionals, and reshape design. The tests stay green, acting as a safety net.</a:t>
            </a:r>
          </a:p>
          <a:p>
            <a:endParaRPr lang="en-US" dirty="0"/>
          </a:p>
          <a:p>
            <a:r>
              <a:rPr lang="en-US" dirty="0"/>
              <a:t>Highlight two timing rules:</a:t>
            </a:r>
          </a:p>
          <a:p>
            <a:r>
              <a:rPr lang="en-US" dirty="0"/>
              <a:t>- Do **not** refactor while tests are red; you can’t tell if you broke behavior.</a:t>
            </a:r>
          </a:p>
          <a:p>
            <a:r>
              <a:rPr lang="en-US" dirty="0"/>
              <a:t>- Do **not** add new behavior during refactor; keep changes structural.</a:t>
            </a:r>
          </a:p>
          <a:p>
            <a:endParaRPr lang="en-US" dirty="0"/>
          </a:p>
          <a:p>
            <a:r>
              <a:rPr lang="en-US" dirty="0"/>
              <a:t>Explain what “tiny loop” means in practice: the loop should be short enough that you can hold the context in your working memory. If the loop takes 30 minutes, you lose feedback and increase risk.</a:t>
            </a:r>
          </a:p>
          <a:p>
            <a:endParaRPr lang="en-US" dirty="0"/>
          </a:p>
          <a:p>
            <a:r>
              <a:rPr lang="en-US" dirty="0"/>
              <a:t>Add a practical tip: commit frequently after green + refactor. Each commit should represent a working increment.</a:t>
            </a:r>
          </a:p>
          <a:p>
            <a:endParaRPr lang="en-US" dirty="0"/>
          </a:p>
          <a:p>
            <a:r>
              <a:rPr lang="en-US" dirty="0"/>
              <a:t>Transition: “To make the loop work, we need to learn why tiny steps matter.”</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6</a:t>
            </a:fld>
            <a:endParaRPr lang="en-US"/>
          </a:p>
        </p:txBody>
      </p:sp>
    </p:spTree>
    <p:extLst>
      <p:ext uri="{BB962C8B-B14F-4D97-AF65-F5344CB8AC3E}">
        <p14:creationId xmlns:p14="http://schemas.microsoft.com/office/powerpoint/2010/main" val="2167128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key psychological question: why does TDD insist on jokingly small increments? Because the size of steps directly controls the cost of mistakes.</a:t>
            </a:r>
          </a:p>
          <a:p>
            <a:endParaRPr lang="en-US" dirty="0"/>
          </a:p>
          <a:p>
            <a:r>
              <a:rPr lang="en-US" dirty="0"/>
              <a:t>Explain the “debugging curve.” When you make a big change and something breaks, there are many possible causes, and you spend time searching. When you make a tiny change and something breaks, the cause is usually the last edit. Tiny steps minimize the search space.</a:t>
            </a:r>
          </a:p>
          <a:p>
            <a:endParaRPr lang="en-US" dirty="0"/>
          </a:p>
          <a:p>
            <a:r>
              <a:rPr lang="en-US" dirty="0"/>
              <a:t>List practical reasons:</a:t>
            </a:r>
          </a:p>
          <a:p>
            <a:r>
              <a:rPr lang="en-US" dirty="0"/>
              <a:t>- **Lower cognitive load**: you can reason about one small behavior at a time.</a:t>
            </a:r>
          </a:p>
          <a:p>
            <a:r>
              <a:rPr lang="en-US" dirty="0"/>
              <a:t>- **More frequent confirmation**: each passing test is a small proof that you’re still on track.</a:t>
            </a:r>
          </a:p>
          <a:p>
            <a:r>
              <a:rPr lang="en-US" dirty="0"/>
              <a:t>- **Better design emergence**: you discover the shape of the code via examples, rather than predicting it all upfront.</a:t>
            </a:r>
          </a:p>
          <a:p>
            <a:r>
              <a:rPr lang="en-US" dirty="0"/>
              <a:t>- **Better failure messages**: when you add one test at a time, failures point you to the next missing behavior.</a:t>
            </a:r>
          </a:p>
          <a:p>
            <a:endParaRPr lang="en-US" dirty="0"/>
          </a:p>
          <a:p>
            <a:r>
              <a:rPr lang="en-US" dirty="0"/>
              <a:t>Address the common worry: “But tiny steps feel slow.” Reframe: tiny steps feel slower *moment-to-moment*, but they reduce rework and uncertainty, which is where time is usually lost.</a:t>
            </a:r>
          </a:p>
          <a:p>
            <a:endParaRPr lang="en-US" dirty="0"/>
          </a:p>
          <a:p>
            <a:r>
              <a:rPr lang="en-US" dirty="0"/>
              <a:t>Teach a concrete rule: if you can’t describe the next step as a single sentence (“support delimiter commas” / “handle year divisible by 100”), it’s probably too big.</a:t>
            </a:r>
          </a:p>
          <a:p>
            <a:endParaRPr lang="en-US" dirty="0"/>
          </a:p>
          <a:p>
            <a:r>
              <a:rPr lang="en-US" dirty="0"/>
              <a:t>Also explain how tiny steps help teams new to TDD: they create a consistent rhythm. Over time, this rhythm becomes automatic, like practicing scales—boring but transformative.</a:t>
            </a:r>
          </a:p>
          <a:p>
            <a:endParaRPr lang="en-US" dirty="0"/>
          </a:p>
          <a:p>
            <a:r>
              <a:rPr lang="en-US" dirty="0"/>
              <a:t>Optional practice tip: use a timer. Try cycles of 2–5 minutes; if you go longer, split the behavior further.</a:t>
            </a:r>
          </a:p>
          <a:p>
            <a:endParaRPr lang="en-US" dirty="0"/>
          </a:p>
          <a:p>
            <a:r>
              <a:rPr lang="en-US" dirty="0"/>
              <a:t>Transition: “Since we’re talking about feedback loops, let’s map the kinds of tests we can use.”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7</a:t>
            </a:fld>
            <a:endParaRPr lang="en-US"/>
          </a:p>
        </p:txBody>
      </p:sp>
    </p:spTree>
    <p:extLst>
      <p:ext uri="{BB962C8B-B14F-4D97-AF65-F5344CB8AC3E}">
        <p14:creationId xmlns:p14="http://schemas.microsoft.com/office/powerpoint/2010/main" val="1188643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give people a mental map of the testing landscape. The goal is to prevent confusion between unit, integration, and end-to-end tests, and to help them understand why TDD usually starts with faster tests.</a:t>
            </a:r>
          </a:p>
          <a:p>
            <a:endParaRPr lang="en-US" dirty="0"/>
          </a:p>
          <a:p>
            <a:r>
              <a:rPr lang="en-US" dirty="0"/>
              <a:t>A clean classification to present:</a:t>
            </a:r>
          </a:p>
          <a:p>
            <a:r>
              <a:rPr lang="en-US" dirty="0"/>
              <a:t>- **Unit tests**: small scope, fast, isolate a unit/function/class; usually no real DB/network/filesystem.</a:t>
            </a:r>
          </a:p>
          <a:p>
            <a:r>
              <a:rPr lang="en-US" dirty="0"/>
              <a:t>- **Integration tests**: exercise multiple components together, often including real boundaries (database, HTTP layer, filesystem).</a:t>
            </a:r>
          </a:p>
          <a:p>
            <a:r>
              <a:rPr lang="en-US" dirty="0"/>
              <a:t>- **End-to-end (E2E) tests**: simulate a real user journey through the full stack (UI → backend → DB). Slowest, flakiest, but highest confidence for critical flows.</a:t>
            </a:r>
          </a:p>
          <a:p>
            <a:r>
              <a:rPr lang="en-US" dirty="0"/>
              <a:t>- (Optional) **Contract tests**: validate the interaction shape between services, especially in microservices.</a:t>
            </a:r>
          </a:p>
          <a:p>
            <a:r>
              <a:rPr lang="en-US" dirty="0"/>
              <a:t>- (Optional) **Property-based tests**: generate many inputs to validate invariants.</a:t>
            </a:r>
          </a:p>
          <a:p>
            <a:endParaRPr lang="en-US" dirty="0"/>
          </a:p>
          <a:p>
            <a:r>
              <a:rPr lang="en-US" dirty="0"/>
              <a:t>Tie back to feedback loops: faster tests can run constantly during development, while slower tests run in CI and before releases.</a:t>
            </a:r>
          </a:p>
          <a:p>
            <a:endParaRPr lang="en-US" dirty="0"/>
          </a:p>
          <a:p>
            <a:r>
              <a:rPr lang="en-US" dirty="0"/>
              <a:t>Explain that TDD is not “unit tests only.” TDD is the *discipline of specifying behavior first and iterating*. Many teams practice “unit-level TDD” because it gives the fastest loop, but you can also drive development with integration tests when the behavior is inherently cross-component.</a:t>
            </a:r>
          </a:p>
          <a:p>
            <a:endParaRPr lang="en-US" dirty="0"/>
          </a:p>
          <a:p>
            <a:r>
              <a:rPr lang="en-US" dirty="0"/>
              <a:t>Also mention that different test types catch different classes of problems:</a:t>
            </a:r>
          </a:p>
          <a:p>
            <a:r>
              <a:rPr lang="en-US" dirty="0"/>
              <a:t>- Unit tests catch logic errors and edge cases quickly.</a:t>
            </a:r>
          </a:p>
          <a:p>
            <a:r>
              <a:rPr lang="en-US" dirty="0"/>
              <a:t>- Integration tests catch wiring/configuration and boundary issues.</a:t>
            </a:r>
          </a:p>
          <a:p>
            <a:r>
              <a:rPr lang="en-US" dirty="0"/>
              <a:t>- E2E tests catch real-world flows and regressions across the stack.</a:t>
            </a:r>
          </a:p>
          <a:p>
            <a:endParaRPr lang="en-US" dirty="0"/>
          </a:p>
          <a:p>
            <a:r>
              <a:rPr lang="en-US" dirty="0"/>
              <a:t>Transition: “This leads us to a rule of thumb: the test pyramid.”</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8</a:t>
            </a:fld>
            <a:endParaRPr lang="en-US"/>
          </a:p>
        </p:txBody>
      </p:sp>
    </p:spTree>
    <p:extLst>
      <p:ext uri="{BB962C8B-B14F-4D97-AF65-F5344CB8AC3E}">
        <p14:creationId xmlns:p14="http://schemas.microsoft.com/office/powerpoint/2010/main" val="467036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pyramid is a heuristic: have *many* fast, small tests at the bottom, fewer integration tests in the middle, and a small number of end-to-end tests at the top. The pyramid is not a law, but it reflects one consistent truth: **slow tests are expensive**, both in runtime and in maintenance.</a:t>
            </a:r>
          </a:p>
          <a:p>
            <a:endParaRPr lang="en-US" dirty="0"/>
          </a:p>
          <a:p>
            <a:r>
              <a:rPr lang="en-US" dirty="0"/>
              <a:t>Explain the three axes of cost:</a:t>
            </a:r>
          </a:p>
          <a:p>
            <a:r>
              <a:rPr lang="en-US" dirty="0"/>
              <a:t>1) **Runtime**: E2E tests can take minutes; unit tests take milliseconds.</a:t>
            </a:r>
          </a:p>
          <a:p>
            <a:r>
              <a:rPr lang="en-US" dirty="0"/>
              <a:t>2) **Flakiness**: tests that depend on many moving parts fail for reasons unrelated to the code change (network hiccups, timing).</a:t>
            </a:r>
          </a:p>
          <a:p>
            <a:r>
              <a:rPr lang="en-US" dirty="0"/>
              <a:t>3) **Debuggability**: when an E2E test fails, the cause might be anywhere. Unit test failures often point directly to a line of code.</a:t>
            </a:r>
          </a:p>
          <a:p>
            <a:endParaRPr lang="en-US" dirty="0"/>
          </a:p>
          <a:p>
            <a:r>
              <a:rPr lang="en-US" dirty="0"/>
              <a:t>So why keep E2E tests at all? Because they validate what users experience. The goal is to keep them focused on critical user journeys, not every edge case.</a:t>
            </a:r>
          </a:p>
          <a:p>
            <a:endParaRPr lang="en-US" dirty="0"/>
          </a:p>
          <a:p>
            <a:r>
              <a:rPr lang="en-US" dirty="0"/>
              <a:t>Explain where TDD fits: TDD tends to create a strong base of unit tests naturally, because you’re growing behavior from small examples. But you still add some integration and E2E tests to cover “does it all work together?”</a:t>
            </a:r>
          </a:p>
          <a:p>
            <a:endParaRPr lang="en-US" dirty="0"/>
          </a:p>
          <a:p>
            <a:r>
              <a:rPr lang="en-US" dirty="0"/>
              <a:t>A good practical guideline:</a:t>
            </a:r>
          </a:p>
          <a:p>
            <a:r>
              <a:rPr lang="en-US" dirty="0"/>
              <a:t>- Put **business rules** and **parsing/validation** in unit tests.</a:t>
            </a:r>
          </a:p>
          <a:p>
            <a:r>
              <a:rPr lang="en-US" dirty="0"/>
              <a:t>- Put **boundary contracts** in integration tests.</a:t>
            </a:r>
          </a:p>
          <a:p>
            <a:r>
              <a:rPr lang="en-US" dirty="0"/>
              <a:t>- Put **top flows** in a few E2E tests.</a:t>
            </a:r>
          </a:p>
          <a:p>
            <a:endParaRPr lang="en-US" dirty="0"/>
          </a:p>
          <a:p>
            <a:r>
              <a:rPr lang="en-US" dirty="0"/>
              <a:t>Also mention “anti-patterns”:</a:t>
            </a:r>
          </a:p>
          <a:p>
            <a:r>
              <a:rPr lang="en-US" dirty="0"/>
              <a:t>- The “ice cream cone” (lots of E2E, few unit tests) leads to slow pipelines and fragile suites.</a:t>
            </a:r>
          </a:p>
          <a:p>
            <a:r>
              <a:rPr lang="en-US" dirty="0"/>
              <a:t>- Excessive mocking can create unit tests that don’t reflect reality; balance it with integration tests.</a:t>
            </a:r>
          </a:p>
          <a:p>
            <a:endParaRPr lang="en-US" dirty="0"/>
          </a:p>
          <a:p>
            <a:r>
              <a:rPr lang="en-US" dirty="0"/>
              <a:t>Transition: “To make unit tests readable, we’ll use a simple structure: Arrange–Act–Assert.”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9</a:t>
            </a:fld>
            <a:endParaRPr lang="en-US"/>
          </a:p>
        </p:txBody>
      </p:sp>
    </p:spTree>
    <p:extLst>
      <p:ext uri="{BB962C8B-B14F-4D97-AF65-F5344CB8AC3E}">
        <p14:creationId xmlns:p14="http://schemas.microsoft.com/office/powerpoint/2010/main" val="1028650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Arrange–Act–Assert (AAA) is a structure for writing tests that read like a short story. This slide should teach people a *pattern they can apply immediately*.</a:t>
            </a:r>
          </a:p>
          <a:p>
            <a:endParaRPr lang="en-US" dirty="0"/>
          </a:p>
          <a:p>
            <a:r>
              <a:rPr lang="en-US" dirty="0"/>
              <a:t>**Arrange:** set up the data and context. Create inputs, build objects, set up fakes. The key is: arrange only what matters for this behavior; avoid noisy setup.</a:t>
            </a:r>
          </a:p>
          <a:p>
            <a:r>
              <a:rPr lang="en-US" dirty="0"/>
              <a:t>**Act:** call the system under test once. Keep this section small; when it’s big, it’s a signal the unit is doing too much.</a:t>
            </a:r>
          </a:p>
          <a:p>
            <a:r>
              <a:rPr lang="en-US" dirty="0"/>
              <a:t>**Assert:** check the outcome. Prefer clear assertions over complex logic. If you need loops or conditionals in asserts, consider extracting helpers or using better assertion facilities.</a:t>
            </a:r>
          </a:p>
          <a:p>
            <a:endParaRPr lang="en-US" dirty="0"/>
          </a:p>
          <a:p>
            <a:r>
              <a:rPr lang="en-US" dirty="0"/>
              <a:t>Benefits of AAA:</a:t>
            </a:r>
          </a:p>
          <a:p>
            <a:r>
              <a:rPr lang="en-US" dirty="0"/>
              <a:t>- Tests are easier to scan in code review.</a:t>
            </a:r>
          </a:p>
          <a:p>
            <a:r>
              <a:rPr lang="en-US" dirty="0"/>
              <a:t>- Failures are easier to interpret: you know whether setup is wrong, call is wrong, or expectation is wrong.</a:t>
            </a:r>
          </a:p>
          <a:p>
            <a:r>
              <a:rPr lang="en-US" dirty="0"/>
              <a:t>- Encourages focus: one behavior per test.</a:t>
            </a:r>
          </a:p>
          <a:p>
            <a:endParaRPr lang="en-US" dirty="0"/>
          </a:p>
          <a:p>
            <a:r>
              <a:rPr lang="en-US" dirty="0"/>
              <a:t>Practical tips:</a:t>
            </a:r>
          </a:p>
          <a:p>
            <a:r>
              <a:rPr lang="en-US" dirty="0"/>
              <a:t>- Use blank lines between sections.</a:t>
            </a:r>
          </a:p>
          <a:p>
            <a:r>
              <a:rPr lang="en-US" dirty="0"/>
              <a:t>- Keep Arrange and Assert symmetrical: arrange an input, assert the corresponding output.</a:t>
            </a:r>
          </a:p>
          <a:p>
            <a:r>
              <a:rPr lang="en-US" dirty="0"/>
              <a:t>- Avoid multiple unrelated asserts; if you want to check several independent things, split the test.</a:t>
            </a:r>
          </a:p>
          <a:p>
            <a:endParaRPr lang="en-US" dirty="0"/>
          </a:p>
          <a:p>
            <a:r>
              <a:rPr lang="en-US" dirty="0"/>
              <a:t>Also mention variants:</a:t>
            </a:r>
          </a:p>
          <a:p>
            <a:r>
              <a:rPr lang="en-US" dirty="0"/>
              <a:t>- Given/When/Then is the same idea with different words.</a:t>
            </a:r>
          </a:p>
          <a:p>
            <a:r>
              <a:rPr lang="en-US" dirty="0"/>
              <a:t>- “Act–Assert” for very small pure functions can be acceptable if Arrange is trivial.</a:t>
            </a:r>
          </a:p>
          <a:p>
            <a:endParaRPr lang="en-US" dirty="0"/>
          </a:p>
          <a:p>
            <a:r>
              <a:rPr lang="en-US" dirty="0"/>
              <a:t>Transition: “Structure helps, but great tests also have certain traits. Let’s name them.”</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10</a:t>
            </a:fld>
            <a:endParaRPr lang="en-US"/>
          </a:p>
        </p:txBody>
      </p:sp>
    </p:spTree>
    <p:extLst>
      <p:ext uri="{BB962C8B-B14F-4D97-AF65-F5344CB8AC3E}">
        <p14:creationId xmlns:p14="http://schemas.microsoft.com/office/powerpoint/2010/main" val="956521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define what “good tests” feel like. The bullets—Readable, Deterministic, Focused, Helpful failures—are a compact quality checklist.</a:t>
            </a:r>
          </a:p>
          <a:p>
            <a:endParaRPr lang="en-US" dirty="0"/>
          </a:p>
          <a:p>
            <a:r>
              <a:rPr lang="en-US" dirty="0"/>
              <a:t>**Readable (like a story):**  </a:t>
            </a:r>
          </a:p>
          <a:p>
            <a:r>
              <a:rPr lang="en-US" dirty="0"/>
              <a:t>If a developer can’t understand a test quickly, it won’t protect the system for long. Encourage descriptive names, clear inputs, and minimal setup. Tests are part of the product’s documentation.</a:t>
            </a:r>
          </a:p>
          <a:p>
            <a:endParaRPr lang="en-US" dirty="0"/>
          </a:p>
          <a:p>
            <a:r>
              <a:rPr lang="en-US" dirty="0"/>
              <a:t>**Deterministic (same result every run):**  </a:t>
            </a:r>
          </a:p>
          <a:p>
            <a:r>
              <a:rPr lang="en-US" dirty="0"/>
              <a:t>Flaky tests destroy trust. Explain common sources of non-determinism: current time, randomness, concurrency, reliance on external services, order-dependent shared state. Teach the rule: if a test fails, it should be because behavior changed, not because the environment is moody.</a:t>
            </a:r>
          </a:p>
          <a:p>
            <a:endParaRPr lang="en-US" dirty="0"/>
          </a:p>
          <a:p>
            <a:r>
              <a:rPr lang="en-US" dirty="0"/>
              <a:t>**Focused (one behavior):**  </a:t>
            </a:r>
          </a:p>
          <a:p>
            <a:r>
              <a:rPr lang="en-US" dirty="0"/>
              <a:t>Focused tests are easier to debug and maintain. “One behavior” doesn’t mean one assertion; it means one *reason to fail*. If a test can fail for multiple unrelated reasons, split it.</a:t>
            </a:r>
          </a:p>
          <a:p>
            <a:endParaRPr lang="en-US" dirty="0"/>
          </a:p>
          <a:p>
            <a:r>
              <a:rPr lang="en-US" dirty="0"/>
              <a:t>**Helpful failures (clear name, clear assertion):**  </a:t>
            </a:r>
          </a:p>
          <a:p>
            <a:r>
              <a:rPr lang="en-US" dirty="0"/>
              <a:t>Good tests fail with messages that help you fix the problem. Ensure the test name points to the behavior and the assertion compares expected vs actual clearly. Avoid asserting on huge blobs unless you have diff-friendly output.</a:t>
            </a:r>
          </a:p>
          <a:p>
            <a:endParaRPr lang="en-US" dirty="0"/>
          </a:p>
          <a:p>
            <a:r>
              <a:rPr lang="en-US" dirty="0"/>
              <a:t>Add an extra note on **speed**: a good unit test suite should run fast enough that developers run it often. Speed is a feature.</a:t>
            </a:r>
          </a:p>
          <a:p>
            <a:endParaRPr lang="en-US" dirty="0"/>
          </a:p>
          <a:p>
            <a:r>
              <a:rPr lang="en-US" dirty="0"/>
              <a:t>Transition: “If tests are executable documentation, naming matters. Let’s talk about test names.”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11</a:t>
            </a:fld>
            <a:endParaRPr lang="en-US"/>
          </a:p>
        </p:txBody>
      </p:sp>
    </p:spTree>
    <p:extLst>
      <p:ext uri="{BB962C8B-B14F-4D97-AF65-F5344CB8AC3E}">
        <p14:creationId xmlns:p14="http://schemas.microsoft.com/office/powerpoint/2010/main" val="2297670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naming is about communication. A great test name answers: *what behavior is expected, under what condition, and what outcome should happen?*.</a:t>
            </a:r>
          </a:p>
          <a:p>
            <a:endParaRPr lang="en-US" dirty="0"/>
          </a:p>
          <a:p>
            <a:r>
              <a:rPr lang="en-US" dirty="0"/>
              <a:t>Offer two naming formats:</a:t>
            </a:r>
          </a:p>
          <a:p>
            <a:r>
              <a:rPr lang="en-US" dirty="0"/>
              <a:t>1) **should/when**: `should_return_false_when_year_divisible_by_100_but_not_400`  </a:t>
            </a:r>
          </a:p>
          <a:p>
            <a:r>
              <a:rPr lang="en-US" dirty="0"/>
              <a:t>2) **given/when/then**: `given_year_1900_when_is_leap_year_then_false`</a:t>
            </a:r>
          </a:p>
          <a:p>
            <a:endParaRPr lang="en-US" dirty="0"/>
          </a:p>
          <a:p>
            <a:r>
              <a:rPr lang="en-US" dirty="0"/>
              <a:t>Explain why naming matters:</a:t>
            </a:r>
          </a:p>
          <a:p>
            <a:r>
              <a:rPr lang="en-US" dirty="0"/>
              <a:t>- Tests are read more often than they’re written.</a:t>
            </a:r>
          </a:p>
          <a:p>
            <a:r>
              <a:rPr lang="en-US" dirty="0"/>
              <a:t>- In CI failures, the name might be the only clue a developer sees first.</a:t>
            </a:r>
          </a:p>
          <a:p>
            <a:r>
              <a:rPr lang="en-US" dirty="0"/>
              <a:t>- Good names guide refactoring: you can change internals freely as long as the behavior described by tests remains true.</a:t>
            </a:r>
          </a:p>
          <a:p>
            <a:endParaRPr lang="en-US" dirty="0"/>
          </a:p>
          <a:p>
            <a:r>
              <a:rPr lang="en-US" dirty="0"/>
              <a:t>Teach small name hygiene:</a:t>
            </a:r>
          </a:p>
          <a:p>
            <a:r>
              <a:rPr lang="en-US" dirty="0"/>
              <a:t>- Avoid generic words like “works” or “test1.”</a:t>
            </a:r>
          </a:p>
          <a:p>
            <a:r>
              <a:rPr lang="en-US" dirty="0"/>
              <a:t>- Prefer domain language over implementation language.</a:t>
            </a:r>
          </a:p>
          <a:p>
            <a:r>
              <a:rPr lang="en-US" dirty="0"/>
              <a:t>- Keep names specific but not excessively long; if they become novels, it might signal the behavior is too complex for one test.</a:t>
            </a:r>
          </a:p>
          <a:p>
            <a:endParaRPr lang="en-US" dirty="0"/>
          </a:p>
          <a:p>
            <a:r>
              <a:rPr lang="en-US" dirty="0"/>
              <a:t>Also explain how naming interacts with AAA:</a:t>
            </a:r>
          </a:p>
          <a:p>
            <a:r>
              <a:rPr lang="en-US" dirty="0"/>
              <a:t>- The name gives the high-level story; AAA gives the detailed plot.</a:t>
            </a:r>
          </a:p>
          <a:p>
            <a:endParaRPr lang="en-US" dirty="0"/>
          </a:p>
          <a:p>
            <a:r>
              <a:rPr lang="en-US" dirty="0"/>
              <a:t>Include a quick exercise: show a bad name (`</a:t>
            </a:r>
            <a:r>
              <a:rPr lang="en-US" dirty="0" err="1"/>
              <a:t>test_leap_year</a:t>
            </a:r>
            <a:r>
              <a:rPr lang="en-US" dirty="0"/>
              <a:t>`) and ask the audience to improve it. Discuss how different names imply different expectations.</a:t>
            </a:r>
          </a:p>
          <a:p>
            <a:endParaRPr lang="en-US" dirty="0"/>
          </a:p>
          <a:p>
            <a:r>
              <a:rPr lang="en-US" dirty="0"/>
              <a:t>Transition: “Now we’re ready for our first concrete example: leap years.”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12</a:t>
            </a:fld>
            <a:endParaRPr lang="en-US"/>
          </a:p>
        </p:txBody>
      </p:sp>
    </p:spTree>
    <p:extLst>
      <p:ext uri="{BB962C8B-B14F-4D97-AF65-F5344CB8AC3E}">
        <p14:creationId xmlns:p14="http://schemas.microsoft.com/office/powerpoint/2010/main" val="5073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“leap year” example, a classic small problem with edge cases that are perfect for TDD. It’s small enough to fit in working memory but rich enough to demonstrate how counter-examples drive correct logic.</a:t>
            </a:r>
          </a:p>
          <a:p>
            <a:endParaRPr lang="en-US" dirty="0"/>
          </a:p>
          <a:p>
            <a:r>
              <a:rPr lang="en-US" dirty="0"/>
              <a:t>Start by describing the problem in plain language:</a:t>
            </a:r>
          </a:p>
          <a:p>
            <a:r>
              <a:rPr lang="en-US" dirty="0"/>
              <a:t>- Years divisible by 4 are usually leap years.</a:t>
            </a:r>
          </a:p>
          <a:p>
            <a:r>
              <a:rPr lang="en-US" dirty="0"/>
              <a:t>- Years divisible by 100 are *not* leap years.</a:t>
            </a:r>
          </a:p>
          <a:p>
            <a:r>
              <a:rPr lang="en-US" dirty="0"/>
              <a:t>- Years divisible by 400 *are* leap years.</a:t>
            </a:r>
          </a:p>
          <a:p>
            <a:endParaRPr lang="en-US" dirty="0"/>
          </a:p>
          <a:p>
            <a:r>
              <a:rPr lang="en-US" dirty="0"/>
              <a:t>Explain why this is a good TDD example:</a:t>
            </a:r>
          </a:p>
          <a:p>
            <a:r>
              <a:rPr lang="en-US" dirty="0"/>
              <a:t>- It has a clear specification with exceptions.</a:t>
            </a:r>
          </a:p>
          <a:p>
            <a:r>
              <a:rPr lang="en-US" dirty="0"/>
              <a:t>- Naïve solutions are easy to write and easy to disprove.</a:t>
            </a:r>
          </a:p>
          <a:p>
            <a:r>
              <a:rPr lang="en-US" dirty="0"/>
              <a:t>- Each new rule can be introduced by adding a single test.</a:t>
            </a:r>
          </a:p>
          <a:p>
            <a:endParaRPr lang="en-US" dirty="0"/>
          </a:p>
          <a:p>
            <a:r>
              <a:rPr lang="en-US" dirty="0"/>
              <a:t>Set expectations for how you’ll walk through it:</a:t>
            </a:r>
          </a:p>
          <a:p>
            <a:r>
              <a:rPr lang="en-US" dirty="0"/>
              <a:t>1) Start with one concrete example test (red).</a:t>
            </a:r>
          </a:p>
          <a:p>
            <a:r>
              <a:rPr lang="en-US" dirty="0"/>
              <a:t>2) Write the most minimal code to pass (green).</a:t>
            </a:r>
          </a:p>
          <a:p>
            <a:r>
              <a:rPr lang="en-US" dirty="0"/>
              <a:t>3) Add a counter-example to show the code is too simplistic (red again).</a:t>
            </a:r>
          </a:p>
          <a:p>
            <a:r>
              <a:rPr lang="en-US" dirty="0"/>
              <a:t>4) Repeat until rules are fully captured.</a:t>
            </a:r>
          </a:p>
          <a:p>
            <a:r>
              <a:rPr lang="en-US" dirty="0"/>
              <a:t>5) Refactor at the end to clean up.</a:t>
            </a:r>
          </a:p>
          <a:p>
            <a:endParaRPr lang="en-US" dirty="0"/>
          </a:p>
          <a:p>
            <a:r>
              <a:rPr lang="en-US" dirty="0"/>
              <a:t>This is a great moment to emphasize the philosophy: **TDD is not about predicting the final algorithm; it’s about growing it from examples.**</a:t>
            </a:r>
          </a:p>
          <a:p>
            <a:endParaRPr lang="en-US" dirty="0"/>
          </a:p>
          <a:p>
            <a:r>
              <a:rPr lang="en-US" dirty="0"/>
              <a:t>If presenting live, ask the audience to predict what the “first test” should be. Many will choose “divisible by 4,” but you can intentionally choose “divisible by 400” because it immediately creates an edge case and demonstrates why we don’t start with a broad rule that might mask exceptions.</a:t>
            </a:r>
          </a:p>
          <a:p>
            <a:endParaRPr lang="en-US" dirty="0"/>
          </a:p>
          <a:p>
            <a:r>
              <a:rPr lang="en-US" dirty="0"/>
              <a:t>Transition: “Let’s do the first cycle: write the test first and watch it fail.”</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13</a:t>
            </a:fld>
            <a:endParaRPr lang="en-US"/>
          </a:p>
        </p:txBody>
      </p:sp>
    </p:spTree>
    <p:extLst>
      <p:ext uri="{BB962C8B-B14F-4D97-AF65-F5344CB8AC3E}">
        <p14:creationId xmlns:p14="http://schemas.microsoft.com/office/powerpoint/2010/main" val="1413538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 **Red** step: we add a test that expresses a specific rule and confirm it fails before writing the next piece of implementation.</a:t>
            </a:r>
          </a:p>
          <a:p>
            <a:endParaRPr lang="en-US" dirty="0"/>
          </a:p>
          <a:p>
            <a:r>
              <a:rPr lang="en-US" dirty="0"/>
              <a:t>First, remind the audience what “red” really means: not “we made a mistake,” but “we proved the behavior is missing.” In practice, you run the test suite and ensure you see a failure that matches your expectation.</a:t>
            </a:r>
          </a:p>
          <a:p>
            <a:endParaRPr lang="en-US" dirty="0"/>
          </a:p>
          <a:p>
            <a:r>
              <a:rPr lang="en-US" dirty="0"/>
              <a:t>Focus on what this test teaches:</a:t>
            </a:r>
          </a:p>
          <a:p>
            <a:r>
              <a:rPr lang="en-US" dirty="0"/>
              <a:t>- It defines the public API (`</a:t>
            </a:r>
            <a:r>
              <a:rPr lang="en-US" dirty="0" err="1"/>
              <a:t>is_leap_year</a:t>
            </a:r>
            <a:r>
              <a:rPr lang="en-US" dirty="0"/>
              <a:t>(year: int) -&gt; bool`) and forces you to pick return types and naming early.</a:t>
            </a:r>
          </a:p>
          <a:p>
            <a:r>
              <a:rPr lang="en-US" dirty="0"/>
              <a:t>- It chooses *one concrete example* as a representative of a rule.</a:t>
            </a:r>
          </a:p>
          <a:p>
            <a:endParaRPr lang="en-US" dirty="0"/>
          </a:p>
          <a:p>
            <a:r>
              <a:rPr lang="en-US" dirty="0"/>
              <a:t>If you’re live-coding, narrate the workflow:</a:t>
            </a:r>
          </a:p>
          <a:p>
            <a:r>
              <a:rPr lang="en-US" dirty="0"/>
              <a:t>1) Write the test name to describe the rule.</a:t>
            </a:r>
          </a:p>
          <a:p>
            <a:r>
              <a:rPr lang="en-US" dirty="0"/>
              <a:t>2) Write the assertion with an explicit expected value (`True`/`False`).</a:t>
            </a:r>
          </a:p>
          <a:p>
            <a:r>
              <a:rPr lang="en-US" dirty="0"/>
              <a:t>3) Run tests and confirm it fails (ideally for the right reason).</a:t>
            </a:r>
          </a:p>
          <a:p>
            <a:endParaRPr lang="en-US" dirty="0"/>
          </a:p>
          <a:p>
            <a:r>
              <a:rPr lang="en-US" dirty="0"/>
              <a:t>Now discuss the **choice of example** for this specific slide:</a:t>
            </a:r>
          </a:p>
          <a:p>
            <a:r>
              <a:rPr lang="en-US" dirty="0"/>
              <a:t>- If this is the “divisible by 400” test, explain that 2000 is a great case because it exercises the exceptional rule. Starting here keeps you honest later when you add the 100-year exception.</a:t>
            </a:r>
          </a:p>
          <a:p>
            <a:r>
              <a:rPr lang="en-US" dirty="0"/>
              <a:t>- If this is a counter-example (1900), explain how counter-examples prevent “cheating” solutions. They demonstrate that the current implementation is too broad.</a:t>
            </a:r>
          </a:p>
          <a:p>
            <a:r>
              <a:rPr lang="en-US" dirty="0"/>
              <a:t>- If this is “divisible by 4 but not 100” (2024), explain it validates the main rule once exceptions are handled.</a:t>
            </a:r>
          </a:p>
          <a:p>
            <a:r>
              <a:rPr lang="en-US" dirty="0"/>
              <a:t>- If this is the normal year (2023), explain it checks the negative case that prevents accidentally returning True for everything.</a:t>
            </a:r>
          </a:p>
          <a:p>
            <a:endParaRPr lang="en-US" dirty="0"/>
          </a:p>
          <a:p>
            <a:r>
              <a:rPr lang="en-US" dirty="0"/>
              <a:t>Also highlight a subtle quality: these tests are deterministic and quick, and they use clear, memorable years. That helps maintain readability.</a:t>
            </a:r>
          </a:p>
          <a:p>
            <a:endParaRPr lang="en-US" dirty="0"/>
          </a:p>
          <a:p>
            <a:r>
              <a:rPr lang="en-US" dirty="0"/>
              <a:t>Transition line: “Now we earn the green: we’ll implement the smallest change that makes this pass.”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 **Green** step: we implement just enough code to satisfy the current failing tests—no more.</a:t>
            </a:r>
          </a:p>
          <a:p>
            <a:endParaRPr lang="en-US" dirty="0"/>
          </a:p>
          <a:p>
            <a:r>
              <a:rPr lang="en-US" dirty="0"/>
              <a:t>Start by reminding: “Green is about *learning the next true thing*, not solving the whole problem.” The temptation is to jump to the final algorithm immediately, but TDD deliberately resists that because it hides uncertainty. Instead, we let tests pull the design and logic forward.</a:t>
            </a:r>
          </a:p>
          <a:p>
            <a:endParaRPr lang="en-US" dirty="0"/>
          </a:p>
          <a:p>
            <a:r>
              <a:rPr lang="en-US" dirty="0"/>
              <a:t>Explain what “minimal” means depending on this slide:</a:t>
            </a:r>
          </a:p>
          <a:p>
            <a:endParaRPr lang="en-US" dirty="0"/>
          </a:p>
          <a:p>
            <a:r>
              <a:rPr lang="en-US" dirty="0"/>
              <a:t>**If this is the first green (return True):**  </a:t>
            </a:r>
          </a:p>
          <a:p>
            <a:r>
              <a:rPr lang="en-US" dirty="0"/>
              <a:t>Returning `True` might feel silly, but it’s an honest minimal implementation given only one example exists. The test suite currently only knows about one leap case. This demonstrates that a single example isn’t a full specification. The moment you add another example (1900), this implementation will be revealed as inadequate—which is exactly the point.</a:t>
            </a:r>
          </a:p>
          <a:p>
            <a:endParaRPr lang="en-US" dirty="0"/>
          </a:p>
          <a:p>
            <a:r>
              <a:rPr lang="en-US" dirty="0"/>
              <a:t>**If this is the minimal fix (handle 400 and 100):**  </a:t>
            </a:r>
          </a:p>
          <a:p>
            <a:r>
              <a:rPr lang="en-US" dirty="0"/>
              <a:t>We add branching for the two rules introduced so far. Notice how we’re not prematurely adding the “divisible by 4” rule unless we have a test that demands it. This keeps the code aligned with known requirements. Also emphasize the order of checks: 400 before 100, because 400 is a special case of 100.</a:t>
            </a:r>
          </a:p>
          <a:p>
            <a:endParaRPr lang="en-US" dirty="0"/>
          </a:p>
          <a:p>
            <a:r>
              <a:rPr lang="en-US" dirty="0"/>
              <a:t>**If this is the final logic:**  </a:t>
            </a:r>
          </a:p>
          <a:p>
            <a:r>
              <a:rPr lang="en-US" dirty="0"/>
              <a:t>Now we reach a simple, correct implementation: return True for 400, False for 100, else divisible by 4. At this point, tests collectively specify the rules.</a:t>
            </a:r>
          </a:p>
          <a:p>
            <a:endParaRPr lang="en-US" dirty="0"/>
          </a:p>
          <a:p>
            <a:r>
              <a:rPr lang="en-US" dirty="0"/>
              <a:t>Use this slide to teach refactoring discipline even within Green:</a:t>
            </a:r>
          </a:p>
          <a:p>
            <a:r>
              <a:rPr lang="en-US" dirty="0"/>
              <a:t>- Keep code readable as you go, but avoid large refactors while still discovering behavior.</a:t>
            </a:r>
          </a:p>
          <a:p>
            <a:r>
              <a:rPr lang="en-US" dirty="0"/>
              <a:t>- Prefer explicit conditionals at first; once behavior stabilizes, you can refactor for clarity.</a:t>
            </a:r>
          </a:p>
          <a:p>
            <a:endParaRPr lang="en-US" dirty="0"/>
          </a:p>
          <a:p>
            <a:r>
              <a:rPr lang="en-US" dirty="0"/>
              <a:t>Also mention: in real systems, Green often means writing real code, but sometimes it means adding a missing dependency injection point, or returning an empty result, or implementing the simplest algorithm.</a:t>
            </a:r>
          </a:p>
          <a:p>
            <a:endParaRPr lang="en-US" dirty="0"/>
          </a:p>
          <a:p>
            <a:r>
              <a:rPr lang="en-US" dirty="0"/>
              <a:t>Transition: “Now that we have green, we can add the next test (or refactor) to expand behavior safely.”</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**Red** step: we add a test that expresses a specific rule and confirm it fails before writing the next piece of implementation.</a:t>
            </a:r>
          </a:p>
          <a:p>
            <a:endParaRPr lang="en-US" dirty="0"/>
          </a:p>
          <a:p>
            <a:r>
              <a:rPr lang="en-US" dirty="0"/>
              <a:t>First, remind the audience what “red” really means: not “we made a mistake,” but “we proved the behavior is missing.” In practice, you run the test suite and ensure you see a failure that matches your expectation.</a:t>
            </a:r>
          </a:p>
          <a:p>
            <a:endParaRPr lang="en-US" dirty="0"/>
          </a:p>
          <a:p>
            <a:r>
              <a:rPr lang="en-US" dirty="0"/>
              <a:t>Focus on what this test teaches:</a:t>
            </a:r>
          </a:p>
          <a:p>
            <a:r>
              <a:rPr lang="en-US" dirty="0"/>
              <a:t>- It defines the public API (`</a:t>
            </a:r>
            <a:r>
              <a:rPr lang="en-US" dirty="0" err="1"/>
              <a:t>is_leap_year</a:t>
            </a:r>
            <a:r>
              <a:rPr lang="en-US" dirty="0"/>
              <a:t>(year: int) -&gt; bool`) and forces you to pick return types and naming early.</a:t>
            </a:r>
          </a:p>
          <a:p>
            <a:r>
              <a:rPr lang="en-US" dirty="0"/>
              <a:t>- It chooses *one concrete example* as a representative of a rule.</a:t>
            </a:r>
          </a:p>
          <a:p>
            <a:endParaRPr lang="en-US" dirty="0"/>
          </a:p>
          <a:p>
            <a:r>
              <a:rPr lang="en-US" dirty="0"/>
              <a:t>If you’re live-coding, narrate the workflow:</a:t>
            </a:r>
          </a:p>
          <a:p>
            <a:r>
              <a:rPr lang="en-US" dirty="0"/>
              <a:t>1) Write the test name to describe the rule.</a:t>
            </a:r>
          </a:p>
          <a:p>
            <a:r>
              <a:rPr lang="en-US" dirty="0"/>
              <a:t>2) Write the assertion with an explicit expected value (`True`/`False`).</a:t>
            </a:r>
          </a:p>
          <a:p>
            <a:r>
              <a:rPr lang="en-US" dirty="0"/>
              <a:t>3) Run tests and confirm it fails (ideally for the right reason).</a:t>
            </a:r>
          </a:p>
          <a:p>
            <a:endParaRPr lang="en-US" dirty="0"/>
          </a:p>
          <a:p>
            <a:r>
              <a:rPr lang="en-US" dirty="0"/>
              <a:t>Now discuss the **choice of example** for this specific slide:</a:t>
            </a:r>
          </a:p>
          <a:p>
            <a:r>
              <a:rPr lang="en-US" dirty="0"/>
              <a:t>- If this is the “divisible by 400” test, explain that 2000 is a great case because it exercises the exceptional rule. Starting here keeps you honest later when you add the 100-year exception.</a:t>
            </a:r>
          </a:p>
          <a:p>
            <a:r>
              <a:rPr lang="en-US" dirty="0"/>
              <a:t>- If this is a counter-example (1900), explain how counter-examples prevent “cheating” solutions. They demonstrate that the current implementation is too broad.</a:t>
            </a:r>
          </a:p>
          <a:p>
            <a:r>
              <a:rPr lang="en-US" dirty="0"/>
              <a:t>- If this is “divisible by 4 but not 100” (2024), explain it validates the main rule once exceptions are handled.</a:t>
            </a:r>
          </a:p>
          <a:p>
            <a:r>
              <a:rPr lang="en-US" dirty="0"/>
              <a:t>- If this is the normal year (2023), explain it checks the negative case that prevents accidentally returning True for everything.</a:t>
            </a:r>
          </a:p>
          <a:p>
            <a:endParaRPr lang="en-US" dirty="0"/>
          </a:p>
          <a:p>
            <a:r>
              <a:rPr lang="en-US" dirty="0"/>
              <a:t>Also highlight a subtle quality: these tests are deterministic and quick, and they use clear, memorable years. That helps maintain readability.</a:t>
            </a:r>
          </a:p>
          <a:p>
            <a:endParaRPr lang="en-US" dirty="0"/>
          </a:p>
          <a:p>
            <a:r>
              <a:rPr lang="en-US" dirty="0"/>
              <a:t>Transition line: “Now we earn the green: we’ll implement the smallest change that makes this pass.”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16</a:t>
            </a:fld>
            <a:endParaRPr lang="en-US"/>
          </a:p>
        </p:txBody>
      </p:sp>
    </p:spTree>
    <p:extLst>
      <p:ext uri="{BB962C8B-B14F-4D97-AF65-F5344CB8AC3E}">
        <p14:creationId xmlns:p14="http://schemas.microsoft.com/office/powerpoint/2010/main" val="1134170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**Green** step: we implement just enough code to satisfy the current failing tests—no more.</a:t>
            </a:r>
          </a:p>
          <a:p>
            <a:endParaRPr lang="en-US" dirty="0"/>
          </a:p>
          <a:p>
            <a:r>
              <a:rPr lang="en-US" dirty="0"/>
              <a:t>Start by reminding: “Green is about *learning the next true thing*, not solving the whole problem.” The temptation is to jump to the final algorithm immediately, but TDD deliberately resists that because it hides uncertainty. Instead, we let tests pull the design and logic forward.</a:t>
            </a:r>
          </a:p>
          <a:p>
            <a:endParaRPr lang="en-US" dirty="0"/>
          </a:p>
          <a:p>
            <a:r>
              <a:rPr lang="en-US" dirty="0"/>
              <a:t>Explain what “minimal” means depending on this slide:</a:t>
            </a:r>
          </a:p>
          <a:p>
            <a:endParaRPr lang="en-US" dirty="0"/>
          </a:p>
          <a:p>
            <a:r>
              <a:rPr lang="en-US" dirty="0"/>
              <a:t>**If this is the first green (return True):**  </a:t>
            </a:r>
          </a:p>
          <a:p>
            <a:r>
              <a:rPr lang="en-US" dirty="0"/>
              <a:t>Returning `True` might feel silly, but it’s an honest minimal implementation given only one example exists. The test suite currently only knows about one leap case. This demonstrates that a single example isn’t a full specification. The moment you add another example (1900), this implementation will be revealed as inadequate—which is exactly the point.</a:t>
            </a:r>
          </a:p>
          <a:p>
            <a:endParaRPr lang="en-US" dirty="0"/>
          </a:p>
          <a:p>
            <a:r>
              <a:rPr lang="en-US" dirty="0"/>
              <a:t>**If this is the minimal fix (handle 400 and 100):**  </a:t>
            </a:r>
          </a:p>
          <a:p>
            <a:r>
              <a:rPr lang="en-US" dirty="0"/>
              <a:t>We add branching for the two rules introduced so far. Notice how we’re not prematurely adding the “divisible by 4” rule unless we have a test that demands it. This keeps the code aligned with known requirements. Also emphasize the order of checks: 400 before 100, because 400 is a special case of 100.</a:t>
            </a:r>
          </a:p>
          <a:p>
            <a:endParaRPr lang="en-US" dirty="0"/>
          </a:p>
          <a:p>
            <a:r>
              <a:rPr lang="en-US" dirty="0"/>
              <a:t>**If this is the final logic:**  </a:t>
            </a:r>
          </a:p>
          <a:p>
            <a:r>
              <a:rPr lang="en-US" dirty="0"/>
              <a:t>Now we reach a simple, correct implementation: return True for 400, False for 100, else divisible by 4. At this point, tests collectively specify the rules.</a:t>
            </a:r>
          </a:p>
          <a:p>
            <a:endParaRPr lang="en-US" dirty="0"/>
          </a:p>
          <a:p>
            <a:r>
              <a:rPr lang="en-US" dirty="0"/>
              <a:t>Use this slide to teach refactoring discipline even within Green:</a:t>
            </a:r>
          </a:p>
          <a:p>
            <a:r>
              <a:rPr lang="en-US" dirty="0"/>
              <a:t>- Keep code readable as you go, but avoid large refactors while still discovering behavior.</a:t>
            </a:r>
          </a:p>
          <a:p>
            <a:r>
              <a:rPr lang="en-US" dirty="0"/>
              <a:t>- Prefer explicit conditionals at first; once behavior stabilizes, you can refactor for clarity.</a:t>
            </a:r>
          </a:p>
          <a:p>
            <a:endParaRPr lang="en-US" dirty="0"/>
          </a:p>
          <a:p>
            <a:r>
              <a:rPr lang="en-US" dirty="0"/>
              <a:t>Also mention: in real systems, Green often means writing real code, but sometimes it means adding a missing dependency injection point, or returning an empty result, or implementing the simplest algorithm.</a:t>
            </a:r>
          </a:p>
          <a:p>
            <a:endParaRPr lang="en-US" dirty="0"/>
          </a:p>
          <a:p>
            <a:r>
              <a:rPr lang="en-US" dirty="0"/>
              <a:t>Transition: “Now that we have green, we can add the next test (or refactor) to expand behavior safely.”</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17</a:t>
            </a:fld>
            <a:endParaRPr lang="en-US"/>
          </a:p>
        </p:txBody>
      </p:sp>
    </p:spTree>
    <p:extLst>
      <p:ext uri="{BB962C8B-B14F-4D97-AF65-F5344CB8AC3E}">
        <p14:creationId xmlns:p14="http://schemas.microsoft.com/office/powerpoint/2010/main" val="3181659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**Red** step: we add a test that expresses a specific rule and confirm it fails before writing the next piece of implementation.</a:t>
            </a:r>
          </a:p>
          <a:p>
            <a:endParaRPr lang="en-US" dirty="0"/>
          </a:p>
          <a:p>
            <a:r>
              <a:rPr lang="en-US" dirty="0"/>
              <a:t>First, remind the audience what “red” really means: not “we made a mistake,” but “we proved the behavior is missing.” In practice, you run the test suite and ensure you see a failure that matches your expectation.</a:t>
            </a:r>
          </a:p>
          <a:p>
            <a:endParaRPr lang="en-US" dirty="0"/>
          </a:p>
          <a:p>
            <a:r>
              <a:rPr lang="en-US" dirty="0"/>
              <a:t>Focus on what this test teaches:</a:t>
            </a:r>
          </a:p>
          <a:p>
            <a:r>
              <a:rPr lang="en-US" dirty="0"/>
              <a:t>- It defines the public API (`</a:t>
            </a:r>
            <a:r>
              <a:rPr lang="en-US" dirty="0" err="1"/>
              <a:t>is_leap_year</a:t>
            </a:r>
            <a:r>
              <a:rPr lang="en-US" dirty="0"/>
              <a:t>(year: int) -&gt; bool`) and forces you to pick return types and naming early.</a:t>
            </a:r>
          </a:p>
          <a:p>
            <a:r>
              <a:rPr lang="en-US" dirty="0"/>
              <a:t>- It chooses *one concrete example* as a representative of a rule.</a:t>
            </a:r>
          </a:p>
          <a:p>
            <a:endParaRPr lang="en-US" dirty="0"/>
          </a:p>
          <a:p>
            <a:r>
              <a:rPr lang="en-US" dirty="0"/>
              <a:t>If you’re live-coding, narrate the workflow:</a:t>
            </a:r>
          </a:p>
          <a:p>
            <a:r>
              <a:rPr lang="en-US" dirty="0"/>
              <a:t>1) Write the test name to describe the rule.</a:t>
            </a:r>
          </a:p>
          <a:p>
            <a:r>
              <a:rPr lang="en-US" dirty="0"/>
              <a:t>2) Write the assertion with an explicit expected value (`True`/`False`).</a:t>
            </a:r>
          </a:p>
          <a:p>
            <a:r>
              <a:rPr lang="en-US" dirty="0"/>
              <a:t>3) Run tests and confirm it fails (ideally for the right reason).</a:t>
            </a:r>
          </a:p>
          <a:p>
            <a:endParaRPr lang="en-US" dirty="0"/>
          </a:p>
          <a:p>
            <a:r>
              <a:rPr lang="en-US" dirty="0"/>
              <a:t>Now discuss the **choice of example** for this specific slide:</a:t>
            </a:r>
          </a:p>
          <a:p>
            <a:r>
              <a:rPr lang="en-US" dirty="0"/>
              <a:t>- If this is the “divisible by 400” test, explain that 2000 is a great case because it exercises the exceptional rule. Starting here keeps you honest later when you add the 100-year exception.</a:t>
            </a:r>
          </a:p>
          <a:p>
            <a:r>
              <a:rPr lang="en-US" dirty="0"/>
              <a:t>- If this is a counter-example (1900), explain how counter-examples prevent “cheating” solutions. They demonstrate that the current implementation is too broad.</a:t>
            </a:r>
          </a:p>
          <a:p>
            <a:r>
              <a:rPr lang="en-US" dirty="0"/>
              <a:t>- If this is “divisible by 4 but not 100” (2024), explain it validates the main rule once exceptions are handled.</a:t>
            </a:r>
          </a:p>
          <a:p>
            <a:r>
              <a:rPr lang="en-US" dirty="0"/>
              <a:t>- If this is the normal year (2023), explain it checks the negative case that prevents accidentally returning True for everything.</a:t>
            </a:r>
          </a:p>
          <a:p>
            <a:endParaRPr lang="en-US" dirty="0"/>
          </a:p>
          <a:p>
            <a:r>
              <a:rPr lang="en-US" dirty="0"/>
              <a:t>Also highlight a subtle quality: these tests are deterministic and quick, and they use clear, memorable years. That helps maintain readability.</a:t>
            </a:r>
          </a:p>
          <a:p>
            <a:endParaRPr lang="en-US" dirty="0"/>
          </a:p>
          <a:p>
            <a:r>
              <a:rPr lang="en-US" dirty="0"/>
              <a:t>Transition line: “Now we earn the green: we’ll implement the smallest change that makes this pass.”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18</a:t>
            </a:fld>
            <a:endParaRPr lang="en-US"/>
          </a:p>
        </p:txBody>
      </p:sp>
    </p:spTree>
    <p:extLst>
      <p:ext uri="{BB962C8B-B14F-4D97-AF65-F5344CB8AC3E}">
        <p14:creationId xmlns:p14="http://schemas.microsoft.com/office/powerpoint/2010/main" val="1093007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**Red** step: we add a test that expresses a specific rule and confirm it fails before writing the next piece of implementation.</a:t>
            </a:r>
          </a:p>
          <a:p>
            <a:endParaRPr lang="en-US" dirty="0"/>
          </a:p>
          <a:p>
            <a:r>
              <a:rPr lang="en-US" dirty="0"/>
              <a:t>First, remind the audience what “red” really means: not “we made a mistake,” but “we proved the behavior is missing.” In practice, you run the test suite and ensure you see a failure that matches your expectation.</a:t>
            </a:r>
          </a:p>
          <a:p>
            <a:endParaRPr lang="en-US" dirty="0"/>
          </a:p>
          <a:p>
            <a:r>
              <a:rPr lang="en-US" dirty="0"/>
              <a:t>Focus on what this test teaches:</a:t>
            </a:r>
          </a:p>
          <a:p>
            <a:r>
              <a:rPr lang="en-US" dirty="0"/>
              <a:t>- It defines the public API (`</a:t>
            </a:r>
            <a:r>
              <a:rPr lang="en-US" dirty="0" err="1"/>
              <a:t>is_leap_year</a:t>
            </a:r>
            <a:r>
              <a:rPr lang="en-US" dirty="0"/>
              <a:t>(year: int) -&gt; bool`) and forces you to pick return types and naming early.</a:t>
            </a:r>
          </a:p>
          <a:p>
            <a:r>
              <a:rPr lang="en-US" dirty="0"/>
              <a:t>- It chooses *one concrete example* as a representative of a rule.</a:t>
            </a:r>
          </a:p>
          <a:p>
            <a:endParaRPr lang="en-US" dirty="0"/>
          </a:p>
          <a:p>
            <a:r>
              <a:rPr lang="en-US" dirty="0"/>
              <a:t>If you’re live-coding, narrate the workflow:</a:t>
            </a:r>
          </a:p>
          <a:p>
            <a:r>
              <a:rPr lang="en-US" dirty="0"/>
              <a:t>1) Write the test name to describe the rule.</a:t>
            </a:r>
          </a:p>
          <a:p>
            <a:r>
              <a:rPr lang="en-US" dirty="0"/>
              <a:t>2) Write the assertion with an explicit expected value (`True`/`False`).</a:t>
            </a:r>
          </a:p>
          <a:p>
            <a:r>
              <a:rPr lang="en-US" dirty="0"/>
              <a:t>3) Run tests and confirm it fails (ideally for the right reason).</a:t>
            </a:r>
          </a:p>
          <a:p>
            <a:endParaRPr lang="en-US" dirty="0"/>
          </a:p>
          <a:p>
            <a:r>
              <a:rPr lang="en-US" dirty="0"/>
              <a:t>Now discuss the **choice of example** for this specific slide:</a:t>
            </a:r>
          </a:p>
          <a:p>
            <a:r>
              <a:rPr lang="en-US" dirty="0"/>
              <a:t>- If this is the “divisible by 400” test, explain that 2000 is a great case because it exercises the exceptional rule. Starting here keeps you honest later when you add the 100-year exception.</a:t>
            </a:r>
          </a:p>
          <a:p>
            <a:r>
              <a:rPr lang="en-US" dirty="0"/>
              <a:t>- If this is a counter-example (1900), explain how counter-examples prevent “cheating” solutions. They demonstrate that the current implementation is too broad.</a:t>
            </a:r>
          </a:p>
          <a:p>
            <a:r>
              <a:rPr lang="en-US" dirty="0"/>
              <a:t>- If this is “divisible by 4 but not 100” (2024), explain it validates the main rule once exceptions are handled.</a:t>
            </a:r>
          </a:p>
          <a:p>
            <a:r>
              <a:rPr lang="en-US" dirty="0"/>
              <a:t>- If this is the normal year (2023), explain it checks the negative case that prevents accidentally returning True for everything.</a:t>
            </a:r>
          </a:p>
          <a:p>
            <a:endParaRPr lang="en-US" dirty="0"/>
          </a:p>
          <a:p>
            <a:r>
              <a:rPr lang="en-US" dirty="0"/>
              <a:t>Also highlight a subtle quality: these tests are deterministic and quick, and they use clear, memorable years. That helps maintain readability.</a:t>
            </a:r>
          </a:p>
          <a:p>
            <a:endParaRPr lang="en-US" dirty="0"/>
          </a:p>
          <a:p>
            <a:r>
              <a:rPr lang="en-US" dirty="0"/>
              <a:t>Transition line: “Now we earn the green: we’ll implement the smallest change that makes this pass.”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19</a:t>
            </a:fld>
            <a:endParaRPr lang="en-US"/>
          </a:p>
        </p:txBody>
      </p:sp>
    </p:spTree>
    <p:extLst>
      <p:ext uri="{BB962C8B-B14F-4D97-AF65-F5344CB8AC3E}">
        <p14:creationId xmlns:p14="http://schemas.microsoft.com/office/powerpoint/2010/main" val="3569784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 **Green** step: we implement just enough code to satisfy the current failing tests—no more.</a:t>
            </a:r>
          </a:p>
          <a:p>
            <a:endParaRPr lang="en-US" dirty="0"/>
          </a:p>
          <a:p>
            <a:r>
              <a:rPr lang="en-US" dirty="0"/>
              <a:t>Start by reminding: “Green is about *learning the next true thing*, not solving the whole problem.” The temptation is to jump to the final algorithm immediately, but TDD deliberately resists that because it hides uncertainty. Instead, we let tests pull the design and logic forward.</a:t>
            </a:r>
          </a:p>
          <a:p>
            <a:endParaRPr lang="en-US" dirty="0"/>
          </a:p>
          <a:p>
            <a:r>
              <a:rPr lang="en-US" dirty="0"/>
              <a:t>Explain what “minimal” means depending on this slide:</a:t>
            </a:r>
          </a:p>
          <a:p>
            <a:endParaRPr lang="en-US" dirty="0"/>
          </a:p>
          <a:p>
            <a:r>
              <a:rPr lang="en-US" dirty="0"/>
              <a:t>**If this is the first green (return True):**  </a:t>
            </a:r>
          </a:p>
          <a:p>
            <a:r>
              <a:rPr lang="en-US" dirty="0"/>
              <a:t>Returning `True` might feel silly, but it’s an honest minimal implementation given only one example exists. The test suite currently only knows about one leap case. This demonstrates that a single example isn’t a full specification. The moment you add another example (1900), this implementation will be revealed as inadequate—which is exactly the point.</a:t>
            </a:r>
          </a:p>
          <a:p>
            <a:endParaRPr lang="en-US" dirty="0"/>
          </a:p>
          <a:p>
            <a:r>
              <a:rPr lang="en-US" dirty="0"/>
              <a:t>**If this is the minimal fix (handle 400 and 100):**  </a:t>
            </a:r>
          </a:p>
          <a:p>
            <a:r>
              <a:rPr lang="en-US" dirty="0"/>
              <a:t>We add branching for the two rules introduced so far. Notice how we’re not prematurely adding the “divisible by 4” rule unless we have a test that demands it. This keeps the code aligned with known requirements. Also emphasize the order of checks: 400 before 100, because 400 is a special case of 100.</a:t>
            </a:r>
          </a:p>
          <a:p>
            <a:endParaRPr lang="en-US" dirty="0"/>
          </a:p>
          <a:p>
            <a:r>
              <a:rPr lang="en-US" dirty="0"/>
              <a:t>**If this is the final logic:**  </a:t>
            </a:r>
          </a:p>
          <a:p>
            <a:r>
              <a:rPr lang="en-US" dirty="0"/>
              <a:t>Now we reach a simple, correct implementation: return True for 400, False for 100, else divisible by 4. At this point, tests collectively specify the rules.</a:t>
            </a:r>
          </a:p>
          <a:p>
            <a:endParaRPr lang="en-US" dirty="0"/>
          </a:p>
          <a:p>
            <a:r>
              <a:rPr lang="en-US" dirty="0"/>
              <a:t>Use this slide to teach refactoring discipline even within Green:</a:t>
            </a:r>
          </a:p>
          <a:p>
            <a:r>
              <a:rPr lang="en-US" dirty="0"/>
              <a:t>- Keep code readable as you go, but avoid large refactors while still discovering behavior.</a:t>
            </a:r>
          </a:p>
          <a:p>
            <a:r>
              <a:rPr lang="en-US" dirty="0"/>
              <a:t>- Prefer explicit conditionals at first; once behavior stabilizes, you can refactor for clarity.</a:t>
            </a:r>
          </a:p>
          <a:p>
            <a:endParaRPr lang="en-US" dirty="0"/>
          </a:p>
          <a:p>
            <a:r>
              <a:rPr lang="en-US" dirty="0"/>
              <a:t>Also mention: in real systems, Green often means writing real code, but sometimes it means adding a missing dependency injection point, or returning an empty result, or implementing the simplest algorithm.</a:t>
            </a:r>
          </a:p>
          <a:p>
            <a:endParaRPr lang="en-US" dirty="0"/>
          </a:p>
          <a:p>
            <a:r>
              <a:rPr lang="en-US" dirty="0"/>
              <a:t>Transition: “Now that we have green, we can add the next test (or refactor) to expand behavior safely.”</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mini-retrospective. Use it to make the pattern explicit so learners can transfer it to other problems.</a:t>
            </a:r>
          </a:p>
          <a:p>
            <a:endParaRPr lang="en-US" dirty="0"/>
          </a:p>
          <a:p>
            <a:r>
              <a:rPr lang="en-US" dirty="0"/>
              <a:t>**1) TDD grows logic from examples.**  </a:t>
            </a:r>
          </a:p>
          <a:p>
            <a:r>
              <a:rPr lang="en-US" dirty="0"/>
              <a:t>Explain that each test is an example of desired behavior. Together, the examples approximate a full specification. The code grows as a response to those examples. This is especially helpful when requirements are fuzzy: you can start with a single example and expand.</a:t>
            </a:r>
          </a:p>
          <a:p>
            <a:endParaRPr lang="en-US" dirty="0"/>
          </a:p>
          <a:p>
            <a:r>
              <a:rPr lang="en-US" dirty="0"/>
              <a:t>**2) Counter-examples prevent over-simplification.**  </a:t>
            </a:r>
          </a:p>
          <a:p>
            <a:r>
              <a:rPr lang="en-US" dirty="0"/>
              <a:t>Point out the key teaching moment: returning `True` passed the first test, but it was not a correct general solution. A counter-example (1900) forced the next insight. In TDD, counter-examples are a tool: they refine your understanding and protect against accidental generalizations.</a:t>
            </a:r>
          </a:p>
          <a:p>
            <a:endParaRPr lang="en-US" dirty="0"/>
          </a:p>
          <a:p>
            <a:r>
              <a:rPr lang="en-US" dirty="0"/>
              <a:t>**3) Refactor happens after behavior is correct.**  </a:t>
            </a:r>
          </a:p>
          <a:p>
            <a:r>
              <a:rPr lang="en-US" dirty="0"/>
              <a:t>Stress the sequencing. If you refactor while tests are red, you can’t distinguish a refactor mistake from an unfinished behavior. But once tests are green, you have permission to clean up.</a:t>
            </a:r>
          </a:p>
          <a:p>
            <a:endParaRPr lang="en-US" dirty="0"/>
          </a:p>
          <a:p>
            <a:r>
              <a:rPr lang="en-US" dirty="0"/>
              <a:t>Add a short “skill extraction” section:</a:t>
            </a:r>
          </a:p>
          <a:p>
            <a:r>
              <a:rPr lang="en-US" dirty="0"/>
              <a:t>- When starting a new function, begin with the simplest meaningful case.</a:t>
            </a:r>
          </a:p>
          <a:p>
            <a:r>
              <a:rPr lang="en-US" dirty="0"/>
              <a:t>- Add one test at a time to introduce one rule at a time.</a:t>
            </a:r>
          </a:p>
          <a:p>
            <a:r>
              <a:rPr lang="en-US" dirty="0"/>
              <a:t>- Let the code be temporarily “ugly” in the Green phase; clean it in Refactor.</a:t>
            </a:r>
          </a:p>
          <a:p>
            <a:r>
              <a:rPr lang="en-US" dirty="0"/>
              <a:t>- Use the names and structure of tests to drive clarity.</a:t>
            </a:r>
          </a:p>
          <a:p>
            <a:endParaRPr lang="en-US" dirty="0"/>
          </a:p>
          <a:p>
            <a:r>
              <a:rPr lang="en-US" dirty="0"/>
              <a:t>If you want to deepen the lesson, explain that this approach scales:</a:t>
            </a:r>
          </a:p>
          <a:p>
            <a:r>
              <a:rPr lang="en-US" dirty="0"/>
              <a:t>- For parsing problems, start with an empty input case.</a:t>
            </a:r>
          </a:p>
          <a:p>
            <a:r>
              <a:rPr lang="en-US" dirty="0"/>
              <a:t>- For API logic, start with the happy path.</a:t>
            </a:r>
          </a:p>
          <a:p>
            <a:r>
              <a:rPr lang="en-US" dirty="0"/>
              <a:t>- For tricky edge cases, write tests using representative examples.</a:t>
            </a:r>
          </a:p>
          <a:p>
            <a:endParaRPr lang="en-US" dirty="0"/>
          </a:p>
          <a:p>
            <a:r>
              <a:rPr lang="en-US" dirty="0"/>
              <a:t>Transition: “Now we’ll practice the same muscle on a slightly larger kata: String Calculator.”</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p:txBody>
      </p:sp>
      <p:sp>
        <p:nvSpPr>
          <p:cNvPr id="4" name="Slide Number Placeholder 3"/>
          <p:cNvSpPr>
            <a:spLocks noGrp="1"/>
          </p:cNvSpPr>
          <p:nvPr>
            <p:ph type="sldNum" sz="quarter" idx="5"/>
          </p:nvPr>
        </p:nvSpPr>
        <p:spPr/>
        <p:txBody>
          <a:bodyPr/>
          <a:lstStyle/>
          <a:p>
            <a:fld id="{173C0C7A-8381-8748-96AE-DA4FA8CE2FC1}" type="slidenum">
              <a:rPr lang="en-US" smtClean="0"/>
              <a:t>21</a:t>
            </a:fld>
            <a:endParaRPr lang="en-US"/>
          </a:p>
        </p:txBody>
      </p:sp>
    </p:spTree>
    <p:extLst>
      <p:ext uri="{BB962C8B-B14F-4D97-AF65-F5344CB8AC3E}">
        <p14:creationId xmlns:p14="http://schemas.microsoft.com/office/powerpoint/2010/main" val="1586845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“String Calculator” kata as a deliberate practice exercise. It’s designed to force you to move in tiny steps and to discover requirements through tests.</a:t>
            </a:r>
          </a:p>
          <a:p>
            <a:endParaRPr lang="en-US" dirty="0"/>
          </a:p>
          <a:p>
            <a:r>
              <a:rPr lang="en-US" dirty="0"/>
              <a:t>Explain why it’s “bigger” than leap year:</a:t>
            </a:r>
          </a:p>
          <a:p>
            <a:r>
              <a:rPr lang="en-US" dirty="0"/>
              <a:t>- You’re not just implementing simple conditionals; you’re handling parsing and input rules.</a:t>
            </a:r>
          </a:p>
          <a:p>
            <a:r>
              <a:rPr lang="en-US" dirty="0"/>
              <a:t>- Edge cases become more interesting: empty inputs, multiple delimiters, whitespace, invalid tokens, etc.</a:t>
            </a:r>
          </a:p>
          <a:p>
            <a:r>
              <a:rPr lang="en-US" dirty="0"/>
              <a:t>- The kata naturally pushes you to refactor, because naïve parsing gets messy quickly.</a:t>
            </a:r>
          </a:p>
          <a:p>
            <a:endParaRPr lang="en-US" dirty="0"/>
          </a:p>
          <a:p>
            <a:r>
              <a:rPr lang="en-US" dirty="0"/>
              <a:t>Use the bullets as guidance:</a:t>
            </a:r>
          </a:p>
          <a:p>
            <a:r>
              <a:rPr lang="en-US" dirty="0"/>
              <a:t>- **Practicing tiny steps:** You can add requirements one at a time. Each time you extend the parser, you write one new test and minimally extend the implementation.</a:t>
            </a:r>
          </a:p>
          <a:p>
            <a:r>
              <a:rPr lang="en-US" dirty="0"/>
              <a:t>- **Parsing rules + edge cases:** Emphasize that parsing is where bugs hide; tests are a way to capture tricky cases.</a:t>
            </a:r>
          </a:p>
          <a:p>
            <a:r>
              <a:rPr lang="en-US" dirty="0"/>
              <a:t>- **Expand requirements gradually:** This is the heart of the kata. You will not write the final parser upfront. You “grow” it.</a:t>
            </a:r>
          </a:p>
          <a:p>
            <a:endParaRPr lang="en-US" dirty="0"/>
          </a:p>
          <a:p>
            <a:r>
              <a:rPr lang="en-US" dirty="0"/>
              <a:t>If you want, provide a roadmap for common expansions (make clear these are typical kata variants you can choose to introduce later):</a:t>
            </a:r>
          </a:p>
          <a:p>
            <a:r>
              <a:rPr lang="en-US" dirty="0"/>
              <a:t>1) Support newlines as delimiters.</a:t>
            </a:r>
          </a:p>
          <a:p>
            <a:r>
              <a:rPr lang="en-US" dirty="0"/>
              <a:t>2) Support an arbitrary number of numbers.</a:t>
            </a:r>
          </a:p>
          <a:p>
            <a:r>
              <a:rPr lang="en-US" dirty="0"/>
              <a:t>3) Support custom delimiters (e.g., `//;</a:t>
            </a:r>
          </a:p>
          <a:p>
            <a:r>
              <a:rPr lang="en-US" dirty="0"/>
              <a:t>1;2`).</a:t>
            </a:r>
          </a:p>
          <a:p>
            <a:r>
              <a:rPr lang="en-US" dirty="0"/>
              <a:t>4) Reject negatives with helpful error messages.</a:t>
            </a:r>
          </a:p>
          <a:p>
            <a:r>
              <a:rPr lang="en-US" dirty="0"/>
              <a:t>5) Ignore numbers larger than a threshold (e.g., &gt;1000).</a:t>
            </a:r>
          </a:p>
          <a:p>
            <a:r>
              <a:rPr lang="en-US" dirty="0"/>
              <a:t>6) Support multiple delimiters / delimiter length &gt; 1.</a:t>
            </a:r>
          </a:p>
          <a:p>
            <a:endParaRPr lang="en-US" dirty="0"/>
          </a:p>
          <a:p>
            <a:r>
              <a:rPr lang="en-US" dirty="0"/>
              <a:t>Transition: “Let’s state the initial requirements and then start with the simplest failing test.”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22</a:t>
            </a:fld>
            <a:endParaRPr lang="en-US"/>
          </a:p>
        </p:txBody>
      </p:sp>
    </p:spTree>
    <p:extLst>
      <p:ext uri="{BB962C8B-B14F-4D97-AF65-F5344CB8AC3E}">
        <p14:creationId xmlns:p14="http://schemas.microsoft.com/office/powerpoint/2010/main" val="3999597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the slide shows only the title, this part is crucial: you want a crisp, minimal set of requirements to start, so the first tests are obvious.</a:t>
            </a:r>
          </a:p>
          <a:p>
            <a:endParaRPr lang="en-US" dirty="0"/>
          </a:p>
          <a:p>
            <a:r>
              <a:rPr lang="en-US" dirty="0"/>
              <a:t>State a minimal Version 1 requirement set (what the earliest tests will cover):</a:t>
            </a:r>
          </a:p>
          <a:p>
            <a:r>
              <a:rPr lang="en-US" dirty="0"/>
              <a:t>- `add("")` returns `0`.</a:t>
            </a:r>
          </a:p>
          <a:p>
            <a:r>
              <a:rPr lang="en-US" dirty="0"/>
              <a:t>- `add("7")` returns `7`.</a:t>
            </a:r>
          </a:p>
          <a:p>
            <a:r>
              <a:rPr lang="en-US" dirty="0"/>
              <a:t>- `add("1,2")` returns `3`.</a:t>
            </a:r>
          </a:p>
          <a:p>
            <a:endParaRPr lang="en-US" dirty="0"/>
          </a:p>
          <a:p>
            <a:r>
              <a:rPr lang="en-US" dirty="0"/>
              <a:t>Explain why these requirements are chosen:</a:t>
            </a:r>
          </a:p>
          <a:p>
            <a:r>
              <a:rPr lang="en-US" dirty="0"/>
              <a:t>- They establish baseline behavior for empty input and parsing a single token.</a:t>
            </a:r>
          </a:p>
          <a:p>
            <a:r>
              <a:rPr lang="en-US" dirty="0"/>
              <a:t>- They introduce delimiter parsing in the smallest step (two numbers separated by comma).</a:t>
            </a:r>
          </a:p>
          <a:p>
            <a:r>
              <a:rPr lang="en-US" dirty="0"/>
              <a:t>- They are trivial enough that the audience can validate correctness instantly.</a:t>
            </a:r>
          </a:p>
          <a:p>
            <a:endParaRPr lang="en-US" dirty="0"/>
          </a:p>
          <a:p>
            <a:r>
              <a:rPr lang="en-US" dirty="0"/>
              <a:t>Then explicitly declare the incremental mindset: “We will not support everything at once. We’ll expand only when a test pulls us there.” This builds confidence and prevents scope creep.</a:t>
            </a:r>
          </a:p>
          <a:p>
            <a:endParaRPr lang="en-US" dirty="0"/>
          </a:p>
          <a:p>
            <a:r>
              <a:rPr lang="en-US" dirty="0"/>
              <a:t>Also mention non-requirements (for now) to avoid confusion:</a:t>
            </a:r>
          </a:p>
          <a:p>
            <a:r>
              <a:rPr lang="en-US" dirty="0"/>
              <a:t>- We’re not yet handling whitespace, errors, newlines, or multiple delimiters unless we decide to extend.</a:t>
            </a:r>
          </a:p>
          <a:p>
            <a:r>
              <a:rPr lang="en-US" dirty="0"/>
              <a:t>- We’re not yet handling thousands of numbers.</a:t>
            </a:r>
          </a:p>
          <a:p>
            <a:endParaRPr lang="en-US" dirty="0"/>
          </a:p>
          <a:p>
            <a:r>
              <a:rPr lang="en-US" dirty="0"/>
              <a:t>Finally, emphasize that writing requirements as tests is powerful because it ensures everyone agrees on behavior and because the test suite becomes a living spec.</a:t>
            </a:r>
          </a:p>
          <a:p>
            <a:endParaRPr lang="en-US" dirty="0"/>
          </a:p>
          <a:p>
            <a:r>
              <a:rPr lang="en-US" dirty="0"/>
              <a:t>Transition: “Now: simplest passing test first. Let’s start with empty input.”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23</a:t>
            </a:fld>
            <a:endParaRPr lang="en-US"/>
          </a:p>
        </p:txBody>
      </p:sp>
    </p:spTree>
    <p:extLst>
      <p:ext uri="{BB962C8B-B14F-4D97-AF65-F5344CB8AC3E}">
        <p14:creationId xmlns:p14="http://schemas.microsoft.com/office/powerpoint/2010/main" val="490942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communicates the “rules of the game” for the kata. The two bullet points are deceptively important—they prevent the two common TDD failure modes: starting too big, and writing tests that don’t correspond to new behavior.</a:t>
            </a:r>
          </a:p>
          <a:p>
            <a:endParaRPr lang="en-US" dirty="0"/>
          </a:p>
          <a:p>
            <a:r>
              <a:rPr lang="en-US" dirty="0"/>
              <a:t>**“Write the simplest passing test first.”**  </a:t>
            </a:r>
          </a:p>
          <a:p>
            <a:r>
              <a:rPr lang="en-US" dirty="0"/>
              <a:t>Explain that the first test should be as small as possible while still meaningful. For the string calculator, the simplest meaningful test is the empty string returning zero. This gives you a function signature and a base case.</a:t>
            </a:r>
          </a:p>
          <a:p>
            <a:endParaRPr lang="en-US" dirty="0"/>
          </a:p>
          <a:p>
            <a:r>
              <a:rPr lang="en-US" dirty="0"/>
              <a:t>**“Only add a new test when you need new behavior.”**  </a:t>
            </a:r>
          </a:p>
          <a:p>
            <a:r>
              <a:rPr lang="en-US" dirty="0"/>
              <a:t>This is the guardrail against test bloat and speculative requirements. If the current code already passes, you don’t add another test “just because.” You add one when you want to extend behavior. Each new test should force a change in implementation (or reveal a missing case).</a:t>
            </a:r>
          </a:p>
          <a:p>
            <a:endParaRPr lang="en-US" dirty="0"/>
          </a:p>
          <a:p>
            <a:r>
              <a:rPr lang="en-US" dirty="0"/>
              <a:t>Teach a practical technique: each time you want to add a feature, ask yourself:</a:t>
            </a:r>
          </a:p>
          <a:p>
            <a:r>
              <a:rPr lang="en-US" dirty="0"/>
              <a:t>- What is the next simplest example that would fail with the current implementation?</a:t>
            </a:r>
          </a:p>
          <a:p>
            <a:r>
              <a:rPr lang="en-US" dirty="0"/>
              <a:t>- Can I express it in one test with a clear name?</a:t>
            </a:r>
          </a:p>
          <a:p>
            <a:r>
              <a:rPr lang="en-US" dirty="0"/>
              <a:t>- Do I understand what the minimal code change might look like?</a:t>
            </a:r>
          </a:p>
          <a:p>
            <a:endParaRPr lang="en-US" dirty="0"/>
          </a:p>
          <a:p>
            <a:r>
              <a:rPr lang="en-US" dirty="0"/>
              <a:t>Also mention the emotional benefit: when you move in tiny steps, you avoid the frustrating feeling of being “stuck” with multiple failing things at once.</a:t>
            </a:r>
          </a:p>
          <a:p>
            <a:endParaRPr lang="en-US" dirty="0"/>
          </a:p>
          <a:p>
            <a:r>
              <a:rPr lang="en-US" dirty="0"/>
              <a:t>Transition: “Let’s write the first few tests in Python to lock in the initial requirements.”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24</a:t>
            </a:fld>
            <a:endParaRPr lang="en-US"/>
          </a:p>
        </p:txBody>
      </p:sp>
    </p:spTree>
    <p:extLst>
      <p:ext uri="{BB962C8B-B14F-4D97-AF65-F5344CB8AC3E}">
        <p14:creationId xmlns:p14="http://schemas.microsoft.com/office/powerpoint/2010/main" val="1834616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you show the first three tests. Use it to demonstrate how quickly tests can define a spec and how each test forces the next incremental capability.</a:t>
            </a:r>
          </a:p>
          <a:p>
            <a:endParaRPr lang="en-US" dirty="0"/>
          </a:p>
          <a:p>
            <a:r>
              <a:rPr lang="en-US" dirty="0"/>
              <a:t>Walk through each test:</a:t>
            </a:r>
          </a:p>
          <a:p>
            <a:endParaRPr lang="en-US" dirty="0"/>
          </a:p>
          <a:p>
            <a:r>
              <a:rPr lang="en-US" dirty="0"/>
              <a:t>**1) Empty string returns 0.**  </a:t>
            </a:r>
          </a:p>
          <a:p>
            <a:r>
              <a:rPr lang="en-US" dirty="0"/>
              <a:t>This establishes a default and prevents your function from raising an exception on empty input. In many real systems, handling empty input gracefully prevents a class of bugs. It also sets a pattern: tests define what “reasonable” behavior looks like.</a:t>
            </a:r>
          </a:p>
          <a:p>
            <a:endParaRPr lang="en-US" dirty="0"/>
          </a:p>
          <a:p>
            <a:r>
              <a:rPr lang="en-US" dirty="0"/>
              <a:t>**2) Single number returns itself.**  </a:t>
            </a:r>
          </a:p>
          <a:p>
            <a:r>
              <a:rPr lang="en-US" dirty="0"/>
              <a:t>This test defines parsing of a single token. It forces you to convert from string to int and establishes that the function is about summing numbers, not returning strings. It also sets the expectation that the input consists of whole numbers.</a:t>
            </a:r>
          </a:p>
          <a:p>
            <a:endParaRPr lang="en-US" dirty="0"/>
          </a:p>
          <a:p>
            <a:r>
              <a:rPr lang="en-US" dirty="0"/>
              <a:t>**3) Two numbers separated by comma sum correctly.**  </a:t>
            </a:r>
          </a:p>
          <a:p>
            <a:r>
              <a:rPr lang="en-US" dirty="0"/>
              <a:t>This introduces splitting input by delimiter and combining results. It’s the smallest non-trivial case that requires actual “calculation” across multiple tokens.</a:t>
            </a:r>
          </a:p>
          <a:p>
            <a:endParaRPr lang="en-US" dirty="0"/>
          </a:p>
          <a:p>
            <a:r>
              <a:rPr lang="en-US" dirty="0"/>
              <a:t>Teach test style:</a:t>
            </a:r>
          </a:p>
          <a:p>
            <a:r>
              <a:rPr lang="en-US" dirty="0"/>
              <a:t>- Clear names that describe behavior.</a:t>
            </a:r>
          </a:p>
          <a:p>
            <a:r>
              <a:rPr lang="en-US" dirty="0"/>
              <a:t>- Direct assertions with explicit expected values.</a:t>
            </a:r>
          </a:p>
          <a:p>
            <a:r>
              <a:rPr lang="en-US" dirty="0"/>
              <a:t>- Keep tests independent and simple.</a:t>
            </a:r>
          </a:p>
          <a:p>
            <a:endParaRPr lang="en-US" dirty="0"/>
          </a:p>
          <a:p>
            <a:r>
              <a:rPr lang="en-US" dirty="0"/>
              <a:t>Also point out a subtle decision: tests do not mention implementation details (e.g., “split”), only observable behavior. That keeps refactoring safe later.</a:t>
            </a:r>
          </a:p>
          <a:p>
            <a:endParaRPr lang="en-US" dirty="0"/>
          </a:p>
          <a:p>
            <a:r>
              <a:rPr lang="en-US" dirty="0"/>
              <a:t>If live coding, run the tests after writing each one to keep the “red” feedback tight.</a:t>
            </a:r>
          </a:p>
          <a:p>
            <a:endParaRPr lang="en-US" dirty="0"/>
          </a:p>
          <a:p>
            <a:r>
              <a:rPr lang="en-US" dirty="0"/>
              <a:t>Transition: “Now we’ll write the minimal implementation to pass these tests—and then we’ll refactor as needed.”</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25</a:t>
            </a:fld>
            <a:endParaRPr lang="en-US"/>
          </a:p>
        </p:txBody>
      </p:sp>
    </p:spTree>
    <p:extLst>
      <p:ext uri="{BB962C8B-B14F-4D97-AF65-F5344CB8AC3E}">
        <p14:creationId xmlns:p14="http://schemas.microsoft.com/office/powerpoint/2010/main" val="3454384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a classic Green-phase implementation: it’s intentionally small and a bit rigid, and it’s fine because tests currently justify only this much behavior.</a:t>
            </a:r>
          </a:p>
          <a:p>
            <a:endParaRPr lang="en-US" dirty="0"/>
          </a:p>
          <a:p>
            <a:r>
              <a:rPr lang="en-US" dirty="0"/>
              <a:t>Talk through the implementation strategy:</a:t>
            </a:r>
          </a:p>
          <a:p>
            <a:r>
              <a:rPr lang="en-US" dirty="0"/>
              <a:t>- If the input is empty, return 0.</a:t>
            </a:r>
          </a:p>
          <a:p>
            <a:r>
              <a:rPr lang="en-US" dirty="0"/>
              <a:t>- If there is no comma, it’s a single number; parse and return it.</a:t>
            </a:r>
          </a:p>
          <a:p>
            <a:r>
              <a:rPr lang="en-US" dirty="0"/>
              <a:t>- Otherwise split on comma into two parts and sum.</a:t>
            </a:r>
          </a:p>
          <a:p>
            <a:endParaRPr lang="en-US" dirty="0"/>
          </a:p>
          <a:p>
            <a:r>
              <a:rPr lang="en-US" dirty="0"/>
              <a:t>Make the teaching point: this implementation is not meant to handle “many numbers,” “newlines,” “custom delimiters,” or “spaces” yet. It satisfies the tests precisely. As new tests come in, you’ll generalize. That’s the heart of TDD: *generalize only when forced to*.</a:t>
            </a:r>
          </a:p>
          <a:p>
            <a:endParaRPr lang="en-US" dirty="0"/>
          </a:p>
          <a:p>
            <a:r>
              <a:rPr lang="en-US" dirty="0"/>
              <a:t>Use this moment to explain “shaping by refactoring.” The code uses a special case for two numbers (`a, b = </a:t>
            </a:r>
            <a:r>
              <a:rPr lang="en-US" dirty="0" err="1"/>
              <a:t>text.split</a:t>
            </a:r>
            <a:r>
              <a:rPr lang="en-US" dirty="0"/>
              <a:t>(",")`). When you add a test for three numbers (e.g., `"1,2,3"`), this implementation will fail, which will motivate a refactor to handle arbitrary length:</a:t>
            </a:r>
          </a:p>
          <a:p>
            <a:r>
              <a:rPr lang="en-US" dirty="0"/>
              <a:t>- Split into a list of tokens and sum them in a loop or with `sum(map(int, tokens))`.</a:t>
            </a:r>
          </a:p>
          <a:p>
            <a:endParaRPr lang="en-US" dirty="0"/>
          </a:p>
          <a:p>
            <a:r>
              <a:rPr lang="en-US" dirty="0"/>
              <a:t>Emphasize sequencing:</a:t>
            </a:r>
          </a:p>
          <a:p>
            <a:r>
              <a:rPr lang="en-US" dirty="0"/>
              <a:t>1) Add new failing test (red).</a:t>
            </a:r>
          </a:p>
          <a:p>
            <a:r>
              <a:rPr lang="en-US" dirty="0"/>
              <a:t>2) Minimal change to pass (green).</a:t>
            </a:r>
          </a:p>
          <a:p>
            <a:r>
              <a:rPr lang="en-US" dirty="0"/>
              <a:t>3) Refactor to remove duplication and make it scalable.</a:t>
            </a:r>
          </a:p>
          <a:p>
            <a:endParaRPr lang="en-US" dirty="0"/>
          </a:p>
          <a:p>
            <a:r>
              <a:rPr lang="en-US" dirty="0"/>
              <a:t>Also mention readability: in the Green phase, simple if/else branches are often clearer than clever one-liners. Refactor later for elegance once the behavior is stable.</a:t>
            </a:r>
          </a:p>
          <a:p>
            <a:endParaRPr lang="en-US" dirty="0"/>
          </a:p>
          <a:p>
            <a:r>
              <a:rPr lang="en-US" dirty="0"/>
              <a:t>Transition: “So what refactoring is allowed? Let’s define it.”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26</a:t>
            </a:fld>
            <a:endParaRPr lang="en-US"/>
          </a:p>
        </p:txBody>
      </p:sp>
    </p:spTree>
    <p:extLst>
      <p:ext uri="{BB962C8B-B14F-4D97-AF65-F5344CB8AC3E}">
        <p14:creationId xmlns:p14="http://schemas.microsoft.com/office/powerpoint/2010/main" val="2134623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clarify the boundary between “refactoring” and “adding features.” Many teams struggle here, and it leads to unstable tests and confusing commits.</a:t>
            </a:r>
          </a:p>
          <a:p>
            <a:endParaRPr lang="en-US" dirty="0"/>
          </a:p>
          <a:p>
            <a:r>
              <a:rPr lang="en-US" dirty="0"/>
              <a:t>Define refactoring: **a change to code structure that does not change observable behavior.** The tests are your oracle: if behavior changes, tests should catch it.</a:t>
            </a:r>
          </a:p>
          <a:p>
            <a:endParaRPr lang="en-US" dirty="0"/>
          </a:p>
          <a:p>
            <a:r>
              <a:rPr lang="en-US" dirty="0"/>
              <a:t>Explain what is allowed during refactor:</a:t>
            </a:r>
          </a:p>
          <a:p>
            <a:r>
              <a:rPr lang="en-US" dirty="0"/>
              <a:t>- Rename variables, functions, classes.</a:t>
            </a:r>
          </a:p>
          <a:p>
            <a:r>
              <a:rPr lang="en-US" dirty="0"/>
              <a:t>- Extract functions/methods.</a:t>
            </a:r>
          </a:p>
          <a:p>
            <a:r>
              <a:rPr lang="en-US" dirty="0"/>
              <a:t>- Remove duplication.</a:t>
            </a:r>
          </a:p>
          <a:p>
            <a:r>
              <a:rPr lang="en-US" dirty="0"/>
              <a:t>- Simplify conditionals.</a:t>
            </a:r>
          </a:p>
          <a:p>
            <a:r>
              <a:rPr lang="en-US" dirty="0"/>
              <a:t>- Replace magic numbers with named constants.</a:t>
            </a:r>
          </a:p>
          <a:p>
            <a:r>
              <a:rPr lang="en-US" dirty="0"/>
              <a:t>- Improve module boundaries and dependency injection points.</a:t>
            </a:r>
          </a:p>
          <a:p>
            <a:r>
              <a:rPr lang="en-US" dirty="0"/>
              <a:t>- Change algorithms *if* the same tests still pass (behavior preserved).</a:t>
            </a:r>
          </a:p>
          <a:p>
            <a:endParaRPr lang="en-US" dirty="0"/>
          </a:p>
          <a:p>
            <a:r>
              <a:rPr lang="en-US" dirty="0"/>
              <a:t>Explain what is not allowed during refactor:</a:t>
            </a:r>
          </a:p>
          <a:p>
            <a:r>
              <a:rPr lang="en-US" dirty="0"/>
              <a:t>- Adding new behavior (new rules, new outputs).</a:t>
            </a:r>
          </a:p>
          <a:p>
            <a:r>
              <a:rPr lang="en-US" dirty="0"/>
              <a:t>- “Fixing” a failing test with production code that changes semantics.</a:t>
            </a:r>
          </a:p>
          <a:p>
            <a:r>
              <a:rPr lang="en-US" dirty="0"/>
              <a:t>- Making broad changes while tests are red.</a:t>
            </a:r>
          </a:p>
          <a:p>
            <a:endParaRPr lang="en-US" dirty="0"/>
          </a:p>
          <a:p>
            <a:r>
              <a:rPr lang="en-US" dirty="0"/>
              <a:t>A practical rule: if you’re unsure whether a change is a refactor, run tests frequently and commit small. You can also create a separate commit labeled “Refactor: …” that contains only structural changes.</a:t>
            </a:r>
          </a:p>
          <a:p>
            <a:endParaRPr lang="en-US" dirty="0"/>
          </a:p>
          <a:p>
            <a:r>
              <a:rPr lang="en-US" dirty="0"/>
              <a:t>Also mention that refactoring is where TDD pays off. Without tests, refactoring is scary. With tests, refactoring becomes routine and your codebase stays healthy over time.</a:t>
            </a:r>
          </a:p>
          <a:p>
            <a:endParaRPr lang="en-US" dirty="0"/>
          </a:p>
          <a:p>
            <a:r>
              <a:rPr lang="en-US" dirty="0"/>
              <a:t>Transition: “Here are some concrete refactor examples you’ll commonly do in TDD.”</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p:txBody>
      </p:sp>
      <p:sp>
        <p:nvSpPr>
          <p:cNvPr id="4" name="Slide Number Placeholder 3"/>
          <p:cNvSpPr>
            <a:spLocks noGrp="1"/>
          </p:cNvSpPr>
          <p:nvPr>
            <p:ph type="sldNum" sz="quarter" idx="5"/>
          </p:nvPr>
        </p:nvSpPr>
        <p:spPr/>
        <p:txBody>
          <a:bodyPr/>
          <a:lstStyle/>
          <a:p>
            <a:fld id="{173C0C7A-8381-8748-96AE-DA4FA8CE2FC1}" type="slidenum">
              <a:rPr lang="en-US" smtClean="0"/>
              <a:t>27</a:t>
            </a:fld>
            <a:endParaRPr lang="en-US"/>
          </a:p>
        </p:txBody>
      </p:sp>
    </p:spTree>
    <p:extLst>
      <p:ext uri="{BB962C8B-B14F-4D97-AF65-F5344CB8AC3E}">
        <p14:creationId xmlns:p14="http://schemas.microsoft.com/office/powerpoint/2010/main" val="26407634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tangible refactors that arise naturally from the Red/Green growth process. The goal is to give the audience a “refactor vocabulary” they can apply immediately.</a:t>
            </a:r>
          </a:p>
          <a:p>
            <a:endParaRPr lang="en-US" dirty="0"/>
          </a:p>
          <a:p>
            <a:r>
              <a:rPr lang="en-US" dirty="0"/>
              <a:t>Examples to discuss (tailor to the katas you’ve shown):</a:t>
            </a:r>
          </a:p>
          <a:p>
            <a:r>
              <a:rPr lang="en-US" dirty="0"/>
              <a:t>- **Generalizing from two numbers to N numbers**: replace `a, b = split(...)` with iterating a list of tokens, or use `sum()`.</a:t>
            </a:r>
          </a:p>
          <a:p>
            <a:r>
              <a:rPr lang="en-US" dirty="0"/>
              <a:t>- **Extracting parsing logic**: separate “tokenize input” from “sum tokens” so each piece is testable and readable.</a:t>
            </a:r>
          </a:p>
          <a:p>
            <a:r>
              <a:rPr lang="en-US" dirty="0"/>
              <a:t>- **Removing special cases**: unify empty/single/multiple into one flow where possible (e.g., treat empty as zero-token list).</a:t>
            </a:r>
          </a:p>
          <a:p>
            <a:r>
              <a:rPr lang="en-US" dirty="0"/>
              <a:t>- **Naming improvements**: rename `text` to `</a:t>
            </a:r>
            <a:r>
              <a:rPr lang="en-US" dirty="0" err="1"/>
              <a:t>numbers_text</a:t>
            </a:r>
            <a:r>
              <a:rPr lang="en-US" dirty="0"/>
              <a:t>` or `</a:t>
            </a:r>
            <a:r>
              <a:rPr lang="en-US" dirty="0" err="1"/>
              <a:t>input_str</a:t>
            </a:r>
            <a:r>
              <a:rPr lang="en-US" dirty="0"/>
              <a:t>` based on intent.</a:t>
            </a:r>
          </a:p>
          <a:p>
            <a:r>
              <a:rPr lang="en-US" dirty="0"/>
              <a:t>- **Introducing helpers**: e.g., `</a:t>
            </a:r>
            <a:r>
              <a:rPr lang="en-US" dirty="0" err="1"/>
              <a:t>parse_ints</a:t>
            </a:r>
            <a:r>
              <a:rPr lang="en-US" dirty="0"/>
              <a:t>(tokens)` or `</a:t>
            </a:r>
            <a:r>
              <a:rPr lang="en-US" dirty="0" err="1"/>
              <a:t>split_numbers</a:t>
            </a:r>
            <a:r>
              <a:rPr lang="en-US" dirty="0"/>
              <a:t>(text, delimiter)`.</a:t>
            </a:r>
          </a:p>
          <a:p>
            <a:endParaRPr lang="en-US" dirty="0"/>
          </a:p>
          <a:p>
            <a:r>
              <a:rPr lang="en-US" dirty="0"/>
              <a:t>Teach refactor technique:</a:t>
            </a:r>
          </a:p>
          <a:p>
            <a:r>
              <a:rPr lang="en-US" dirty="0"/>
              <a:t>1) Keep tests green while refactoring; run them often.</a:t>
            </a:r>
          </a:p>
          <a:p>
            <a:r>
              <a:rPr lang="en-US" dirty="0"/>
              <a:t>2) Make one structural change at a time.</a:t>
            </a:r>
          </a:p>
          <a:p>
            <a:r>
              <a:rPr lang="en-US" dirty="0"/>
              <a:t>3) When refactoring changes a lot of lines, stop and re-run tests.</a:t>
            </a:r>
          </a:p>
          <a:p>
            <a:endParaRPr lang="en-US" dirty="0"/>
          </a:p>
          <a:p>
            <a:r>
              <a:rPr lang="en-US" dirty="0"/>
              <a:t>Point out the “design signal”: if your refactor feels hard, it might mean the unit is too coupled or responsibilities are mixed. TDD often encourages you to break code into smaller, purer functions so refactoring is easier.</a:t>
            </a:r>
          </a:p>
          <a:p>
            <a:endParaRPr lang="en-US" dirty="0"/>
          </a:p>
          <a:p>
            <a:r>
              <a:rPr lang="en-US" dirty="0"/>
              <a:t>Also highlight that refactoring isn’t only about “clean code aesthetics”—it reduces future change cost. That’s why it belongs inside the TDD loop, not as a once-a-year cleanup.</a:t>
            </a:r>
          </a:p>
          <a:p>
            <a:endParaRPr lang="en-US" dirty="0"/>
          </a:p>
          <a:p>
            <a:r>
              <a:rPr lang="en-US" dirty="0"/>
              <a:t>Transition: “As systems interact with dependencies, we need tools like test doubles. Let’s discuss why.”</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28</a:t>
            </a:fld>
            <a:endParaRPr lang="en-US"/>
          </a:p>
        </p:txBody>
      </p:sp>
    </p:spTree>
    <p:extLst>
      <p:ext uri="{BB962C8B-B14F-4D97-AF65-F5344CB8AC3E}">
        <p14:creationId xmlns:p14="http://schemas.microsoft.com/office/powerpoint/2010/main" val="9567696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doubles exist to make tests fast, deterministic, and focused when real dependencies are slow, flaky, expensive, or hard to set up.</a:t>
            </a:r>
          </a:p>
          <a:p>
            <a:endParaRPr lang="en-US" dirty="0"/>
          </a:p>
          <a:p>
            <a:r>
              <a:rPr lang="en-US" dirty="0"/>
              <a:t>Start by defining the problem: many real behaviors involve things you don’t control—databases, network services, clocks, random number generators, filesystem, third-party APIs. If every test hits those, your feedback loop becomes slow and unreliable.</a:t>
            </a:r>
          </a:p>
          <a:p>
            <a:endParaRPr lang="en-US" dirty="0"/>
          </a:p>
          <a:p>
            <a:r>
              <a:rPr lang="en-US" dirty="0"/>
              <a:t>Explain why we use doubles:</a:t>
            </a:r>
          </a:p>
          <a:p>
            <a:r>
              <a:rPr lang="en-US" dirty="0"/>
              <a:t>- **Speed**: unit tests should run in milliseconds.</a:t>
            </a:r>
          </a:p>
          <a:p>
            <a:r>
              <a:rPr lang="en-US" dirty="0"/>
              <a:t>- **Determinism**: avoid failures caused by network latency or time-dependent logic.</a:t>
            </a:r>
          </a:p>
          <a:p>
            <a:r>
              <a:rPr lang="en-US" dirty="0"/>
              <a:t>- **Isolation of behavior**: test one unit’s decision-making without requiring the entire system to be present.</a:t>
            </a:r>
          </a:p>
          <a:p>
            <a:r>
              <a:rPr lang="en-US" dirty="0"/>
              <a:t>- **Fault simulation**: doubles make it easy to simulate timeouts, errors, and edge cases that are hard to reproduce with real systems.</a:t>
            </a:r>
          </a:p>
          <a:p>
            <a:endParaRPr lang="en-US" dirty="0"/>
          </a:p>
          <a:p>
            <a:r>
              <a:rPr lang="en-US" dirty="0"/>
              <a:t>Reassure the audience: doubles are a tool, not a religion. You still need some integration tests to ensure wiring works. The art is choosing what to fake and what to keep real.</a:t>
            </a:r>
          </a:p>
          <a:p>
            <a:endParaRPr lang="en-US" dirty="0"/>
          </a:p>
          <a:p>
            <a:r>
              <a:rPr lang="en-US" dirty="0"/>
              <a:t>Introduce a heuristic: fake at the boundaries of your unit, but keep your business logic real. Another heuristic: “mock I/O, not logic.”</a:t>
            </a:r>
          </a:p>
          <a:p>
            <a:endParaRPr lang="en-US" dirty="0"/>
          </a:p>
          <a:p>
            <a:r>
              <a:rPr lang="en-US" dirty="0"/>
              <a:t>Transition: “There are several kinds of test doubles; let’s map them.”</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29</a:t>
            </a:fld>
            <a:endParaRPr lang="en-US"/>
          </a:p>
        </p:txBody>
      </p:sp>
    </p:spTree>
    <p:extLst>
      <p:ext uri="{BB962C8B-B14F-4D97-AF65-F5344CB8AC3E}">
        <p14:creationId xmlns:p14="http://schemas.microsoft.com/office/powerpoint/2010/main" val="3075144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taxonomy of test doubles with concrete, memorable distinctions. The goal is to help people choose the right tool and avoid over-mocking.</a:t>
            </a:r>
          </a:p>
          <a:p>
            <a:endParaRPr lang="en-US" dirty="0"/>
          </a:p>
          <a:p>
            <a:r>
              <a:rPr lang="en-US" dirty="0"/>
              <a:t>Common types:</a:t>
            </a:r>
          </a:p>
          <a:p>
            <a:r>
              <a:rPr lang="en-US" dirty="0"/>
              <a:t>- **Dummy**: passed around but never used (placeholder value).</a:t>
            </a:r>
          </a:p>
          <a:p>
            <a:r>
              <a:rPr lang="en-US" dirty="0"/>
              <a:t>- **Stub**: returns controlled values to the system under test (e.g., a repository stub that returns a known list).</a:t>
            </a:r>
          </a:p>
          <a:p>
            <a:r>
              <a:rPr lang="en-US" dirty="0"/>
              <a:t>- **Fake**: a simpler working implementation (e.g., in-memory database) that behaves like the real thing but is lightweight.</a:t>
            </a:r>
          </a:p>
          <a:p>
            <a:r>
              <a:rPr lang="en-US" dirty="0"/>
              <a:t>- **Spy**: records information about how it was used (calls, arguments) so the test can verify interactions.</a:t>
            </a:r>
          </a:p>
          <a:p>
            <a:r>
              <a:rPr lang="en-US" dirty="0"/>
              <a:t>- **Mock**: pre-programmed expectations about interactions; the test verifies the mock was called correctly.</a:t>
            </a:r>
          </a:p>
          <a:p>
            <a:endParaRPr lang="en-US" dirty="0"/>
          </a:p>
          <a:p>
            <a:r>
              <a:rPr lang="en-US" dirty="0"/>
              <a:t>Discuss trade-offs:</a:t>
            </a:r>
          </a:p>
          <a:p>
            <a:r>
              <a:rPr lang="en-US" dirty="0"/>
              <a:t>- Stubs and fakes are often easier to maintain because they focus on outputs and behavior.</a:t>
            </a:r>
          </a:p>
          <a:p>
            <a:r>
              <a:rPr lang="en-US" dirty="0"/>
              <a:t>- Mocks are powerful but can lead to tests that are tightly coupled to implementation, making refactoring painful.</a:t>
            </a:r>
          </a:p>
          <a:p>
            <a:endParaRPr lang="en-US" dirty="0"/>
          </a:p>
          <a:p>
            <a:r>
              <a:rPr lang="en-US" dirty="0"/>
              <a:t>Teach a practical preference order:</a:t>
            </a:r>
          </a:p>
          <a:p>
            <a:r>
              <a:rPr lang="en-US" dirty="0"/>
              <a:t>1) Prefer **fakes** or **stubs** when you can express behavior via outputs.</a:t>
            </a:r>
          </a:p>
          <a:p>
            <a:r>
              <a:rPr lang="en-US" dirty="0"/>
              <a:t>2) Use **spies** when you must verify side-effects or interactions.</a:t>
            </a:r>
          </a:p>
          <a:p>
            <a:r>
              <a:rPr lang="en-US" dirty="0"/>
              <a:t>3) Use **mocks** when interactions are the behavior (e.g., “send email once”), but keep them minimal.</a:t>
            </a:r>
          </a:p>
          <a:p>
            <a:endParaRPr lang="en-US" dirty="0"/>
          </a:p>
          <a:p>
            <a:r>
              <a:rPr lang="en-US" dirty="0"/>
              <a:t>Also introduce the idea of “contract of the dependency.” Your double should obey the same interface/contract as the real dependency; otherwise, your tests create false confidence.</a:t>
            </a:r>
          </a:p>
          <a:p>
            <a:endParaRPr lang="en-US" dirty="0"/>
          </a:p>
          <a:p>
            <a:r>
              <a:rPr lang="en-US" dirty="0"/>
              <a:t>Transition: “Let’s talk about mocking specifically—because it’s easy to misuse.”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30</a:t>
            </a:fld>
            <a:endParaRPr lang="en-US"/>
          </a:p>
        </p:txBody>
      </p:sp>
    </p:spTree>
    <p:extLst>
      <p:ext uri="{BB962C8B-B14F-4D97-AF65-F5344CB8AC3E}">
        <p14:creationId xmlns:p14="http://schemas.microsoft.com/office/powerpoint/2010/main" val="973617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cautionary note: mocking can help you isolate behavior, but it can also create brittle tests that prevent refactoring—the opposite of what we want.</a:t>
            </a:r>
          </a:p>
          <a:p>
            <a:endParaRPr lang="en-US" dirty="0"/>
          </a:p>
          <a:p>
            <a:r>
              <a:rPr lang="en-US" dirty="0"/>
              <a:t>Explain the core risk: when you mock internal interactions, you encode the implementation strategy into the test. If you later refactor the implementation while keeping the same external behavior, the test fails even though the program is still correct. That’s wasted time and discourages refactoring.</a:t>
            </a:r>
          </a:p>
          <a:p>
            <a:endParaRPr lang="en-US" dirty="0"/>
          </a:p>
          <a:p>
            <a:r>
              <a:rPr lang="en-US" dirty="0"/>
              <a:t>Offer guidelines:</a:t>
            </a:r>
          </a:p>
          <a:p>
            <a:r>
              <a:rPr lang="en-US" dirty="0"/>
              <a:t>- **Mock at the boundaries** (network calls, DB access, third-party APIs), not inside your domain logic.</a:t>
            </a:r>
          </a:p>
          <a:p>
            <a:r>
              <a:rPr lang="en-US" dirty="0"/>
              <a:t>- Prefer asserting on **outputs** and **state changes** rather than sequences of calls.</a:t>
            </a:r>
          </a:p>
          <a:p>
            <a:r>
              <a:rPr lang="en-US" dirty="0"/>
              <a:t>- If you do mock interactions, keep expectations minimal: verify only what matters for behavior (e.g., “sent one email”) not every method call.</a:t>
            </a:r>
          </a:p>
          <a:p>
            <a:endParaRPr lang="en-US" dirty="0"/>
          </a:p>
          <a:p>
            <a:r>
              <a:rPr lang="en-US" dirty="0"/>
              <a:t>Give a concrete example:</a:t>
            </a:r>
          </a:p>
          <a:p>
            <a:r>
              <a:rPr lang="en-US" dirty="0"/>
              <a:t>- Bad: asserting that a service calls `</a:t>
            </a:r>
            <a:r>
              <a:rPr lang="en-US" dirty="0" err="1"/>
              <a:t>repo.find</a:t>
            </a:r>
            <a:r>
              <a:rPr lang="en-US" dirty="0"/>
              <a:t>()`, then `</a:t>
            </a:r>
            <a:r>
              <a:rPr lang="en-US" dirty="0" err="1"/>
              <a:t>validator.check</a:t>
            </a:r>
            <a:r>
              <a:rPr lang="en-US" dirty="0"/>
              <a:t>()`, then `</a:t>
            </a:r>
            <a:r>
              <a:rPr lang="en-US" dirty="0" err="1"/>
              <a:t>repo.save</a:t>
            </a:r>
            <a:r>
              <a:rPr lang="en-US" dirty="0"/>
              <a:t>()` in that exact order.</a:t>
            </a:r>
          </a:p>
          <a:p>
            <a:r>
              <a:rPr lang="en-US" dirty="0"/>
              <a:t>- Better: asserting that given an input, the service returns a result and the final saved entity is correct.</a:t>
            </a:r>
          </a:p>
          <a:p>
            <a:endParaRPr lang="en-US" dirty="0"/>
          </a:p>
          <a:p>
            <a:r>
              <a:rPr lang="en-US" dirty="0"/>
              <a:t>Also discuss the “London vs Classic” schools briefly (without turning it into a debate): interaction-based testing can be useful, but it requires discipline and good boundaries. Most teams should start with classic, state-based tests and use mocking sparingly.</a:t>
            </a:r>
          </a:p>
          <a:p>
            <a:endParaRPr lang="en-US" dirty="0"/>
          </a:p>
          <a:p>
            <a:r>
              <a:rPr lang="en-US" dirty="0"/>
              <a:t>Transition: “One of the hidden benefits of TDD is how it shapes design. Let’s make that explicit.”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31</a:t>
            </a:fld>
            <a:endParaRPr lang="en-US"/>
          </a:p>
        </p:txBody>
      </p:sp>
    </p:spTree>
    <p:extLst>
      <p:ext uri="{BB962C8B-B14F-4D97-AF65-F5344CB8AC3E}">
        <p14:creationId xmlns:p14="http://schemas.microsoft.com/office/powerpoint/2010/main" val="20295265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connect TDD to software design quality. Many people see TDD as “just testing”; the deeper insight is that TDD provides *design feedback* at the moment of creation.</a:t>
            </a:r>
          </a:p>
          <a:p>
            <a:endParaRPr lang="en-US" dirty="0"/>
          </a:p>
          <a:p>
            <a:r>
              <a:rPr lang="en-US" dirty="0"/>
              <a:t>Explain the mechanism:</a:t>
            </a:r>
          </a:p>
          <a:p>
            <a:r>
              <a:rPr lang="en-US" dirty="0"/>
              <a:t>- Writing the test first makes you the “user” of your own API.</a:t>
            </a:r>
          </a:p>
          <a:p>
            <a:r>
              <a:rPr lang="en-US" dirty="0"/>
              <a:t>- If the API is awkward to use, the test becomes awkward to write.</a:t>
            </a:r>
          </a:p>
          <a:p>
            <a:r>
              <a:rPr lang="en-US" dirty="0"/>
              <a:t>- That discomfort encourages you to simplify interfaces, inject dependencies, and separate concerns.</a:t>
            </a:r>
          </a:p>
          <a:p>
            <a:endParaRPr lang="en-US" dirty="0"/>
          </a:p>
          <a:p>
            <a:r>
              <a:rPr lang="en-US" dirty="0"/>
              <a:t>Common design improvements that TDD nudges:</a:t>
            </a:r>
          </a:p>
          <a:p>
            <a:r>
              <a:rPr lang="en-US" dirty="0"/>
              <a:t>- Smaller functions with single responsibilities.</a:t>
            </a:r>
          </a:p>
          <a:p>
            <a:r>
              <a:rPr lang="en-US" dirty="0"/>
              <a:t>- Pure functions for business rules.</a:t>
            </a:r>
          </a:p>
          <a:p>
            <a:r>
              <a:rPr lang="en-US" dirty="0"/>
              <a:t>- Clear boundaries between domain logic and IO/framework code.</a:t>
            </a:r>
          </a:p>
          <a:p>
            <a:r>
              <a:rPr lang="en-US" dirty="0"/>
              <a:t>- Dependency injection (so you can substitute fakes like clocks, repositories, gateways).</a:t>
            </a:r>
          </a:p>
          <a:p>
            <a:r>
              <a:rPr lang="en-US" dirty="0"/>
              <a:t>- Fewer global/static dependencies.</a:t>
            </a:r>
          </a:p>
          <a:p>
            <a:endParaRPr lang="en-US" dirty="0"/>
          </a:p>
          <a:p>
            <a:r>
              <a:rPr lang="en-US" dirty="0"/>
              <a:t>Use a memorable phrase: “TDD is a conversation with your code’s design.” The test is the question; the implementation is the answer.</a:t>
            </a:r>
          </a:p>
          <a:p>
            <a:endParaRPr lang="en-US" dirty="0"/>
          </a:p>
          <a:p>
            <a:r>
              <a:rPr lang="en-US" dirty="0"/>
              <a:t>Also address a subtlety: TDD does not automatically guarantee beautiful architecture. It provides feedback; you still need judgment and refactoring. But compared to writing code first and testing later, it reduces the chance you’ll lock in a hard-to-test design.</a:t>
            </a:r>
          </a:p>
          <a:p>
            <a:endParaRPr lang="en-US" dirty="0"/>
          </a:p>
          <a:p>
            <a:r>
              <a:rPr lang="en-US" dirty="0"/>
              <a:t>Transition: “A practical way to get these benefits is to keep your core logic pure.”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32</a:t>
            </a:fld>
            <a:endParaRPr lang="en-US"/>
          </a:p>
        </p:txBody>
      </p:sp>
    </p:spTree>
    <p:extLst>
      <p:ext uri="{BB962C8B-B14F-4D97-AF65-F5344CB8AC3E}">
        <p14:creationId xmlns:p14="http://schemas.microsoft.com/office/powerpoint/2010/main" val="3792793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“keeping logic pure” as the habit of separating business rules from side effects. A *pure function* depends only on inputs and has no external effects; it’s easy to test and reason about.</a:t>
            </a:r>
          </a:p>
          <a:p>
            <a:endParaRPr lang="en-US" dirty="0"/>
          </a:p>
          <a:p>
            <a:r>
              <a:rPr lang="en-US" dirty="0"/>
              <a:t>Introduce the “Functional Core / Imperative Shell” pattern:</a:t>
            </a:r>
          </a:p>
          <a:p>
            <a:r>
              <a:rPr lang="en-US" dirty="0"/>
              <a:t>- **Core**: pure logic (validation, calculations, parsing, decision-making). Covered by fast unit tests.</a:t>
            </a:r>
          </a:p>
          <a:p>
            <a:r>
              <a:rPr lang="en-US" dirty="0"/>
              <a:t>- **Shell**: orchestration and side effects (database access, HTTP calls, time, randomness). Tested with integration tests and a smaller number of end-to-end checks.</a:t>
            </a:r>
          </a:p>
          <a:p>
            <a:endParaRPr lang="en-US" dirty="0"/>
          </a:p>
          <a:p>
            <a:r>
              <a:rPr lang="en-US" dirty="0"/>
              <a:t>Explain why this matters:</a:t>
            </a:r>
          </a:p>
          <a:p>
            <a:r>
              <a:rPr lang="en-US" dirty="0"/>
              <a:t>- Pure logic is deterministic; tests are stable.</a:t>
            </a:r>
          </a:p>
          <a:p>
            <a:r>
              <a:rPr lang="en-US" dirty="0"/>
              <a:t>- The core can be refactored freely because behavior is protected.</a:t>
            </a:r>
          </a:p>
          <a:p>
            <a:r>
              <a:rPr lang="en-US" dirty="0"/>
              <a:t>- Side effects are isolated behind interfaces, making them easier to fake in tests.</a:t>
            </a:r>
          </a:p>
          <a:p>
            <a:endParaRPr lang="en-US" dirty="0"/>
          </a:p>
          <a:p>
            <a:r>
              <a:rPr lang="en-US" dirty="0"/>
              <a:t>Give concrete examples:</a:t>
            </a:r>
          </a:p>
          <a:p>
            <a:r>
              <a:rPr lang="en-US" dirty="0"/>
              <a:t>- Instead of computing discounts inside a controller, extract a pure `</a:t>
            </a:r>
            <a:r>
              <a:rPr lang="en-US" dirty="0" err="1"/>
              <a:t>calculate_discount</a:t>
            </a:r>
            <a:r>
              <a:rPr lang="en-US" dirty="0"/>
              <a:t>(cart, rules)` function.</a:t>
            </a:r>
          </a:p>
          <a:p>
            <a:r>
              <a:rPr lang="en-US" dirty="0"/>
              <a:t>- Instead of calling `</a:t>
            </a:r>
            <a:r>
              <a:rPr lang="en-US" dirty="0" err="1"/>
              <a:t>datetime.now</a:t>
            </a:r>
            <a:r>
              <a:rPr lang="en-US" dirty="0"/>
              <a:t>()` inside core logic, pass “current time” as a parameter or use a clock abstraction.</a:t>
            </a:r>
          </a:p>
          <a:p>
            <a:endParaRPr lang="en-US" dirty="0"/>
          </a:p>
          <a:p>
            <a:r>
              <a:rPr lang="en-US" dirty="0"/>
              <a:t>Tie to TDD: when you test-drive the core, you naturally design it to be callable, parameterized, and independent of frameworks. This makes the whole system easier to maintain.</a:t>
            </a:r>
          </a:p>
          <a:p>
            <a:endParaRPr lang="en-US" dirty="0"/>
          </a:p>
          <a:p>
            <a:r>
              <a:rPr lang="en-US" dirty="0"/>
              <a:t>Transition: “Two classic sources of impurity are time and randomness. Let’s handle them.”</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33</a:t>
            </a:fld>
            <a:endParaRPr lang="en-US"/>
          </a:p>
        </p:txBody>
      </p:sp>
    </p:spTree>
    <p:extLst>
      <p:ext uri="{BB962C8B-B14F-4D97-AF65-F5344CB8AC3E}">
        <p14:creationId xmlns:p14="http://schemas.microsoft.com/office/powerpoint/2010/main" val="30219144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and randomness are the two most common reasons tests become flaky or hard to write. This slide should teach that nondeterminism isn’t “bad,” but it must be *controlled* for testing.</a:t>
            </a:r>
          </a:p>
          <a:p>
            <a:endParaRPr lang="en-US" dirty="0"/>
          </a:p>
          <a:p>
            <a:r>
              <a:rPr lang="en-US" dirty="0"/>
              <a:t>**Time problems:**</a:t>
            </a:r>
          </a:p>
          <a:p>
            <a:r>
              <a:rPr lang="en-US" dirty="0"/>
              <a:t>- Code that depends on “now” changes meaning as time advances.</a:t>
            </a:r>
          </a:p>
          <a:p>
            <a:r>
              <a:rPr lang="en-US" dirty="0"/>
              <a:t>- Tests might pass in the morning and fail at night.</a:t>
            </a:r>
          </a:p>
          <a:p>
            <a:r>
              <a:rPr lang="en-US" dirty="0"/>
              <a:t>- Time zones and daylight saving transitions can create subtle bugs.</a:t>
            </a:r>
          </a:p>
          <a:p>
            <a:endParaRPr lang="en-US" dirty="0"/>
          </a:p>
          <a:p>
            <a:r>
              <a:rPr lang="en-US" dirty="0"/>
              <a:t>**Randomness problems:**</a:t>
            </a:r>
          </a:p>
          <a:p>
            <a:r>
              <a:rPr lang="en-US" dirty="0"/>
              <a:t>- Random IDs or random delays make outcomes unpredictable.</a:t>
            </a:r>
          </a:p>
          <a:p>
            <a:r>
              <a:rPr lang="en-US" dirty="0"/>
              <a:t>- Bugs can become unreproducible if you can’t recreate the random seed.</a:t>
            </a:r>
          </a:p>
          <a:p>
            <a:endParaRPr lang="en-US" dirty="0"/>
          </a:p>
          <a:p>
            <a:r>
              <a:rPr lang="en-US" dirty="0"/>
              <a:t>Teach the principle: **separate the generation of time/randomness from the logic that uses it.** Then your logic can be tested with deterministic inputs.</a:t>
            </a:r>
          </a:p>
          <a:p>
            <a:endParaRPr lang="en-US" dirty="0"/>
          </a:p>
          <a:p>
            <a:r>
              <a:rPr lang="en-US" dirty="0"/>
              <a:t>Practical strategies:</a:t>
            </a:r>
          </a:p>
          <a:p>
            <a:r>
              <a:rPr lang="en-US" dirty="0"/>
              <a:t>- Inject a clock (`</a:t>
            </a:r>
            <a:r>
              <a:rPr lang="en-US" dirty="0" err="1"/>
              <a:t>Clock.now</a:t>
            </a:r>
            <a:r>
              <a:rPr lang="en-US" dirty="0"/>
              <a:t>()`) instead of calling a global time function.</a:t>
            </a:r>
          </a:p>
          <a:p>
            <a:r>
              <a:rPr lang="en-US" dirty="0"/>
              <a:t>- Pass a </a:t>
            </a:r>
            <a:r>
              <a:rPr lang="en-US" dirty="0" err="1"/>
              <a:t>seedable</a:t>
            </a:r>
            <a:r>
              <a:rPr lang="en-US" dirty="0"/>
              <a:t> random generator or inject an “ID generator” dependency.</a:t>
            </a:r>
          </a:p>
          <a:p>
            <a:r>
              <a:rPr lang="en-US" dirty="0"/>
              <a:t>- For concurrency/timing tests, prefer deterministic scheduling tools or design to reduce timing sensitivity.</a:t>
            </a:r>
          </a:p>
          <a:p>
            <a:endParaRPr lang="en-US" dirty="0"/>
          </a:p>
          <a:p>
            <a:r>
              <a:rPr lang="en-US" dirty="0"/>
              <a:t>Also mention that controlling nondeterminism improves production debugging too: if you can log the random seed or the event timestamp and replay, you can reproduce issues.</a:t>
            </a:r>
          </a:p>
          <a:p>
            <a:endParaRPr lang="en-US" dirty="0"/>
          </a:p>
          <a:p>
            <a:r>
              <a:rPr lang="en-US" dirty="0"/>
              <a:t>Transition: “Here’s a concrete example: injecting time with a Clock interface and a </a:t>
            </a:r>
            <a:r>
              <a:rPr lang="en-US" dirty="0" err="1"/>
              <a:t>FakeClock</a:t>
            </a:r>
            <a:r>
              <a:rPr lang="en-US" dirty="0"/>
              <a: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34</a:t>
            </a:fld>
            <a:endParaRPr lang="en-US"/>
          </a:p>
        </p:txBody>
      </p:sp>
    </p:spTree>
    <p:extLst>
      <p:ext uri="{BB962C8B-B14F-4D97-AF65-F5344CB8AC3E}">
        <p14:creationId xmlns:p14="http://schemas.microsoft.com/office/powerpoint/2010/main" val="7150814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demonstrate how dependency injection makes time-dependent logic testable without hacks.</a:t>
            </a:r>
          </a:p>
          <a:p>
            <a:endParaRPr lang="en-US" dirty="0"/>
          </a:p>
          <a:p>
            <a:r>
              <a:rPr lang="en-US" dirty="0"/>
              <a:t>Walk through the code conceptually:</a:t>
            </a:r>
          </a:p>
          <a:p>
            <a:r>
              <a:rPr lang="en-US" dirty="0"/>
              <a:t>1) Define an interface/abstraction `Clock` with a method `now()` that returns the current time.</a:t>
            </a:r>
          </a:p>
          <a:p>
            <a:r>
              <a:rPr lang="en-US" dirty="0"/>
              <a:t>2) In production, you have a real clock (e.g., calling the system time).</a:t>
            </a:r>
          </a:p>
          <a:p>
            <a:r>
              <a:rPr lang="en-US" dirty="0"/>
              <a:t>3) In tests, use `</a:t>
            </a:r>
            <a:r>
              <a:rPr lang="en-US" dirty="0" err="1"/>
              <a:t>FakeClock</a:t>
            </a:r>
            <a:r>
              <a:rPr lang="en-US" dirty="0"/>
              <a:t>` that returns a fixed, predetermined time.</a:t>
            </a:r>
          </a:p>
          <a:p>
            <a:r>
              <a:rPr lang="en-US" dirty="0"/>
              <a:t>4) The function under test (`</a:t>
            </a:r>
            <a:r>
              <a:rPr lang="en-US" dirty="0" err="1"/>
              <a:t>is_business_hours</a:t>
            </a:r>
            <a:r>
              <a:rPr lang="en-US" dirty="0"/>
              <a:t>`) accepts a `Clock` and uses `</a:t>
            </a:r>
            <a:r>
              <a:rPr lang="en-US" dirty="0" err="1"/>
              <a:t>clock.now</a:t>
            </a:r>
            <a:r>
              <a:rPr lang="en-US" dirty="0"/>
              <a:t>().hour` to decide.</a:t>
            </a:r>
          </a:p>
          <a:p>
            <a:endParaRPr lang="en-US" dirty="0"/>
          </a:p>
          <a:p>
            <a:r>
              <a:rPr lang="en-US" dirty="0"/>
              <a:t>Teaching points:</a:t>
            </a:r>
          </a:p>
          <a:p>
            <a:r>
              <a:rPr lang="en-US" dirty="0"/>
              <a:t>- The business rule (“business hours are 9–17”) is now a pure decision based on an injected dependency.</a:t>
            </a:r>
          </a:p>
          <a:p>
            <a:r>
              <a:rPr lang="en-US" dirty="0"/>
              <a:t>- Tests can cover boundary conditions: 08:59 is false, 09:00 is true, 16:59 is true, 17:00 is false.</a:t>
            </a:r>
          </a:p>
          <a:p>
            <a:r>
              <a:rPr lang="en-US" dirty="0"/>
              <a:t>- The test suite becomes deterministic: the result does not depend on the real clock.</a:t>
            </a:r>
          </a:p>
          <a:p>
            <a:endParaRPr lang="en-US" dirty="0"/>
          </a:p>
          <a:p>
            <a:r>
              <a:rPr lang="en-US" dirty="0"/>
              <a:t>Explain why this beats alternatives:</a:t>
            </a:r>
          </a:p>
          <a:p>
            <a:r>
              <a:rPr lang="en-US" dirty="0"/>
              <a:t>- Avoids </a:t>
            </a:r>
            <a:r>
              <a:rPr lang="en-US" dirty="0" err="1"/>
              <a:t>monkeypatching</a:t>
            </a:r>
            <a:r>
              <a:rPr lang="en-US" dirty="0"/>
              <a:t> </a:t>
            </a:r>
            <a:r>
              <a:rPr lang="en-US" dirty="0" err="1"/>
              <a:t>globals</a:t>
            </a:r>
            <a:r>
              <a:rPr lang="en-US" dirty="0"/>
              <a:t>.</a:t>
            </a:r>
          </a:p>
          <a:p>
            <a:r>
              <a:rPr lang="en-US" dirty="0"/>
              <a:t>- Avoids brittle tests that rely on the real current time.</a:t>
            </a:r>
          </a:p>
          <a:p>
            <a:r>
              <a:rPr lang="en-US" dirty="0"/>
              <a:t>- Makes the dependency explicit, which improves design clarity.</a:t>
            </a:r>
          </a:p>
          <a:p>
            <a:endParaRPr lang="en-US" dirty="0"/>
          </a:p>
          <a:p>
            <a:r>
              <a:rPr lang="en-US" dirty="0"/>
              <a:t>Also relate back to the broader insight: anything nondeterministic (time, random, network) should be abstracted and injected. This is one reason TDD tends to produce more modular designs.</a:t>
            </a:r>
          </a:p>
          <a:p>
            <a:endParaRPr lang="en-US" dirty="0"/>
          </a:p>
          <a:p>
            <a:r>
              <a:rPr lang="en-US" dirty="0"/>
              <a:t>Transition: “Now that we can keep unit tests fast and deterministic, when do we reach for integration tests?”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35</a:t>
            </a:fld>
            <a:endParaRPr lang="en-US"/>
          </a:p>
        </p:txBody>
      </p:sp>
    </p:spTree>
    <p:extLst>
      <p:ext uri="{BB962C8B-B14F-4D97-AF65-F5344CB8AC3E}">
        <p14:creationId xmlns:p14="http://schemas.microsoft.com/office/powerpoint/2010/main" val="182197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tests verify that components work together across boundaries—especially where configuration and wiring can fail. The key question is *when* to use them, because they’re slower and often more complex than unit tests.</a:t>
            </a:r>
          </a:p>
          <a:p>
            <a:endParaRPr lang="en-US" dirty="0"/>
          </a:p>
          <a:p>
            <a:r>
              <a:rPr lang="en-US" dirty="0"/>
              <a:t>Explain the role of integration tests:</a:t>
            </a:r>
          </a:p>
          <a:p>
            <a:r>
              <a:rPr lang="en-US" dirty="0"/>
              <a:t>- Validate your system’s interaction with real dependencies (database schema, HTTP routing, serialization).</a:t>
            </a:r>
          </a:p>
          <a:p>
            <a:r>
              <a:rPr lang="en-US" dirty="0"/>
              <a:t>- Catch issues that unit tests can’t: misconfigured DI containers, wrong SQL, mismatched field names, missing migrations.</a:t>
            </a:r>
          </a:p>
          <a:p>
            <a:endParaRPr lang="en-US" dirty="0"/>
          </a:p>
          <a:p>
            <a:r>
              <a:rPr lang="en-US" dirty="0"/>
              <a:t>When to use integration tests:</a:t>
            </a:r>
          </a:p>
          <a:p>
            <a:r>
              <a:rPr lang="en-US" dirty="0"/>
              <a:t>- When behavior depends on a real boundary (e.g., database query semantics).</a:t>
            </a:r>
          </a:p>
          <a:p>
            <a:r>
              <a:rPr lang="en-US" dirty="0"/>
              <a:t>- When mocking would create false confidence (e.g., ORM behavior, transaction boundaries).</a:t>
            </a:r>
          </a:p>
          <a:p>
            <a:r>
              <a:rPr lang="en-US" dirty="0"/>
              <a:t>- When verifying contract compatibility between modules/services.</a:t>
            </a:r>
          </a:p>
          <a:p>
            <a:endParaRPr lang="en-US" dirty="0"/>
          </a:p>
          <a:p>
            <a:r>
              <a:rPr lang="en-US" dirty="0"/>
              <a:t>How to keep integration tests healthy:</a:t>
            </a:r>
          </a:p>
          <a:p>
            <a:r>
              <a:rPr lang="en-US" dirty="0"/>
              <a:t>- Keep them fewer than unit tests, but make them meaningful.</a:t>
            </a:r>
          </a:p>
          <a:p>
            <a:r>
              <a:rPr lang="en-US" dirty="0"/>
              <a:t>- Make them deterministic: use isolated databases, fixed data sets, or transactional rollbacks.</a:t>
            </a:r>
          </a:p>
          <a:p>
            <a:r>
              <a:rPr lang="en-US" dirty="0"/>
              <a:t>- Ensure they run in CI reliably.</a:t>
            </a:r>
          </a:p>
          <a:p>
            <a:endParaRPr lang="en-US" dirty="0"/>
          </a:p>
          <a:p>
            <a:r>
              <a:rPr lang="en-US" dirty="0"/>
              <a:t>Tie back to TDD: you can still apply the Red/Green/Refactor mindset with integration tests—write the failing integration test that expresses the desired end behavior, then implement and refactor. But keep the loop time in mind; if it’s too slow, push more logic into unit-tested core.</a:t>
            </a:r>
          </a:p>
          <a:p>
            <a:endParaRPr lang="en-US" dirty="0"/>
          </a:p>
          <a:p>
            <a:r>
              <a:rPr lang="en-US" dirty="0"/>
              <a:t>Transition: “Databases are the most common integration point—let’s talk about testing with </a:t>
            </a:r>
            <a:r>
              <a:rPr lang="en-US" dirty="0" err="1"/>
              <a:t>DBs.</a:t>
            </a:r>
            <a:r>
              <a:rPr lang="en-US" dirty="0"/>
              <a: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36</a:t>
            </a:fld>
            <a:endParaRPr lang="en-US"/>
          </a:p>
        </p:txBody>
      </p:sp>
    </p:spTree>
    <p:extLst>
      <p:ext uri="{BB962C8B-B14F-4D97-AF65-F5344CB8AC3E}">
        <p14:creationId xmlns:p14="http://schemas.microsoft.com/office/powerpoint/2010/main" val="1019694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testing is a pragmatic topic. Many teams either over-mock databases (missing real issues) or overuse DB tests (slow suite). This slide is your chance to present balanced strategies.</a:t>
            </a:r>
          </a:p>
          <a:p>
            <a:endParaRPr lang="en-US" dirty="0"/>
          </a:p>
          <a:p>
            <a:r>
              <a:rPr lang="en-US" dirty="0"/>
              <a:t>Discuss common approaches:</a:t>
            </a:r>
          </a:p>
          <a:p>
            <a:r>
              <a:rPr lang="en-US" dirty="0"/>
              <a:t>1) **In-memory fake DB** (or </a:t>
            </a:r>
            <a:r>
              <a:rPr lang="en-US" dirty="0" err="1"/>
              <a:t>sqlite</a:t>
            </a:r>
            <a:r>
              <a:rPr lang="en-US" dirty="0"/>
              <a:t>) for some scenarios: fast, but can differ from production DB behavior.</a:t>
            </a:r>
          </a:p>
          <a:p>
            <a:r>
              <a:rPr lang="en-US" dirty="0"/>
              <a:t>2) **Real DB in a container** (e.g., PostgreSQL in Docker): closer to production, slightly slower, high confidence.</a:t>
            </a:r>
          </a:p>
          <a:p>
            <a:r>
              <a:rPr lang="en-US" dirty="0"/>
              <a:t>3) **Transactional tests**: wrap each test in a transaction and roll back, keeping DB clean.</a:t>
            </a:r>
          </a:p>
          <a:p>
            <a:r>
              <a:rPr lang="en-US" dirty="0"/>
              <a:t>4) **Database fixtures/migrations**: apply migrations as part of the test setup so schema matches real life.</a:t>
            </a:r>
          </a:p>
          <a:p>
            <a:endParaRPr lang="en-US" dirty="0"/>
          </a:p>
          <a:p>
            <a:r>
              <a:rPr lang="en-US" dirty="0"/>
              <a:t>Teach data management:</a:t>
            </a:r>
          </a:p>
          <a:p>
            <a:r>
              <a:rPr lang="en-US" dirty="0"/>
              <a:t>- Keep test data small and explicit. Avoid giant fixtures that nobody understands.</a:t>
            </a:r>
          </a:p>
          <a:p>
            <a:r>
              <a:rPr lang="en-US" dirty="0"/>
              <a:t>- Prefer factories/builders so tests declare only relevant fields.</a:t>
            </a:r>
          </a:p>
          <a:p>
            <a:r>
              <a:rPr lang="en-US" dirty="0"/>
              <a:t>- Ensure tests don’t depend on execution order (clean state each test).</a:t>
            </a:r>
          </a:p>
          <a:p>
            <a:endParaRPr lang="en-US" dirty="0"/>
          </a:p>
          <a:p>
            <a:r>
              <a:rPr lang="en-US" dirty="0"/>
              <a:t>Point out typical failure modes:</a:t>
            </a:r>
          </a:p>
          <a:p>
            <a:r>
              <a:rPr lang="en-US" dirty="0"/>
              <a:t>- Tests that pass locally but fail in CI due to different DB versions/configurations.</a:t>
            </a:r>
          </a:p>
          <a:p>
            <a:r>
              <a:rPr lang="en-US" dirty="0"/>
              <a:t>- Flaky tests due to shared DB state.</a:t>
            </a:r>
          </a:p>
          <a:p>
            <a:r>
              <a:rPr lang="en-US" dirty="0"/>
              <a:t>- Slow tests due to large migrations or expensive queries.</a:t>
            </a:r>
          </a:p>
          <a:p>
            <a:endParaRPr lang="en-US" dirty="0"/>
          </a:p>
          <a:p>
            <a:r>
              <a:rPr lang="en-US" dirty="0"/>
              <a:t>Provide a rule of thumb: unit-test your domain logic without DB; integration-test the repository/DAO layer against real DB behavior; keep end-to-end DB tests focused on critical flows.</a:t>
            </a:r>
          </a:p>
          <a:p>
            <a:endParaRPr lang="en-US" dirty="0"/>
          </a:p>
          <a:p>
            <a:r>
              <a:rPr lang="en-US" dirty="0"/>
              <a:t>Transition: “All of this is easier in greenfield code. But most teams live with legacy code. Let’s talk about reality.”</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37</a:t>
            </a:fld>
            <a:endParaRPr lang="en-US"/>
          </a:p>
        </p:txBody>
      </p:sp>
    </p:spTree>
    <p:extLst>
      <p:ext uri="{BB962C8B-B14F-4D97-AF65-F5344CB8AC3E}">
        <p14:creationId xmlns:p14="http://schemas.microsoft.com/office/powerpoint/2010/main" val="4018834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resonate: legacy code is typically code that is hard to change safely. The bullets—No tests, tightly coupled, hard to change—are symptoms of the same core problem: lack of fast feedback.</a:t>
            </a:r>
          </a:p>
          <a:p>
            <a:endParaRPr lang="en-US" dirty="0"/>
          </a:p>
          <a:p>
            <a:r>
              <a:rPr lang="en-US" dirty="0"/>
              <a:t>Explain each symptom:</a:t>
            </a:r>
          </a:p>
          <a:p>
            <a:r>
              <a:rPr lang="en-US" dirty="0"/>
              <a:t>- **No tests**: you don’t know what the code is supposed to do, and any change risks breaking unknown behavior.</a:t>
            </a:r>
          </a:p>
          <a:p>
            <a:r>
              <a:rPr lang="en-US" dirty="0"/>
              <a:t>- **Tightly coupled**: behavior is spread across modules and depends on </a:t>
            </a:r>
            <a:r>
              <a:rPr lang="en-US" dirty="0" err="1"/>
              <a:t>globals</a:t>
            </a:r>
            <a:r>
              <a:rPr lang="en-US" dirty="0"/>
              <a:t>, static calls, and concrete dependencies. This makes isolation difficult.</a:t>
            </a:r>
          </a:p>
          <a:p>
            <a:r>
              <a:rPr lang="en-US" dirty="0"/>
              <a:t>- **Hard to change safely**: every change feels like surgery without imaging; developers avoid refactoring, and the codebase decays further.</a:t>
            </a:r>
          </a:p>
          <a:p>
            <a:endParaRPr lang="en-US" dirty="0"/>
          </a:p>
          <a:p>
            <a:r>
              <a:rPr lang="en-US" dirty="0"/>
              <a:t>Introduce a compassionate framing: legacy code is not “bad code written by bad developers.” It’s often the result of time pressure, shifting requirements, and missing investment in feedback mechanisms.</a:t>
            </a:r>
          </a:p>
          <a:p>
            <a:endParaRPr lang="en-US" dirty="0"/>
          </a:p>
          <a:p>
            <a:r>
              <a:rPr lang="en-US" dirty="0"/>
              <a:t>Then pivot to strategy: TDD in legacy code is not “start writing tests first for everything.” Instead, we build safety where we need to change. The first step is often to *characterize* existing behavior with tests, then refactor.</a:t>
            </a:r>
          </a:p>
          <a:p>
            <a:endParaRPr lang="en-US" dirty="0"/>
          </a:p>
          <a:p>
            <a:r>
              <a:rPr lang="en-US" dirty="0"/>
              <a:t>Also set expectations: working with legacy code requires different tactics (seams, sprout method) and patience. The goal is to create an island of safety that can expand over time.</a:t>
            </a:r>
          </a:p>
          <a:p>
            <a:endParaRPr lang="en-US" dirty="0"/>
          </a:p>
          <a:p>
            <a:r>
              <a:rPr lang="en-US" dirty="0"/>
              <a:t>Transition: “The first tactic is characterization tests—tests that capture current behavior before you change it.”</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38</a:t>
            </a:fld>
            <a:endParaRPr lang="en-US"/>
          </a:p>
        </p:txBody>
      </p:sp>
    </p:spTree>
    <p:extLst>
      <p:ext uri="{BB962C8B-B14F-4D97-AF65-F5344CB8AC3E}">
        <p14:creationId xmlns:p14="http://schemas.microsoft.com/office/powerpoint/2010/main" val="4072512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Characterization tests (sometimes called “golden master” tests) are used to lock in existing behavior when you don’t fully understand the code. The point is not that the current behavior is perfect—it’s that you need a safety net before making changes.</a:t>
            </a:r>
          </a:p>
          <a:p>
            <a:endParaRPr lang="en-US" dirty="0"/>
          </a:p>
          <a:p>
            <a:r>
              <a:rPr lang="en-US" dirty="0"/>
              <a:t>Explain the workflow:</a:t>
            </a:r>
          </a:p>
          <a:p>
            <a:r>
              <a:rPr lang="en-US" dirty="0"/>
              <a:t>1) Identify the code you need to change (a risky module).</a:t>
            </a:r>
          </a:p>
          <a:p>
            <a:r>
              <a:rPr lang="en-US" dirty="0"/>
              <a:t>2) Write tests that exercise it at a higher level (often integration-like).</a:t>
            </a:r>
          </a:p>
          <a:p>
            <a:r>
              <a:rPr lang="en-US" dirty="0"/>
              <a:t>3) Record the current outputs for representative inputs.</a:t>
            </a:r>
          </a:p>
          <a:p>
            <a:r>
              <a:rPr lang="en-US" dirty="0"/>
              <a:t>4) Run the tests to ensure they pass consistently.</a:t>
            </a:r>
          </a:p>
          <a:p>
            <a:r>
              <a:rPr lang="en-US" dirty="0"/>
              <a:t>5) Now refactor or modify with the tests as protection.</a:t>
            </a:r>
          </a:p>
          <a:p>
            <a:endParaRPr lang="en-US" dirty="0"/>
          </a:p>
          <a:p>
            <a:r>
              <a:rPr lang="en-US" dirty="0"/>
              <a:t>Key teaching points:</a:t>
            </a:r>
          </a:p>
          <a:p>
            <a:r>
              <a:rPr lang="en-US" dirty="0"/>
              <a:t>- Characterization tests often assert broad outputs (strings, JSON, files). That’s okay at first.</a:t>
            </a:r>
          </a:p>
          <a:p>
            <a:r>
              <a:rPr lang="en-US" dirty="0"/>
              <a:t>- Choose representative inputs, including edge cases that reflect real production data.</a:t>
            </a:r>
          </a:p>
          <a:p>
            <a:r>
              <a:rPr lang="en-US" dirty="0"/>
              <a:t>- If behavior is nondeterministic, you may need to control time/randomness or sanitize outputs.</a:t>
            </a:r>
          </a:p>
          <a:p>
            <a:endParaRPr lang="en-US" dirty="0"/>
          </a:p>
          <a:p>
            <a:r>
              <a:rPr lang="en-US" dirty="0"/>
              <a:t>Warn about pitfalls:</a:t>
            </a:r>
          </a:p>
          <a:p>
            <a:r>
              <a:rPr lang="en-US" dirty="0"/>
              <a:t>- Tests that are too broad can be noisy and hard to debug.</a:t>
            </a:r>
          </a:p>
          <a:p>
            <a:r>
              <a:rPr lang="en-US" dirty="0"/>
              <a:t>- If the code depends on external services, you may need controlled environments or fakes.</a:t>
            </a:r>
          </a:p>
          <a:p>
            <a:r>
              <a:rPr lang="en-US" dirty="0"/>
              <a:t>- Don’t confuse “characterize” with “approve bugs”; once you understand behavior, you can later replace characterization tests with more precise unit tests for desired behavior.</a:t>
            </a:r>
          </a:p>
          <a:p>
            <a:endParaRPr lang="en-US" dirty="0"/>
          </a:p>
          <a:p>
            <a:r>
              <a:rPr lang="en-US" dirty="0"/>
              <a:t>Transition: “Once you have a safety net, a powerful tactic is to sprout new code next to old code.”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39</a:t>
            </a:fld>
            <a:endParaRPr lang="en-US"/>
          </a:p>
        </p:txBody>
      </p:sp>
    </p:spTree>
    <p:extLst>
      <p:ext uri="{BB962C8B-B14F-4D97-AF65-F5344CB8AC3E}">
        <p14:creationId xmlns:p14="http://schemas.microsoft.com/office/powerpoint/2010/main" val="15104942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sprout technique is about adding new functionality in a way that avoids diving into legacy complexity too soon. Instead of rewriting old code, you “sprout” a new, well-tested component and gradually redirect behavior to it.</a:t>
            </a:r>
          </a:p>
          <a:p>
            <a:endParaRPr lang="en-US" dirty="0"/>
          </a:p>
          <a:p>
            <a:r>
              <a:rPr lang="en-US" dirty="0"/>
              <a:t>Describe the pattern:</a:t>
            </a:r>
          </a:p>
          <a:p>
            <a:r>
              <a:rPr lang="en-US" dirty="0"/>
              <a:t>1) Identify a seam where you can insert new behavior (an interface, a function boundary, a conditional).</a:t>
            </a:r>
          </a:p>
          <a:p>
            <a:r>
              <a:rPr lang="en-US" dirty="0"/>
              <a:t>2) Create a new component/module that implements the new behavior using TDD in isolation.</a:t>
            </a:r>
          </a:p>
          <a:p>
            <a:r>
              <a:rPr lang="en-US" dirty="0"/>
              <a:t>3) Connect it to the old system via the seam.</a:t>
            </a:r>
          </a:p>
          <a:p>
            <a:r>
              <a:rPr lang="en-US" dirty="0"/>
              <a:t>4) Gradually expand the new component’s responsibility, shrinking the old code’s surface area.</a:t>
            </a:r>
          </a:p>
          <a:p>
            <a:endParaRPr lang="en-US" dirty="0"/>
          </a:p>
          <a:p>
            <a:r>
              <a:rPr lang="en-US" dirty="0"/>
              <a:t>Why this works:</a:t>
            </a:r>
          </a:p>
          <a:p>
            <a:r>
              <a:rPr lang="en-US" dirty="0"/>
              <a:t>- You can apply clean TDD to the new code.</a:t>
            </a:r>
          </a:p>
          <a:p>
            <a:r>
              <a:rPr lang="en-US" dirty="0"/>
              <a:t>- You reduce the risk of breaking unrelated legacy behavior.</a:t>
            </a:r>
          </a:p>
          <a:p>
            <a:r>
              <a:rPr lang="en-US" dirty="0"/>
              <a:t>- You create a path to incremental modernization.</a:t>
            </a:r>
          </a:p>
          <a:p>
            <a:endParaRPr lang="en-US" dirty="0"/>
          </a:p>
          <a:p>
            <a:r>
              <a:rPr lang="en-US" dirty="0"/>
              <a:t>Give a concrete example:</a:t>
            </a:r>
          </a:p>
          <a:p>
            <a:r>
              <a:rPr lang="en-US" dirty="0"/>
              <a:t>- A legacy “God class” handles pricing, discounts, and taxes. Instead of refactoring the whole class immediately, you create `</a:t>
            </a:r>
            <a:r>
              <a:rPr lang="en-US" dirty="0" err="1"/>
              <a:t>DiscountCalculator</a:t>
            </a:r>
            <a:r>
              <a:rPr lang="en-US" dirty="0"/>
              <a:t>` (pure, unit-tested), and use it from the legacy class. Over time, you extract more responsibilities.</a:t>
            </a:r>
          </a:p>
          <a:p>
            <a:endParaRPr lang="en-US" dirty="0"/>
          </a:p>
          <a:p>
            <a:r>
              <a:rPr lang="en-US" dirty="0"/>
              <a:t>Also mention a sister tactic: “wrap and replace” / “strangler fig” pattern at system boundaries.</a:t>
            </a:r>
          </a:p>
          <a:p>
            <a:endParaRPr lang="en-US" dirty="0"/>
          </a:p>
          <a:p>
            <a:r>
              <a:rPr lang="en-US" dirty="0"/>
              <a:t>Transition: “Let’s move from strategies to day-to-day workflow tips that make TDD sustainable.”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40</a:t>
            </a:fld>
            <a:endParaRPr lang="en-US"/>
          </a:p>
        </p:txBody>
      </p:sp>
    </p:spTree>
    <p:extLst>
      <p:ext uri="{BB962C8B-B14F-4D97-AF65-F5344CB8AC3E}">
        <p14:creationId xmlns:p14="http://schemas.microsoft.com/office/powerpoint/2010/main" val="26369266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turning TDD from an idea into a habit. Provide concrete practices that lower friction.</a:t>
            </a:r>
          </a:p>
          <a:p>
            <a:endParaRPr lang="en-US" dirty="0"/>
          </a:p>
          <a:p>
            <a:r>
              <a:rPr lang="en-US" dirty="0"/>
              <a:t>Practical tips to share:</a:t>
            </a:r>
          </a:p>
          <a:p>
            <a:r>
              <a:rPr lang="en-US" dirty="0"/>
              <a:t>- **Run tests constantly**: keep the suite in your peripheral vision; use a watcher if your environment supports it.</a:t>
            </a:r>
          </a:p>
          <a:p>
            <a:r>
              <a:rPr lang="en-US" dirty="0"/>
              <a:t>- **Commit after green + refactor**: small commits make it easier to review and revert.</a:t>
            </a:r>
          </a:p>
          <a:p>
            <a:r>
              <a:rPr lang="en-US" dirty="0"/>
              <a:t>- **Name tests as documentation**: treat tests as part of the API narrative.</a:t>
            </a:r>
          </a:p>
          <a:p>
            <a:r>
              <a:rPr lang="en-US" dirty="0"/>
              <a:t>- **Keep the loop short**: if you’re stuck, shrink the step until it’s obvious.</a:t>
            </a:r>
          </a:p>
          <a:p>
            <a:r>
              <a:rPr lang="en-US" dirty="0"/>
              <a:t>- **Use TODO lists**: when a test fails, write down the next small goal so you don’t wander.</a:t>
            </a:r>
          </a:p>
          <a:p>
            <a:r>
              <a:rPr lang="en-US" dirty="0"/>
              <a:t>- **Separate refactor commits**: when possible, keep refactors separate from behavior changes; reviewers understand intent quickly.</a:t>
            </a:r>
          </a:p>
          <a:p>
            <a:r>
              <a:rPr lang="en-US" dirty="0"/>
              <a:t>- **Prefer pure functions**: push logic into testable units; leave IO in thin adapters.</a:t>
            </a:r>
          </a:p>
          <a:p>
            <a:endParaRPr lang="en-US" dirty="0"/>
          </a:p>
          <a:p>
            <a:r>
              <a:rPr lang="en-US" dirty="0"/>
              <a:t>Discuss how to handle the “I don’t know the next test” feeling:</a:t>
            </a:r>
          </a:p>
          <a:p>
            <a:r>
              <a:rPr lang="en-US" dirty="0"/>
              <a:t>- Think of a counter-example to break the current implementation.</a:t>
            </a:r>
          </a:p>
          <a:p>
            <a:r>
              <a:rPr lang="en-US" dirty="0"/>
              <a:t>- Think of an edge case from the domain (empty, max, invalid).</a:t>
            </a:r>
          </a:p>
          <a:p>
            <a:r>
              <a:rPr lang="en-US" dirty="0"/>
              <a:t>- Ask, “What rule have we not encoded yet?”</a:t>
            </a:r>
          </a:p>
          <a:p>
            <a:endParaRPr lang="en-US" dirty="0"/>
          </a:p>
          <a:p>
            <a:r>
              <a:rPr lang="en-US" dirty="0"/>
              <a:t>Transition: “Even with good habits, teams hit common pitfalls. Let’s name them so we can avoid them.”</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41</a:t>
            </a:fld>
            <a:endParaRPr lang="en-US"/>
          </a:p>
        </p:txBody>
      </p:sp>
    </p:spTree>
    <p:extLst>
      <p:ext uri="{BB962C8B-B14F-4D97-AF65-F5344CB8AC3E}">
        <p14:creationId xmlns:p14="http://schemas.microsoft.com/office/powerpoint/2010/main" val="6793625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friendly warning list. The best way to prevent pitfalls is to make them visible and normal to talk about.</a:t>
            </a:r>
          </a:p>
          <a:p>
            <a:endParaRPr lang="en-US" dirty="0"/>
          </a:p>
          <a:p>
            <a:r>
              <a:rPr lang="en-US" dirty="0"/>
              <a:t>Common pitfalls to explain:</a:t>
            </a:r>
          </a:p>
          <a:p>
            <a:r>
              <a:rPr lang="en-US" dirty="0"/>
              <a:t>- **Testing implementation details**: leads to brittle tests; refactors break tests even if behavior is unchanged. Remedy: assert behaviors/outputs.</a:t>
            </a:r>
          </a:p>
          <a:p>
            <a:r>
              <a:rPr lang="en-US" dirty="0"/>
              <a:t>- **Writing too much at once**: skipping tiny steps leads to long red phases and confusion. Remedy: shrink the step.</a:t>
            </a:r>
          </a:p>
          <a:p>
            <a:r>
              <a:rPr lang="en-US" dirty="0"/>
              <a:t>- **Not refactoring**: leaving “green but messy” code accumulates debt. Remedy: treat refactor as an explicit step.</a:t>
            </a:r>
          </a:p>
          <a:p>
            <a:r>
              <a:rPr lang="en-US" dirty="0"/>
              <a:t>- **Flaky tests** (time, randomness, concurrency): erodes trust. Remedy: control nondeterminism via injection and isolation.</a:t>
            </a:r>
          </a:p>
          <a:p>
            <a:r>
              <a:rPr lang="en-US" dirty="0"/>
              <a:t>- **Over-mocking**: creates a parallel universe where tests pass but integration fails. Remedy: balance unit tests with meaningful integration tests.</a:t>
            </a:r>
          </a:p>
          <a:p>
            <a:r>
              <a:rPr lang="en-US" dirty="0"/>
              <a:t>- **Slow test suite**: developers stop running tests. Remedy: keep unit tests fast; quarantine slow tests; optimize setup.</a:t>
            </a:r>
          </a:p>
          <a:p>
            <a:r>
              <a:rPr lang="en-US" dirty="0"/>
              <a:t>- **Ambiguous test names / unclear assertions**: failures are hard to act on. Remedy: invest in readability.</a:t>
            </a:r>
          </a:p>
          <a:p>
            <a:endParaRPr lang="en-US" dirty="0"/>
          </a:p>
          <a:p>
            <a:r>
              <a:rPr lang="en-US" dirty="0"/>
              <a:t>Offer a corrective phrase: “If TDD feels painful, it’s usually not because tests exist; it’s because the tests are not giving the right feedback.”</a:t>
            </a:r>
          </a:p>
          <a:p>
            <a:endParaRPr lang="en-US" dirty="0"/>
          </a:p>
          <a:p>
            <a:r>
              <a:rPr lang="en-US" dirty="0"/>
              <a:t>Transition: “TDD works best as a team habit. Let’s talk about practices that help groups, not just individuals.”</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42</a:t>
            </a:fld>
            <a:endParaRPr lang="en-US"/>
          </a:p>
        </p:txBody>
      </p:sp>
    </p:spTree>
    <p:extLst>
      <p:ext uri="{BB962C8B-B14F-4D97-AF65-F5344CB8AC3E}">
        <p14:creationId xmlns:p14="http://schemas.microsoft.com/office/powerpoint/2010/main" val="41968054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succeed with TDD when they treat it as a shared craft rather than an individual preference. The goal is to keep the norm of fast, reliable feedback alive.</a:t>
            </a:r>
          </a:p>
          <a:p>
            <a:endParaRPr lang="en-US" dirty="0"/>
          </a:p>
          <a:p>
            <a:r>
              <a:rPr lang="en-US" dirty="0"/>
              <a:t>Habits that help:</a:t>
            </a:r>
          </a:p>
          <a:p>
            <a:r>
              <a:rPr lang="en-US" dirty="0"/>
              <a:t>- **CI discipline**: tests run on every change; a broken main branch is treated as an emergency. This protects everyone.</a:t>
            </a:r>
          </a:p>
          <a:p>
            <a:r>
              <a:rPr lang="en-US" dirty="0"/>
              <a:t>- **Code review focus**: reviewers look for test readability and whether tests describe behavior, not just whether they exist.</a:t>
            </a:r>
          </a:p>
          <a:p>
            <a:r>
              <a:rPr lang="en-US" dirty="0"/>
              <a:t>- **Pairing / mobbing on tricky parts**: helps transfer TDD skills and keeps tiny steps honest.</a:t>
            </a:r>
          </a:p>
          <a:p>
            <a:r>
              <a:rPr lang="en-US" dirty="0"/>
              <a:t>- **Shared conventions**: agree on test naming, AAA structure, and what to mock vs integrate.</a:t>
            </a:r>
          </a:p>
          <a:p>
            <a:r>
              <a:rPr lang="en-US" dirty="0"/>
              <a:t>- **Refactoring culture**: allow time for refactoring; don’t punish developers for “not delivering features” when they’re improving foundations.</a:t>
            </a:r>
          </a:p>
          <a:p>
            <a:r>
              <a:rPr lang="en-US" dirty="0"/>
              <a:t>- **Learning loops**: occasional kata sessions, brown bags, or retrospectives on flaky tests.</a:t>
            </a:r>
          </a:p>
          <a:p>
            <a:endParaRPr lang="en-US" dirty="0"/>
          </a:p>
          <a:p>
            <a:r>
              <a:rPr lang="en-US" dirty="0"/>
              <a:t>Also mention the social aspect: when tests are reliable, the team trusts each other’s changes more. That reduces coordination overhead and speeds up delivery.</a:t>
            </a:r>
          </a:p>
          <a:p>
            <a:endParaRPr lang="en-US" dirty="0"/>
          </a:p>
          <a:p>
            <a:r>
              <a:rPr lang="en-US" dirty="0"/>
              <a:t>Transition: “To build the skill, we need practice. Here are exercises you can use.”</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43</a:t>
            </a:fld>
            <a:endParaRPr lang="en-US"/>
          </a:p>
        </p:txBody>
      </p:sp>
    </p:spTree>
    <p:extLst>
      <p:ext uri="{BB962C8B-B14F-4D97-AF65-F5344CB8AC3E}">
        <p14:creationId xmlns:p14="http://schemas.microsoft.com/office/powerpoint/2010/main" val="11897020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give the audience concrete practice tasks. Emphasize that TDD is a *skill*, so the path to competence is repetition with feedback.</a:t>
            </a:r>
          </a:p>
          <a:p>
            <a:endParaRPr lang="en-US" dirty="0"/>
          </a:p>
          <a:p>
            <a:r>
              <a:rPr lang="en-US" dirty="0"/>
              <a:t>Suggested exercises (pick based on time):</a:t>
            </a:r>
          </a:p>
          <a:p>
            <a:r>
              <a:rPr lang="en-US" dirty="0"/>
              <a:t>1) **Leap year kata**: redo it from scratch, focusing on test names and tiny steps.</a:t>
            </a:r>
          </a:p>
          <a:p>
            <a:r>
              <a:rPr lang="en-US" dirty="0"/>
              <a:t>2) **String calculator kata**: implement only the first three requirements, then extend one rule at a time.</a:t>
            </a:r>
          </a:p>
          <a:p>
            <a:r>
              <a:rPr lang="en-US" dirty="0"/>
              <a:t>3) **</a:t>
            </a:r>
            <a:r>
              <a:rPr lang="en-US" dirty="0" err="1"/>
              <a:t>FizzBuzz</a:t>
            </a:r>
            <a:r>
              <a:rPr lang="en-US" dirty="0"/>
              <a:t> with constraints**: practice adding behavior gradually and refactoring to remove duplication.</a:t>
            </a:r>
          </a:p>
          <a:p>
            <a:r>
              <a:rPr lang="en-US" dirty="0"/>
              <a:t>4) **Roman numerals**: great for incremental rules and refactoring.</a:t>
            </a:r>
          </a:p>
          <a:p>
            <a:r>
              <a:rPr lang="en-US" dirty="0"/>
              <a:t>5) **Gilded Rose kata**: a classic for legacy refactoring under tests.</a:t>
            </a:r>
          </a:p>
          <a:p>
            <a:r>
              <a:rPr lang="en-US" dirty="0"/>
              <a:t>6) **Refactoring drill**: take a messy function, write characterization tests, then refactor in small safe steps.</a:t>
            </a:r>
          </a:p>
          <a:p>
            <a:endParaRPr lang="en-US" dirty="0"/>
          </a:p>
          <a:p>
            <a:r>
              <a:rPr lang="en-US" dirty="0"/>
              <a:t>Make the practice instructions explicit:</a:t>
            </a:r>
          </a:p>
          <a:p>
            <a:r>
              <a:rPr lang="en-US" dirty="0"/>
              <a:t>- Work in short cycles (2–5 minutes per red/green/refactor).</a:t>
            </a:r>
          </a:p>
          <a:p>
            <a:r>
              <a:rPr lang="en-US" dirty="0"/>
              <a:t>- Don’t skip refactor.</a:t>
            </a:r>
          </a:p>
          <a:p>
            <a:r>
              <a:rPr lang="en-US" dirty="0"/>
              <a:t>- Stop after each new test passes and ask: “Can I simplify?”</a:t>
            </a:r>
          </a:p>
          <a:p>
            <a:endParaRPr lang="en-US" dirty="0"/>
          </a:p>
          <a:p>
            <a:r>
              <a:rPr lang="en-US" dirty="0"/>
              <a:t>Encourage pair practice: one person writes the test, the other writes minimal code, then swap roles each cycle. This makes the rhythm visible and discourages big leaps.</a:t>
            </a:r>
          </a:p>
          <a:p>
            <a:endParaRPr lang="en-US" dirty="0"/>
          </a:p>
          <a:p>
            <a:r>
              <a:rPr lang="en-US" dirty="0"/>
              <a:t>End with encouragement: the first sessions feel slow; speed comes later as the loop becomes natural.</a:t>
            </a:r>
          </a:p>
          <a:p>
            <a:endParaRPr lang="en-US" dirty="0"/>
          </a:p>
          <a:p>
            <a:r>
              <a:rPr lang="en-US" dirty="0"/>
              <a:t>Transition: “Let’s wrap up with key takeaways to remember.”</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44</a:t>
            </a:fld>
            <a:endParaRPr lang="en-US"/>
          </a:p>
        </p:txBody>
      </p:sp>
    </p:spTree>
    <p:extLst>
      <p:ext uri="{BB962C8B-B14F-4D97-AF65-F5344CB8AC3E}">
        <p14:creationId xmlns:p14="http://schemas.microsoft.com/office/powerpoint/2010/main" val="1160028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concise, memorable summary. The goal is that people leave with a simple mental checklist they can apply tomorrow.</a:t>
            </a:r>
          </a:p>
          <a:p>
            <a:endParaRPr lang="en-US" dirty="0"/>
          </a:p>
          <a:p>
            <a:r>
              <a:rPr lang="en-US" dirty="0"/>
              <a:t>Core takeaways to emphasize:</a:t>
            </a:r>
          </a:p>
          <a:p>
            <a:r>
              <a:rPr lang="en-US" dirty="0"/>
              <a:t>- **TDD is a workflow**: Red → Green → Refactor, repeated in tiny cycles.</a:t>
            </a:r>
          </a:p>
          <a:p>
            <a:r>
              <a:rPr lang="en-US" dirty="0"/>
              <a:t>- **Tests are feedback**: the main value is fast learning and safe change.</a:t>
            </a:r>
          </a:p>
          <a:p>
            <a:r>
              <a:rPr lang="en-US" dirty="0"/>
              <a:t>- **Tiny steps reduce risk**: smaller steps mean easier debugging and clearer intent.</a:t>
            </a:r>
          </a:p>
          <a:p>
            <a:r>
              <a:rPr lang="en-US" dirty="0"/>
              <a:t>- **Refactor is not optional**: it’s when you harvest design quality.</a:t>
            </a:r>
          </a:p>
          <a:p>
            <a:r>
              <a:rPr lang="en-US" dirty="0"/>
              <a:t>- **Prefer behavior-focused tests**: don’t test internal implementation details.</a:t>
            </a:r>
          </a:p>
          <a:p>
            <a:r>
              <a:rPr lang="en-US" dirty="0"/>
              <a:t>- **Control nondeterminism**: inject time/randomness; avoid flaky tests.</a:t>
            </a:r>
          </a:p>
          <a:p>
            <a:r>
              <a:rPr lang="en-US" dirty="0"/>
              <a:t>- **Balance test types**: many unit tests, some integration tests, few end-to-end tests.</a:t>
            </a:r>
          </a:p>
          <a:p>
            <a:r>
              <a:rPr lang="en-US" dirty="0"/>
              <a:t>- **Legacy code can be improved incrementally**: characterization tests and sprouting enable safer change.</a:t>
            </a:r>
          </a:p>
          <a:p>
            <a:endParaRPr lang="en-US" dirty="0"/>
          </a:p>
          <a:p>
            <a:r>
              <a:rPr lang="en-US" dirty="0"/>
              <a:t>Invite a next action: “Pick one small area of your codebase and try driving one function with TDD this week.” Or: “Try the string calculator kata for 30 minutes.”</a:t>
            </a:r>
          </a:p>
          <a:p>
            <a:endParaRPr lang="en-US" dirty="0"/>
          </a:p>
          <a:p>
            <a:r>
              <a:rPr lang="en-US" dirty="0"/>
              <a:t>Also normalize that not every scenario is perfect for strict TDD. The practice is a default, not a straitjacket. The goal is to embody the principles: specify behavior, get fast feedback, refactor safely.</a:t>
            </a:r>
          </a:p>
          <a:p>
            <a:endParaRPr lang="en-US" dirty="0"/>
          </a:p>
          <a:p>
            <a:r>
              <a:rPr lang="en-US" dirty="0"/>
              <a:t>Transition to Q&amp;A: “What concerns or scenarios are you thinking about where this might feel hard?”</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a:p>
            <a:endParaRPr lang="en-US" dirty="0"/>
          </a:p>
          <a:p>
            <a:r>
              <a:rPr lang="en-US" dirty="0"/>
              <a:t>### Extra depth: if you want to demonstrate tooling (optional)</a:t>
            </a:r>
          </a:p>
          <a:p>
            <a:endParaRPr lang="en-US" dirty="0"/>
          </a:p>
          <a:p>
            <a:r>
              <a:rPr lang="en-US" dirty="0"/>
              <a:t>- Show how to run a single test quickly (e.g., `</a:t>
            </a:r>
            <a:r>
              <a:rPr lang="en-US" dirty="0" err="1"/>
              <a:t>pytest</a:t>
            </a:r>
            <a:r>
              <a:rPr lang="en-US" dirty="0"/>
              <a:t> -k &lt;name&gt;`).</a:t>
            </a:r>
          </a:p>
          <a:p>
            <a:r>
              <a:rPr lang="en-US" dirty="0"/>
              <a:t>- Show how to read a failure message and use it as a navigation tool.</a:t>
            </a:r>
          </a:p>
          <a:p>
            <a:r>
              <a:rPr lang="en-US" dirty="0"/>
              <a:t>- Show a “watch mode” concept: tests re-run automatically after saving files, keeping the loop tight.</a:t>
            </a:r>
          </a:p>
          <a:p>
            <a:endParaRPr lang="en-US" dirty="0"/>
          </a:p>
          <a:p>
            <a:r>
              <a:rPr lang="en-US" dirty="0"/>
              <a:t>Even without showing commands, emphasize the habit: **run tests so often that “red” and “green” are continuously visible.**</a:t>
            </a:r>
          </a:p>
        </p:txBody>
      </p:sp>
      <p:sp>
        <p:nvSpPr>
          <p:cNvPr id="4" name="Slide Number Placeholder 3"/>
          <p:cNvSpPr>
            <a:spLocks noGrp="1"/>
          </p:cNvSpPr>
          <p:nvPr>
            <p:ph type="sldNum" sz="quarter" idx="5"/>
          </p:nvPr>
        </p:nvSpPr>
        <p:spPr/>
        <p:txBody>
          <a:bodyPr/>
          <a:lstStyle/>
          <a:p>
            <a:fld id="{173C0C7A-8381-8748-96AE-DA4FA8CE2FC1}" type="slidenum">
              <a:rPr lang="en-US" smtClean="0"/>
              <a:t>45</a:t>
            </a:fld>
            <a:endParaRPr lang="en-US"/>
          </a:p>
        </p:txBody>
      </p:sp>
    </p:spTree>
    <p:extLst>
      <p:ext uri="{BB962C8B-B14F-4D97-AF65-F5344CB8AC3E}">
        <p14:creationId xmlns:p14="http://schemas.microsoft.com/office/powerpoint/2010/main" val="9115760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Q&amp;A slide to create a safe space for practical concerns. Many questions will be about trade-offs and exceptions: “What about UI?” “What about legacy?” “What if tests are slow?” The best way to handle this is to keep returning to principles: fast feedback, determinism, and behavior-focused tests.</a:t>
            </a:r>
          </a:p>
          <a:p>
            <a:endParaRPr lang="en-US" dirty="0"/>
          </a:p>
          <a:p>
            <a:r>
              <a:rPr lang="en-US" dirty="0"/>
              <a:t>Suggested Q&amp;A prompts you can seed if the room is quiet:</a:t>
            </a:r>
          </a:p>
          <a:p>
            <a:r>
              <a:rPr lang="en-US" dirty="0"/>
              <a:t>- “Where do you currently feel least confident making changes?”</a:t>
            </a:r>
          </a:p>
          <a:p>
            <a:r>
              <a:rPr lang="en-US" dirty="0"/>
              <a:t>- “Which part of your system is most coupled to time, randomness, or external services?”</a:t>
            </a:r>
          </a:p>
          <a:p>
            <a:r>
              <a:rPr lang="en-US" dirty="0"/>
              <a:t>- “What’s the slowest part of your test suite today?”</a:t>
            </a:r>
          </a:p>
          <a:p>
            <a:r>
              <a:rPr lang="en-US" dirty="0"/>
              <a:t>- “Do you have examples of tests that are painful to maintain? What makes them painful?”</a:t>
            </a:r>
          </a:p>
          <a:p>
            <a:endParaRPr lang="en-US" dirty="0"/>
          </a:p>
          <a:p>
            <a:r>
              <a:rPr lang="en-US" dirty="0"/>
              <a:t>Common questions and concise answers you can give:</a:t>
            </a:r>
          </a:p>
          <a:p>
            <a:r>
              <a:rPr lang="en-US" dirty="0"/>
              <a:t>- **“Do we need TDD for everything?”** No. Use it where logic is tricky, changes are frequent, or risk is high. But it’s a great default habit for new code because it pulls you toward good design.</a:t>
            </a:r>
          </a:p>
          <a:p>
            <a:r>
              <a:rPr lang="en-US" dirty="0"/>
              <a:t>- **“Isn’t it slower?”** It can feel slower per step, but it reduces rework and improves confidence. The total time often decreases, especially on non-trivial features.</a:t>
            </a:r>
          </a:p>
          <a:p>
            <a:r>
              <a:rPr lang="en-US" dirty="0"/>
              <a:t>- **“What about integration?”** Keep a balanced pyramid. TDD often drives unit tests first, but integration tests are still essential at boundaries.</a:t>
            </a:r>
          </a:p>
          <a:p>
            <a:r>
              <a:rPr lang="en-US" dirty="0"/>
              <a:t>- **“How do we start in a legacy codebase?”** Characterization tests and sprout/wrap strategies help you build safety incrementally.</a:t>
            </a:r>
          </a:p>
          <a:p>
            <a:endParaRPr lang="en-US" dirty="0"/>
          </a:p>
          <a:p>
            <a:r>
              <a:rPr lang="en-US" dirty="0"/>
              <a:t>Close the session by restating the central loop and encouraging practice: “The first win is simply keeping your steps small and letting tests pull the design.”</a:t>
            </a:r>
          </a:p>
          <a:p>
            <a:endParaRPr lang="en-US" dirty="0"/>
          </a:p>
          <a:p>
            <a:r>
              <a:rPr lang="en-US" dirty="0"/>
              <a:t>**Speaker stance / tone:** Keep it practical. If the audience remembers one thing from this slide, it’s that *we’re reducing risk by getting fast feedback*, not creating ceremony.</a:t>
            </a:r>
          </a:p>
          <a:p>
            <a:endParaRPr lang="en-US" dirty="0"/>
          </a:p>
          <a:p>
            <a:r>
              <a:rPr lang="en-US" dirty="0"/>
              <a:t>**Bridge from previous / to next:** Use this slide to connect the idea to the next step in the workflow. A good transition sentence is: “Now that we know *why* we care about feedback, let’s look at *how* TDD structures it.”</a:t>
            </a:r>
          </a:p>
          <a:p>
            <a:r>
              <a:rPr lang="en-US" dirty="0"/>
              <a:t>### Facilitation notes (to reach depth)</a:t>
            </a:r>
          </a:p>
          <a:p>
            <a:endParaRPr lang="en-US" dirty="0"/>
          </a:p>
          <a:p>
            <a:r>
              <a:rPr lang="en-US" dirty="0"/>
              <a:t>- **Key question to ask the room:** “What would be the smallest example that convinces you this behavior works?”  </a:t>
            </a:r>
          </a:p>
          <a:p>
            <a:r>
              <a:rPr lang="en-US" dirty="0"/>
              <a:t>- **Common misconception to correct:** People often confuse *testing* with *TDD*. Remind them we’re practicing a *sequence* (test first → minimal code → refactor), not merely writing tests.</a:t>
            </a:r>
          </a:p>
          <a:p>
            <a:r>
              <a:rPr lang="en-US" dirty="0"/>
              <a:t>- **Micro-demo idea:** Do a 60–90 second live example where you intentionally write a too-simple implementation, then add a counter-example. The point is to demonstrate how the loop guides you.</a:t>
            </a:r>
          </a:p>
          <a:p>
            <a:r>
              <a:rPr lang="en-US" dirty="0"/>
              <a:t>- **If someone challenges the approach:** Bring it back to feedback economics: smaller loops reduce risk, rework, and the cost of debugging.</a:t>
            </a:r>
          </a:p>
          <a:p>
            <a:r>
              <a:rPr lang="en-US" dirty="0"/>
              <a:t>- **Practice prompt:** “Try applying this idea to a single function in your current codebase. Keep the first test embarrassingly small.”</a:t>
            </a:r>
          </a:p>
          <a:p>
            <a:endParaRPr lang="en-US" dirty="0"/>
          </a:p>
          <a:p>
            <a:r>
              <a:rPr lang="en-US" dirty="0"/>
              <a:t>### Extra depth: examples you can tell as a story</a:t>
            </a:r>
          </a:p>
          <a:p>
            <a:endParaRPr lang="en-US" dirty="0"/>
          </a:p>
          <a:p>
            <a:r>
              <a:rPr lang="en-US" dirty="0"/>
              <a:t>- **“The scary refactor” story:** Describe a time a small change caused an unrelated bug because there was no safety net. Explain how a small set of fast tests turns that fear into routine confidence.</a:t>
            </a:r>
          </a:p>
          <a:p>
            <a:r>
              <a:rPr lang="en-US" dirty="0"/>
              <a:t>- **Edge-case motivation:** Explain how edge cases (like leap years or delimiters) are where production bugs hide, and how TDD’s habit of adding examples one at a time makes edge cases visible early.</a:t>
            </a:r>
          </a:p>
          <a:p>
            <a:r>
              <a:rPr lang="en-US" dirty="0"/>
              <a:t>- **Design consequence:** Point out that when tests are hard to write, it’s often a *design smell*—too much coupling, hidden dependencies, or unclear responsibilities.</a:t>
            </a:r>
          </a:p>
          <a:p>
            <a:endParaRPr lang="en-US" dirty="0"/>
          </a:p>
          <a:p>
            <a:r>
              <a:rPr lang="en-US" dirty="0"/>
              <a:t>### Audience interaction (quick)</a:t>
            </a:r>
          </a:p>
          <a:p>
            <a:r>
              <a:rPr lang="en-US" dirty="0"/>
              <a:t>Ask: “What is one part of your system you are afraid to change?” Then tie that fear to missing feedback loops.</a:t>
            </a:r>
          </a:p>
          <a:p>
            <a:endParaRPr lang="en-US" dirty="0"/>
          </a:p>
          <a:p>
            <a:r>
              <a:rPr lang="en-US" dirty="0"/>
              <a:t>### Extra depth: practical checklist</a:t>
            </a:r>
          </a:p>
          <a:p>
            <a:endParaRPr lang="en-US" dirty="0"/>
          </a:p>
          <a:p>
            <a:r>
              <a:rPr lang="en-US" dirty="0"/>
              <a:t>- Can I run the relevant tests in under 10 seconds?</a:t>
            </a:r>
          </a:p>
          <a:p>
            <a:r>
              <a:rPr lang="en-US" dirty="0"/>
              <a:t>- Does this test fail for *one* clear reason?</a:t>
            </a:r>
          </a:p>
          <a:p>
            <a:r>
              <a:rPr lang="en-US" dirty="0"/>
              <a:t>- If I refactor the implementation but keep behavior, will this test still pass?</a:t>
            </a:r>
          </a:p>
          <a:p>
            <a:r>
              <a:rPr lang="en-US" dirty="0"/>
              <a:t>- Is there any time/randomness/external IO hidden inside the unit under test?</a:t>
            </a:r>
          </a:p>
          <a:p>
            <a:r>
              <a:rPr lang="en-US" dirty="0"/>
              <a:t>- Do I have at least one negative case (a counter-example) for each important rule?</a:t>
            </a:r>
          </a:p>
          <a:p>
            <a:endParaRPr lang="en-US" dirty="0"/>
          </a:p>
          <a:p>
            <a:r>
              <a:rPr lang="en-US" dirty="0"/>
              <a:t>### Common phrasing you can reuse while presenting</a:t>
            </a:r>
          </a:p>
          <a:p>
            <a:r>
              <a:rPr lang="en-US" dirty="0"/>
              <a:t>- “Let’s make the behavior undeniable with one example.”</a:t>
            </a:r>
          </a:p>
          <a:p>
            <a:r>
              <a:rPr lang="en-US" dirty="0"/>
              <a:t>- “Now we’ve earned permission to refactor.”</a:t>
            </a:r>
          </a:p>
          <a:p>
            <a:r>
              <a:rPr lang="en-US" dirty="0"/>
              <a:t>- “If we can’t make a tiny step, the step is too big.”</a:t>
            </a:r>
          </a:p>
        </p:txBody>
      </p:sp>
      <p:sp>
        <p:nvSpPr>
          <p:cNvPr id="4" name="Slide Number Placeholder 3"/>
          <p:cNvSpPr>
            <a:spLocks noGrp="1"/>
          </p:cNvSpPr>
          <p:nvPr>
            <p:ph type="sldNum" sz="quarter" idx="5"/>
          </p:nvPr>
        </p:nvSpPr>
        <p:spPr/>
        <p:txBody>
          <a:bodyPr/>
          <a:lstStyle/>
          <a:p>
            <a:fld id="{173C0C7A-8381-8748-96AE-DA4FA8CE2FC1}" type="slidenum">
              <a:rPr lang="en-US" smtClean="0"/>
              <a:t>46</a:t>
            </a:fld>
            <a:endParaRPr lang="en-US"/>
          </a:p>
        </p:txBody>
      </p:sp>
    </p:spTree>
    <p:extLst>
      <p:ext uri="{BB962C8B-B14F-4D97-AF65-F5344CB8AC3E}">
        <p14:creationId xmlns:p14="http://schemas.microsoft.com/office/powerpoint/2010/main" val="3344563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8966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678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2238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705002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8347" y="2786027"/>
            <a:ext cx="3685073"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292262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7890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1889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n-US"/>
              <a:t>Click to edit Master title style</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010161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23649" y="6181344"/>
            <a:ext cx="718502" cy="365125"/>
          </a:xfrm>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a:xfrm>
            <a:off x="818348" y="6181344"/>
            <a:ext cx="3705300" cy="365125"/>
          </a:xfrm>
        </p:spPr>
        <p:txBody>
          <a:bodyPr/>
          <a:lstStyle/>
          <a:p>
            <a:endParaRPr lang="en-US"/>
          </a:p>
        </p:txBody>
      </p:sp>
      <p:sp>
        <p:nvSpPr>
          <p:cNvPr id="7" name="Slide Number Placeholder 6"/>
          <p:cNvSpPr>
            <a:spLocks noGrp="1"/>
          </p:cNvSpPr>
          <p:nvPr>
            <p:ph type="sldNum" sz="quarter" idx="12"/>
          </p:nvPr>
        </p:nvSpPr>
        <p:spPr>
          <a:xfrm>
            <a:off x="8024262" y="6181344"/>
            <a:ext cx="305186" cy="32925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480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a:xfrm>
            <a:off x="917678" y="6181344"/>
            <a:ext cx="5337278"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4943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143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9486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0399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8414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0486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8567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950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5BCAD085-E8A6-8845-BD4E-CB4CCA059FC4}" type="datetimeFigureOut">
              <a:rPr lang="en-US" smtClean="0"/>
              <a:t>12/4/25</a:t>
            </a:fld>
            <a:endParaRPr lang="en-U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6170821"/>
      </p:ext>
    </p:extLst>
  </p:cSld>
  <p:clrMap bg1="dk1" tx1="lt1" bg2="dk2"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txStyles>
    <p:titleStyle>
      <a:lvl1pPr algn="l" defTabSz="457200" rtl="0" eaLnBrk="1" latinLnBrk="0" hangingPunct="1">
        <a:spcBef>
          <a:spcPct val="0"/>
        </a:spcBef>
        <a:buNone/>
        <a:defRPr sz="28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jpeg"/><Relationship Id="rId7" Type="http://schemas.openxmlformats.org/officeDocument/2006/relationships/diagramColors" Target="../diagrams/colors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jpeg"/><Relationship Id="rId7" Type="http://schemas.openxmlformats.org/officeDocument/2006/relationships/diagramColors" Target="../diagrams/colors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jpeg"/><Relationship Id="rId7" Type="http://schemas.openxmlformats.org/officeDocument/2006/relationships/diagramColors" Target="../diagrams/colors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jpeg"/><Relationship Id="rId7" Type="http://schemas.openxmlformats.org/officeDocument/2006/relationships/diagramColors" Target="../diagrams/colors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jpeg"/><Relationship Id="rId7" Type="http://schemas.openxmlformats.org/officeDocument/2006/relationships/diagramColors" Target="../diagrams/colors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jpeg"/><Relationship Id="rId7" Type="http://schemas.openxmlformats.org/officeDocument/2006/relationships/diagramColors" Target="../diagrams/colors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jpeg"/><Relationship Id="rId7" Type="http://schemas.openxmlformats.org/officeDocument/2006/relationships/diagramColors" Target="../diagrams/colors1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8.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jpeg"/><Relationship Id="rId7" Type="http://schemas.openxmlformats.org/officeDocument/2006/relationships/diagramColors" Target="../diagrams/colors12.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9.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jpeg"/><Relationship Id="rId7" Type="http://schemas.openxmlformats.org/officeDocument/2006/relationships/diagramColors" Target="../diagrams/colors13.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30.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jpeg"/><Relationship Id="rId7" Type="http://schemas.openxmlformats.org/officeDocument/2006/relationships/diagramColors" Target="../diagrams/colors1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2.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jpeg"/><Relationship Id="rId7" Type="http://schemas.openxmlformats.org/officeDocument/2006/relationships/diagramColors" Target="../diagrams/colors1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33.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jpeg"/><Relationship Id="rId7" Type="http://schemas.openxmlformats.org/officeDocument/2006/relationships/diagramColors" Target="../diagrams/colors17.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51.jpeg"/></Relationships>
</file>

<file path=ppt/slides/_rels/slide36.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2.jpeg"/><Relationship Id="rId7" Type="http://schemas.openxmlformats.org/officeDocument/2006/relationships/diagramColors" Target="../diagrams/colors19.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7.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2.jpeg"/><Relationship Id="rId7" Type="http://schemas.openxmlformats.org/officeDocument/2006/relationships/diagramColors" Target="../diagrams/colors2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9.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2.jpeg"/><Relationship Id="rId7" Type="http://schemas.openxmlformats.org/officeDocument/2006/relationships/diagramColors" Target="../diagrams/colors21.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40.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2.jpeg"/><Relationship Id="rId7" Type="http://schemas.openxmlformats.org/officeDocument/2006/relationships/diagramColors" Target="../diagrams/colors22.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41.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2.jpeg"/><Relationship Id="rId7" Type="http://schemas.openxmlformats.org/officeDocument/2006/relationships/diagramColors" Target="../diagrams/colors23.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42.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2.jpeg"/><Relationship Id="rId7" Type="http://schemas.openxmlformats.org/officeDocument/2006/relationships/diagramColors" Target="../diagrams/colors24.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4.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2.jpeg"/><Relationship Id="rId7" Type="http://schemas.openxmlformats.org/officeDocument/2006/relationships/diagramColors" Target="../diagrams/colors26.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45.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image" Target="../media/image2.jpeg"/><Relationship Id="rId7" Type="http://schemas.openxmlformats.org/officeDocument/2006/relationships/diagramColors" Target="../diagrams/colors27.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46.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2.jpeg"/><Relationship Id="rId7" Type="http://schemas.openxmlformats.org/officeDocument/2006/relationships/diagramColors" Target="../diagrams/colors28.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62164E-4528-40DB-BC26-D6DDE216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solidFill>
            <a:srgbClr val="363D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F30007FA-C6A2-43A0-8045-7016AEF81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322895"/>
          </a:xfrm>
          <a:custGeom>
            <a:avLst/>
            <a:gdLst>
              <a:gd name="connsiteX0" fmla="*/ 0 w 12192000"/>
              <a:gd name="connsiteY0" fmla="*/ 0 h 5322895"/>
              <a:gd name="connsiteX1" fmla="*/ 12192000 w 12192000"/>
              <a:gd name="connsiteY1" fmla="*/ 0 h 5322895"/>
              <a:gd name="connsiteX2" fmla="*/ 12192000 w 12192000"/>
              <a:gd name="connsiteY2" fmla="*/ 213719 h 5322895"/>
              <a:gd name="connsiteX3" fmla="*/ 12192000 w 12192000"/>
              <a:gd name="connsiteY3" fmla="*/ 471948 h 5322895"/>
              <a:gd name="connsiteX4" fmla="*/ 12192000 w 12192000"/>
              <a:gd name="connsiteY4" fmla="*/ 3571886 h 5322895"/>
              <a:gd name="connsiteX5" fmla="*/ 12192000 w 12192000"/>
              <a:gd name="connsiteY5" fmla="*/ 3753332 h 5322895"/>
              <a:gd name="connsiteX6" fmla="*/ 12192000 w 12192000"/>
              <a:gd name="connsiteY6" fmla="*/ 4806077 h 5322895"/>
              <a:gd name="connsiteX7" fmla="*/ 11957522 w 12192000"/>
              <a:gd name="connsiteY7" fmla="*/ 4849979 h 5322895"/>
              <a:gd name="connsiteX8" fmla="*/ 11679973 w 12192000"/>
              <a:gd name="connsiteY8" fmla="*/ 4899723 h 5322895"/>
              <a:gd name="connsiteX9" fmla="*/ 11401197 w 12192000"/>
              <a:gd name="connsiteY9" fmla="*/ 4948416 h 5322895"/>
              <a:gd name="connsiteX10" fmla="*/ 11121192 w 12192000"/>
              <a:gd name="connsiteY10" fmla="*/ 4990102 h 5322895"/>
              <a:gd name="connsiteX11" fmla="*/ 10842416 w 12192000"/>
              <a:gd name="connsiteY11" fmla="*/ 5032139 h 5322895"/>
              <a:gd name="connsiteX12" fmla="*/ 10562411 w 12192000"/>
              <a:gd name="connsiteY12" fmla="*/ 5071374 h 5322895"/>
              <a:gd name="connsiteX13" fmla="*/ 10286091 w 12192000"/>
              <a:gd name="connsiteY13" fmla="*/ 5105003 h 5322895"/>
              <a:gd name="connsiteX14" fmla="*/ 10006086 w 12192000"/>
              <a:gd name="connsiteY14" fmla="*/ 5136881 h 5322895"/>
              <a:gd name="connsiteX15" fmla="*/ 9727310 w 12192000"/>
              <a:gd name="connsiteY15" fmla="*/ 5165957 h 5322895"/>
              <a:gd name="connsiteX16" fmla="*/ 9453445 w 12192000"/>
              <a:gd name="connsiteY16" fmla="*/ 5191179 h 5322895"/>
              <a:gd name="connsiteX17" fmla="*/ 9175897 w 12192000"/>
              <a:gd name="connsiteY17" fmla="*/ 5216401 h 5322895"/>
              <a:gd name="connsiteX18" fmla="*/ 8902033 w 12192000"/>
              <a:gd name="connsiteY18" fmla="*/ 5237420 h 5322895"/>
              <a:gd name="connsiteX19" fmla="*/ 8628169 w 12192000"/>
              <a:gd name="connsiteY19" fmla="*/ 5253884 h 5322895"/>
              <a:gd name="connsiteX20" fmla="*/ 8355533 w 12192000"/>
              <a:gd name="connsiteY20" fmla="*/ 5271050 h 5322895"/>
              <a:gd name="connsiteX21" fmla="*/ 8085353 w 12192000"/>
              <a:gd name="connsiteY21" fmla="*/ 5285412 h 5322895"/>
              <a:gd name="connsiteX22" fmla="*/ 7817629 w 12192000"/>
              <a:gd name="connsiteY22" fmla="*/ 5295571 h 5322895"/>
              <a:gd name="connsiteX23" fmla="*/ 7549905 w 12192000"/>
              <a:gd name="connsiteY23" fmla="*/ 5304329 h 5322895"/>
              <a:gd name="connsiteX24" fmla="*/ 7284638 w 12192000"/>
              <a:gd name="connsiteY24" fmla="*/ 5312736 h 5322895"/>
              <a:gd name="connsiteX25" fmla="*/ 7023055 w 12192000"/>
              <a:gd name="connsiteY25" fmla="*/ 5316590 h 5322895"/>
              <a:gd name="connsiteX26" fmla="*/ 6761472 w 12192000"/>
              <a:gd name="connsiteY26" fmla="*/ 5320793 h 5322895"/>
              <a:gd name="connsiteX27" fmla="*/ 6503573 w 12192000"/>
              <a:gd name="connsiteY27" fmla="*/ 5322895 h 5322895"/>
              <a:gd name="connsiteX28" fmla="*/ 6248130 w 12192000"/>
              <a:gd name="connsiteY28" fmla="*/ 5320793 h 5322895"/>
              <a:gd name="connsiteX29" fmla="*/ 5995144 w 12192000"/>
              <a:gd name="connsiteY29" fmla="*/ 5320793 h 5322895"/>
              <a:gd name="connsiteX30" fmla="*/ 5744613 w 12192000"/>
              <a:gd name="connsiteY30" fmla="*/ 5316590 h 5322895"/>
              <a:gd name="connsiteX31" fmla="*/ 5498995 w 12192000"/>
              <a:gd name="connsiteY31" fmla="*/ 5310284 h 5322895"/>
              <a:gd name="connsiteX32" fmla="*/ 5255834 w 12192000"/>
              <a:gd name="connsiteY32" fmla="*/ 5304329 h 5322895"/>
              <a:gd name="connsiteX33" fmla="*/ 5017584 w 12192000"/>
              <a:gd name="connsiteY33" fmla="*/ 5297673 h 5322895"/>
              <a:gd name="connsiteX34" fmla="*/ 4780562 w 12192000"/>
              <a:gd name="connsiteY34" fmla="*/ 5287514 h 5322895"/>
              <a:gd name="connsiteX35" fmla="*/ 4547227 w 12192000"/>
              <a:gd name="connsiteY35" fmla="*/ 5276654 h 5322895"/>
              <a:gd name="connsiteX36" fmla="*/ 4318800 w 12192000"/>
              <a:gd name="connsiteY36" fmla="*/ 5266846 h 5322895"/>
              <a:gd name="connsiteX37" fmla="*/ 3873004 w 12192000"/>
              <a:gd name="connsiteY37" fmla="*/ 5239171 h 5322895"/>
              <a:gd name="connsiteX38" fmla="*/ 3445628 w 12192000"/>
              <a:gd name="connsiteY38" fmla="*/ 5209746 h 5322895"/>
              <a:gd name="connsiteX39" fmla="*/ 3035446 w 12192000"/>
              <a:gd name="connsiteY39" fmla="*/ 5178918 h 5322895"/>
              <a:gd name="connsiteX40" fmla="*/ 2647370 w 12192000"/>
              <a:gd name="connsiteY40" fmla="*/ 5144939 h 5322895"/>
              <a:gd name="connsiteX41" fmla="*/ 2276487 w 12192000"/>
              <a:gd name="connsiteY41" fmla="*/ 5109557 h 5322895"/>
              <a:gd name="connsiteX42" fmla="*/ 1932621 w 12192000"/>
              <a:gd name="connsiteY42" fmla="*/ 5071374 h 5322895"/>
              <a:gd name="connsiteX43" fmla="*/ 1609634 w 12192000"/>
              <a:gd name="connsiteY43" fmla="*/ 5033891 h 5322895"/>
              <a:gd name="connsiteX44" fmla="*/ 1312435 w 12192000"/>
              <a:gd name="connsiteY44" fmla="*/ 4996408 h 5322895"/>
              <a:gd name="connsiteX45" fmla="*/ 1039799 w 12192000"/>
              <a:gd name="connsiteY45" fmla="*/ 4961027 h 5322895"/>
              <a:gd name="connsiteX46" fmla="*/ 797865 w 12192000"/>
              <a:gd name="connsiteY46" fmla="*/ 4927397 h 5322895"/>
              <a:gd name="connsiteX47" fmla="*/ 579265 w 12192000"/>
              <a:gd name="connsiteY47" fmla="*/ 4895519 h 5322895"/>
              <a:gd name="connsiteX48" fmla="*/ 395052 w 12192000"/>
              <a:gd name="connsiteY48" fmla="*/ 4868896 h 5322895"/>
              <a:gd name="connsiteX49" fmla="*/ 240312 w 12192000"/>
              <a:gd name="connsiteY49" fmla="*/ 4843673 h 5322895"/>
              <a:gd name="connsiteX50" fmla="*/ 27853 w 12192000"/>
              <a:gd name="connsiteY50" fmla="*/ 4807592 h 5322895"/>
              <a:gd name="connsiteX51" fmla="*/ 0 w 12192000"/>
              <a:gd name="connsiteY51" fmla="*/ 4802879 h 5322895"/>
              <a:gd name="connsiteX52" fmla="*/ 0 w 12192000"/>
              <a:gd name="connsiteY52" fmla="*/ 3753332 h 5322895"/>
              <a:gd name="connsiteX53" fmla="*/ 0 w 12192000"/>
              <a:gd name="connsiteY53" fmla="*/ 3571886 h 5322895"/>
              <a:gd name="connsiteX54" fmla="*/ 0 w 12192000"/>
              <a:gd name="connsiteY54" fmla="*/ 471948 h 5322895"/>
              <a:gd name="connsiteX55" fmla="*/ 0 w 12192000"/>
              <a:gd name="connsiteY55" fmla="*/ 213719 h 5322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5322895">
                <a:moveTo>
                  <a:pt x="0" y="0"/>
                </a:moveTo>
                <a:lnTo>
                  <a:pt x="12192000" y="0"/>
                </a:lnTo>
                <a:lnTo>
                  <a:pt x="12192000" y="213719"/>
                </a:lnTo>
                <a:lnTo>
                  <a:pt x="12192000" y="471948"/>
                </a:lnTo>
                <a:lnTo>
                  <a:pt x="12192000" y="3571886"/>
                </a:lnTo>
                <a:lnTo>
                  <a:pt x="12192000" y="3753332"/>
                </a:lnTo>
                <a:lnTo>
                  <a:pt x="12192000" y="4806077"/>
                </a:lnTo>
                <a:lnTo>
                  <a:pt x="11957522" y="4849979"/>
                </a:lnTo>
                <a:lnTo>
                  <a:pt x="11679973" y="4899723"/>
                </a:lnTo>
                <a:lnTo>
                  <a:pt x="11401197" y="4948416"/>
                </a:lnTo>
                <a:lnTo>
                  <a:pt x="11121192" y="4990102"/>
                </a:lnTo>
                <a:lnTo>
                  <a:pt x="10842416" y="5032139"/>
                </a:lnTo>
                <a:lnTo>
                  <a:pt x="10562411" y="5071374"/>
                </a:lnTo>
                <a:lnTo>
                  <a:pt x="10286091" y="5105003"/>
                </a:lnTo>
                <a:lnTo>
                  <a:pt x="10006086" y="5136881"/>
                </a:lnTo>
                <a:lnTo>
                  <a:pt x="9727310" y="5165957"/>
                </a:lnTo>
                <a:lnTo>
                  <a:pt x="9453445" y="5191179"/>
                </a:lnTo>
                <a:lnTo>
                  <a:pt x="9175897" y="5216401"/>
                </a:lnTo>
                <a:lnTo>
                  <a:pt x="8902033" y="5237420"/>
                </a:lnTo>
                <a:lnTo>
                  <a:pt x="8628169" y="5253884"/>
                </a:lnTo>
                <a:lnTo>
                  <a:pt x="8355533" y="5271050"/>
                </a:lnTo>
                <a:lnTo>
                  <a:pt x="8085353" y="5285412"/>
                </a:lnTo>
                <a:lnTo>
                  <a:pt x="7817629" y="5295571"/>
                </a:lnTo>
                <a:lnTo>
                  <a:pt x="7549905" y="5304329"/>
                </a:lnTo>
                <a:lnTo>
                  <a:pt x="7284638" y="5312736"/>
                </a:lnTo>
                <a:lnTo>
                  <a:pt x="7023055" y="5316590"/>
                </a:lnTo>
                <a:lnTo>
                  <a:pt x="6761472" y="5320793"/>
                </a:lnTo>
                <a:lnTo>
                  <a:pt x="6503573" y="5322895"/>
                </a:lnTo>
                <a:lnTo>
                  <a:pt x="6248130" y="5320793"/>
                </a:lnTo>
                <a:lnTo>
                  <a:pt x="5995144" y="5320793"/>
                </a:lnTo>
                <a:lnTo>
                  <a:pt x="5744613" y="5316590"/>
                </a:lnTo>
                <a:lnTo>
                  <a:pt x="5498995" y="5310284"/>
                </a:lnTo>
                <a:lnTo>
                  <a:pt x="5255834" y="5304329"/>
                </a:lnTo>
                <a:lnTo>
                  <a:pt x="5017584" y="5297673"/>
                </a:lnTo>
                <a:lnTo>
                  <a:pt x="4780562" y="5287514"/>
                </a:lnTo>
                <a:lnTo>
                  <a:pt x="4547227" y="5276654"/>
                </a:lnTo>
                <a:lnTo>
                  <a:pt x="4318800" y="5266846"/>
                </a:lnTo>
                <a:lnTo>
                  <a:pt x="3873004" y="5239171"/>
                </a:lnTo>
                <a:lnTo>
                  <a:pt x="3445628" y="5209746"/>
                </a:lnTo>
                <a:lnTo>
                  <a:pt x="3035446" y="5178918"/>
                </a:lnTo>
                <a:lnTo>
                  <a:pt x="2647370" y="5144939"/>
                </a:lnTo>
                <a:lnTo>
                  <a:pt x="2276487" y="5109557"/>
                </a:lnTo>
                <a:lnTo>
                  <a:pt x="1932621" y="5071374"/>
                </a:lnTo>
                <a:lnTo>
                  <a:pt x="1609634" y="5033891"/>
                </a:lnTo>
                <a:lnTo>
                  <a:pt x="1312435" y="4996408"/>
                </a:lnTo>
                <a:lnTo>
                  <a:pt x="1039799" y="4961027"/>
                </a:lnTo>
                <a:lnTo>
                  <a:pt x="797865" y="4927397"/>
                </a:lnTo>
                <a:lnTo>
                  <a:pt x="579265" y="4895519"/>
                </a:lnTo>
                <a:lnTo>
                  <a:pt x="395052" y="4868896"/>
                </a:lnTo>
                <a:lnTo>
                  <a:pt x="240312" y="4843673"/>
                </a:lnTo>
                <a:lnTo>
                  <a:pt x="27853" y="4807592"/>
                </a:lnTo>
                <a:lnTo>
                  <a:pt x="0" y="4802879"/>
                </a:lnTo>
                <a:lnTo>
                  <a:pt x="0" y="3753332"/>
                </a:lnTo>
                <a:lnTo>
                  <a:pt x="0" y="3571886"/>
                </a:lnTo>
                <a:lnTo>
                  <a:pt x="0" y="471948"/>
                </a:lnTo>
                <a:lnTo>
                  <a:pt x="0" y="213719"/>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60000"/>
              </a:prstClr>
            </a:outerShdw>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313259" y="865974"/>
            <a:ext cx="6507166" cy="3643822"/>
          </a:xfrm>
        </p:spPr>
        <p:txBody>
          <a:bodyPr anchor="ctr">
            <a:normAutofit/>
          </a:bodyPr>
          <a:lstStyle/>
          <a:p>
            <a:r>
              <a:rPr lang="en-US" sz="5700"/>
              <a:t>Test-Driven Development (TDD)</a:t>
            </a:r>
          </a:p>
        </p:txBody>
      </p:sp>
      <p:sp>
        <p:nvSpPr>
          <p:cNvPr id="3" name="Subtitle 2"/>
          <p:cNvSpPr>
            <a:spLocks noGrp="1"/>
          </p:cNvSpPr>
          <p:nvPr>
            <p:ph type="subTitle" idx="1"/>
          </p:nvPr>
        </p:nvSpPr>
        <p:spPr>
          <a:xfrm>
            <a:off x="1313259" y="5542384"/>
            <a:ext cx="6507166" cy="628260"/>
          </a:xfrm>
        </p:spPr>
        <p:txBody>
          <a:bodyPr>
            <a:normAutofit/>
          </a:bodyPr>
          <a:lstStyle/>
          <a:p>
            <a:pPr>
              <a:lnSpc>
                <a:spcPct val="90000"/>
              </a:lnSpc>
            </a:pPr>
            <a:r>
              <a:rPr lang="en-US" sz="1500">
                <a:solidFill>
                  <a:srgbClr val="E6E6E6"/>
                </a:solidFill>
              </a:rPr>
              <a:t>A gentle, practical introduction</a:t>
            </a:r>
          </a:p>
          <a:p>
            <a:pPr>
              <a:lnSpc>
                <a:spcPct val="90000"/>
              </a:lnSpc>
            </a:pPr>
            <a:r>
              <a:rPr lang="en-US" sz="1500">
                <a:solidFill>
                  <a:srgbClr val="E6E6E6"/>
                </a:solidFill>
              </a:rPr>
              <a:t>Red → Green → Refactor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0634" y="714375"/>
            <a:ext cx="2499716" cy="5076826"/>
          </a:xfrm>
        </p:spPr>
        <p:txBody>
          <a:bodyPr anchor="ctr">
            <a:normAutofit/>
          </a:bodyPr>
          <a:lstStyle/>
          <a:p>
            <a:r>
              <a:rPr lang="en-US" sz="3500"/>
              <a:t>Agenda</a:t>
            </a:r>
          </a:p>
        </p:txBody>
      </p:sp>
      <p:sp>
        <p:nvSpPr>
          <p:cNvPr id="8"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017" y="0"/>
            <a:ext cx="5668982"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7654"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2"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752"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Content Placeholder 2"/>
          <p:cNvSpPr>
            <a:spLocks noGrp="1"/>
          </p:cNvSpPr>
          <p:nvPr>
            <p:ph idx="1"/>
          </p:nvPr>
        </p:nvSpPr>
        <p:spPr>
          <a:xfrm>
            <a:off x="3729784" y="714375"/>
            <a:ext cx="4690313" cy="5076825"/>
          </a:xfrm>
        </p:spPr>
        <p:txBody>
          <a:bodyPr>
            <a:normAutofit/>
          </a:bodyPr>
          <a:lstStyle/>
          <a:p>
            <a:r>
              <a:rPr lang="en-US"/>
              <a:t>Why testing matters</a:t>
            </a:r>
          </a:p>
          <a:p>
            <a:r>
              <a:rPr lang="en-US"/>
              <a:t>What TDD is (and isn’t)</a:t>
            </a:r>
          </a:p>
          <a:p>
            <a:r>
              <a:rPr lang="en-US"/>
              <a:t>Red → Green → Refactor loop</a:t>
            </a:r>
          </a:p>
          <a:p>
            <a:r>
              <a:rPr lang="en-US"/>
              <a:t>Walk-through examples</a:t>
            </a:r>
          </a:p>
          <a:p>
            <a:r>
              <a:rPr lang="en-US"/>
              <a:t>Test doubles + integration</a:t>
            </a:r>
          </a:p>
          <a:p>
            <a:r>
              <a:rPr lang="en-US"/>
              <a:t>Legacy code + practical tips</a:t>
            </a:r>
          </a:p>
          <a:p>
            <a:r>
              <a:rPr lang="en-US"/>
              <a:t>Exercises and takeaways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Why we test</a:t>
            </a:r>
          </a:p>
        </p:txBody>
      </p:sp>
      <p:graphicFrame>
        <p:nvGraphicFramePr>
          <p:cNvPr id="5" name="Content Placeholder 2">
            <a:extLst>
              <a:ext uri="{FF2B5EF4-FFF2-40B4-BE49-F238E27FC236}">
                <a16:creationId xmlns:a16="http://schemas.microsoft.com/office/drawing/2014/main" id="{BB00F5A9-8D87-000E-33D6-F48139270780}"/>
              </a:ext>
            </a:extLst>
          </p:cNvPr>
          <p:cNvGraphicFramePr>
            <a:graphicFrameLocks noGrp="1"/>
          </p:cNvGraphicFramePr>
          <p:nvPr>
            <p:ph idx="1"/>
            <p:extLst>
              <p:ext uri="{D42A27DB-BD31-4B8C-83A1-F6EECF244321}">
                <p14:modId xmlns:p14="http://schemas.microsoft.com/office/powerpoint/2010/main" val="3005167624"/>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What TDD is</a:t>
            </a:r>
          </a:p>
        </p:txBody>
      </p:sp>
      <p:graphicFrame>
        <p:nvGraphicFramePr>
          <p:cNvPr id="5" name="Content Placeholder 2">
            <a:extLst>
              <a:ext uri="{FF2B5EF4-FFF2-40B4-BE49-F238E27FC236}">
                <a16:creationId xmlns:a16="http://schemas.microsoft.com/office/drawing/2014/main" id="{42A48A49-DDC7-F705-E77A-3E967F7CEAD1}"/>
              </a:ext>
            </a:extLst>
          </p:cNvPr>
          <p:cNvGraphicFramePr>
            <a:graphicFrameLocks noGrp="1"/>
          </p:cNvGraphicFramePr>
          <p:nvPr>
            <p:ph idx="1"/>
            <p:extLst>
              <p:ext uri="{D42A27DB-BD31-4B8C-83A1-F6EECF244321}">
                <p14:modId xmlns:p14="http://schemas.microsoft.com/office/powerpoint/2010/main" val="3515038804"/>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0634" y="714375"/>
            <a:ext cx="2499716" cy="5076826"/>
          </a:xfrm>
        </p:spPr>
        <p:txBody>
          <a:bodyPr anchor="ctr">
            <a:normAutofit/>
          </a:bodyPr>
          <a:lstStyle/>
          <a:p>
            <a:r>
              <a:rPr lang="en-US" sz="3500"/>
              <a:t>What TDD is NOT</a:t>
            </a:r>
          </a:p>
        </p:txBody>
      </p:sp>
      <p:sp>
        <p:nvSpPr>
          <p:cNvPr id="8"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017" y="0"/>
            <a:ext cx="5668982"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7654"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2"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752"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Content Placeholder 2"/>
          <p:cNvSpPr>
            <a:spLocks noGrp="1"/>
          </p:cNvSpPr>
          <p:nvPr>
            <p:ph idx="1"/>
          </p:nvPr>
        </p:nvSpPr>
        <p:spPr>
          <a:xfrm>
            <a:off x="3729784" y="714375"/>
            <a:ext cx="4690313" cy="5076825"/>
          </a:xfrm>
        </p:spPr>
        <p:txBody>
          <a:bodyPr>
            <a:normAutofit/>
          </a:bodyPr>
          <a:lstStyle/>
          <a:p>
            <a:r>
              <a:rPr lang="en-US"/>
              <a:t>Not writing tons of tests after the fact</a:t>
            </a:r>
          </a:p>
          <a:p>
            <a:r>
              <a:rPr lang="en-US"/>
              <a:t>Not chasing 100% coverage for its own sake</a:t>
            </a:r>
          </a:p>
          <a:p>
            <a:r>
              <a:rPr lang="en-US"/>
              <a:t>Not only for “backend” — works anywhere logic exists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rPr dirty="0"/>
              <a:t>The TDD loop</a:t>
            </a:r>
          </a:p>
        </p:txBody>
      </p:sp>
      <p:graphicFrame>
        <p:nvGraphicFramePr>
          <p:cNvPr id="5" name="Content Placeholder 2">
            <a:extLst>
              <a:ext uri="{FF2B5EF4-FFF2-40B4-BE49-F238E27FC236}">
                <a16:creationId xmlns:a16="http://schemas.microsoft.com/office/drawing/2014/main" id="{7350357B-B25A-EFA1-F164-7ACD50FD3A92}"/>
              </a:ext>
            </a:extLst>
          </p:cNvPr>
          <p:cNvGraphicFramePr>
            <a:graphicFrameLocks noGrp="1"/>
          </p:cNvGraphicFramePr>
          <p:nvPr>
            <p:ph idx="1"/>
            <p:extLst>
              <p:ext uri="{D42A27DB-BD31-4B8C-83A1-F6EECF244321}">
                <p14:modId xmlns:p14="http://schemas.microsoft.com/office/powerpoint/2010/main" val="20822497"/>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9901" y="643466"/>
            <a:ext cx="2357907" cy="5571065"/>
          </a:xfrm>
        </p:spPr>
        <p:txBody>
          <a:bodyPr anchor="ctr">
            <a:normAutofit/>
          </a:bodyPr>
          <a:lstStyle/>
          <a:p>
            <a:r>
              <a:rPr lang="en-US" sz="3100"/>
              <a:t>Why tiny steps?</a:t>
            </a:r>
          </a:p>
        </p:txBody>
      </p:sp>
      <p:sp>
        <p:nvSpPr>
          <p:cNvPr id="9" name="Rectangle 8">
            <a:extLst>
              <a:ext uri="{FF2B5EF4-FFF2-40B4-BE49-F238E27FC236}">
                <a16:creationId xmlns:a16="http://schemas.microsoft.com/office/drawing/2014/main" id="{486BE662-8168-4D00-A390-68E716290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49126"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F2F29B-BBEF-4120-BD1A-73904CDAF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73800"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3" name="Straight Connector 12">
            <a:extLst>
              <a:ext uri="{FF2B5EF4-FFF2-40B4-BE49-F238E27FC236}">
                <a16:creationId xmlns:a16="http://schemas.microsoft.com/office/drawing/2014/main" id="{2CB157BB-2207-4221-859A-7DB1E0909D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2255565" y="3429000"/>
            <a:ext cx="6858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graphicFrame>
        <p:nvGraphicFramePr>
          <p:cNvPr id="5" name="Content Placeholder 2">
            <a:extLst>
              <a:ext uri="{FF2B5EF4-FFF2-40B4-BE49-F238E27FC236}">
                <a16:creationId xmlns:a16="http://schemas.microsoft.com/office/drawing/2014/main" id="{5A5D8A30-8C86-9996-A7B9-BAEC7834824E}"/>
              </a:ext>
            </a:extLst>
          </p:cNvPr>
          <p:cNvGraphicFramePr>
            <a:graphicFrameLocks noGrp="1"/>
          </p:cNvGraphicFramePr>
          <p:nvPr>
            <p:ph idx="1"/>
            <p:extLst>
              <p:ext uri="{D42A27DB-BD31-4B8C-83A1-F6EECF244321}">
                <p14:modId xmlns:p14="http://schemas.microsoft.com/office/powerpoint/2010/main" val="214610086"/>
              </p:ext>
            </p:extLst>
          </p:nvPr>
        </p:nvGraphicFramePr>
        <p:xfrm>
          <a:off x="482600" y="643467"/>
          <a:ext cx="4682994" cy="55710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Kinds of tests (quick map)</a:t>
            </a:r>
          </a:p>
        </p:txBody>
      </p:sp>
      <p:graphicFrame>
        <p:nvGraphicFramePr>
          <p:cNvPr id="5" name="Content Placeholder 2">
            <a:extLst>
              <a:ext uri="{FF2B5EF4-FFF2-40B4-BE49-F238E27FC236}">
                <a16:creationId xmlns:a16="http://schemas.microsoft.com/office/drawing/2014/main" id="{C37E1D7D-C1AC-CAF8-5D53-55AD9E0C3FD1}"/>
              </a:ext>
            </a:extLst>
          </p:cNvPr>
          <p:cNvGraphicFramePr>
            <a:graphicFrameLocks noGrp="1"/>
          </p:cNvGraphicFramePr>
          <p:nvPr>
            <p:ph idx="1"/>
            <p:extLst>
              <p:ext uri="{D42A27DB-BD31-4B8C-83A1-F6EECF244321}">
                <p14:modId xmlns:p14="http://schemas.microsoft.com/office/powerpoint/2010/main" val="1729071667"/>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Test pyramid (rule of thumb)</a:t>
            </a:r>
          </a:p>
        </p:txBody>
      </p:sp>
      <p:graphicFrame>
        <p:nvGraphicFramePr>
          <p:cNvPr id="5" name="Content Placeholder 2">
            <a:extLst>
              <a:ext uri="{FF2B5EF4-FFF2-40B4-BE49-F238E27FC236}">
                <a16:creationId xmlns:a16="http://schemas.microsoft.com/office/drawing/2014/main" id="{8E1944E0-EF23-8171-BD2A-396ECE8E639F}"/>
              </a:ext>
            </a:extLst>
          </p:cNvPr>
          <p:cNvGraphicFramePr>
            <a:graphicFrameLocks noGrp="1"/>
          </p:cNvGraphicFramePr>
          <p:nvPr>
            <p:ph idx="1"/>
            <p:extLst>
              <p:ext uri="{D42A27DB-BD31-4B8C-83A1-F6EECF244321}">
                <p14:modId xmlns:p14="http://schemas.microsoft.com/office/powerpoint/2010/main" val="3884900883"/>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Good test structure: AAA</a:t>
            </a:r>
          </a:p>
        </p:txBody>
      </p:sp>
      <p:graphicFrame>
        <p:nvGraphicFramePr>
          <p:cNvPr id="5" name="Content Placeholder 2">
            <a:extLst>
              <a:ext uri="{FF2B5EF4-FFF2-40B4-BE49-F238E27FC236}">
                <a16:creationId xmlns:a16="http://schemas.microsoft.com/office/drawing/2014/main" id="{50ABAB16-373C-44E6-FF37-83F2D4B6290B}"/>
              </a:ext>
            </a:extLst>
          </p:cNvPr>
          <p:cNvGraphicFramePr>
            <a:graphicFrameLocks noGrp="1"/>
          </p:cNvGraphicFramePr>
          <p:nvPr>
            <p:ph idx="1"/>
          </p:nvPr>
        </p:nvGraphicFramePr>
        <p:xfrm>
          <a:off x="818348" y="2060898"/>
          <a:ext cx="7511472" cy="4041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BD3ED2-B0E6-45A2-ABD5-ECF31BC3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D2D1E8-4ABF-4B6B-B39D-40B080B61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70" y="0"/>
            <a:ext cx="7027065" cy="6857999"/>
          </a:xfrm>
          <a:prstGeom prst="rect">
            <a:avLst/>
          </a:prstGeom>
          <a:gradFill flip="none" rotWithShape="1">
            <a:gsLst>
              <a:gs pos="10000">
                <a:schemeClr val="bg2">
                  <a:lumMod val="60000"/>
                  <a:lumOff val="40000"/>
                  <a:alpha val="40000"/>
                </a:schemeClr>
              </a:gs>
              <a:gs pos="70000">
                <a:schemeClr val="bg2">
                  <a:alpha val="0"/>
                </a:schemeClr>
              </a:gs>
              <a:gs pos="0">
                <a:schemeClr val="bg2">
                  <a:lumMod val="40000"/>
                  <a:lumOff val="60000"/>
                  <a:alpha val="5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BC7AB4B5-66A5-48D1-BD88-C60A16ED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566366" cy="6858002"/>
          </a:xfrm>
          <a:custGeom>
            <a:avLst/>
            <a:gdLst>
              <a:gd name="connsiteX0" fmla="*/ 0 w 6088489"/>
              <a:gd name="connsiteY0" fmla="*/ 0 h 6858002"/>
              <a:gd name="connsiteX1" fmla="*/ 3563332 w 6088489"/>
              <a:gd name="connsiteY1" fmla="*/ 0 h 6858002"/>
              <a:gd name="connsiteX2" fmla="*/ 3563332 w 6088489"/>
              <a:gd name="connsiteY2" fmla="*/ 3 h 6858002"/>
              <a:gd name="connsiteX3" fmla="*/ 5842099 w 6088489"/>
              <a:gd name="connsiteY3" fmla="*/ 3 h 6858002"/>
              <a:gd name="connsiteX4" fmla="*/ 5842099 w 6088489"/>
              <a:gd name="connsiteY4" fmla="*/ 4 h 6858002"/>
              <a:gd name="connsiteX5" fmla="*/ 5835346 w 6088489"/>
              <a:gd name="connsiteY5" fmla="*/ 4 h 6858002"/>
              <a:gd name="connsiteX6" fmla="*/ 5841229 w 6088489"/>
              <a:gd name="connsiteY6" fmla="*/ 40466 h 6858002"/>
              <a:gd name="connsiteX7" fmla="*/ 5858543 w 6088489"/>
              <a:gd name="connsiteY7" fmla="*/ 159110 h 6858002"/>
              <a:gd name="connsiteX8" fmla="*/ 5870645 w 6088489"/>
              <a:gd name="connsiteY8" fmla="*/ 245521 h 6858002"/>
              <a:gd name="connsiteX9" fmla="*/ 5883420 w 6088489"/>
              <a:gd name="connsiteY9" fmla="*/ 348391 h 6858002"/>
              <a:gd name="connsiteX10" fmla="*/ 5898716 w 6088489"/>
              <a:gd name="connsiteY10" fmla="*/ 470463 h 6858002"/>
              <a:gd name="connsiteX11" fmla="*/ 5914853 w 6088489"/>
              <a:gd name="connsiteY11" fmla="*/ 605566 h 6858002"/>
              <a:gd name="connsiteX12" fmla="*/ 5931830 w 6088489"/>
              <a:gd name="connsiteY12" fmla="*/ 757813 h 6858002"/>
              <a:gd name="connsiteX13" fmla="*/ 5949815 w 6088489"/>
              <a:gd name="connsiteY13" fmla="*/ 923777 h 6858002"/>
              <a:gd name="connsiteX14" fmla="*/ 5967801 w 6088489"/>
              <a:gd name="connsiteY14" fmla="*/ 1104142 h 6858002"/>
              <a:gd name="connsiteX15" fmla="*/ 5986122 w 6088489"/>
              <a:gd name="connsiteY15" fmla="*/ 1296166 h 6858002"/>
              <a:gd name="connsiteX16" fmla="*/ 6003099 w 6088489"/>
              <a:gd name="connsiteY16" fmla="*/ 1503278 h 6858002"/>
              <a:gd name="connsiteX17" fmla="*/ 6019404 w 6088489"/>
              <a:gd name="connsiteY17" fmla="*/ 1719991 h 6858002"/>
              <a:gd name="connsiteX18" fmla="*/ 6034196 w 6088489"/>
              <a:gd name="connsiteY18" fmla="*/ 1949048 h 6858002"/>
              <a:gd name="connsiteX19" fmla="*/ 6048315 w 6088489"/>
              <a:gd name="connsiteY19" fmla="*/ 2187706 h 6858002"/>
              <a:gd name="connsiteX20" fmla="*/ 6061595 w 6088489"/>
              <a:gd name="connsiteY20" fmla="*/ 2436652 h 6858002"/>
              <a:gd name="connsiteX21" fmla="*/ 6066301 w 6088489"/>
              <a:gd name="connsiteY21" fmla="*/ 2564211 h 6858002"/>
              <a:gd name="connsiteX22" fmla="*/ 6071512 w 6088489"/>
              <a:gd name="connsiteY22" fmla="*/ 2694512 h 6858002"/>
              <a:gd name="connsiteX23" fmla="*/ 6076386 w 6088489"/>
              <a:gd name="connsiteY23" fmla="*/ 2826871 h 6858002"/>
              <a:gd name="connsiteX24" fmla="*/ 6079580 w 6088489"/>
              <a:gd name="connsiteY24" fmla="*/ 2959917 h 6858002"/>
              <a:gd name="connsiteX25" fmla="*/ 6082438 w 6088489"/>
              <a:gd name="connsiteY25" fmla="*/ 3095705 h 6858002"/>
              <a:gd name="connsiteX26" fmla="*/ 6085463 w 6088489"/>
              <a:gd name="connsiteY26" fmla="*/ 3232865 h 6858002"/>
              <a:gd name="connsiteX27" fmla="*/ 6087480 w 6088489"/>
              <a:gd name="connsiteY27" fmla="*/ 3372768 h 6858002"/>
              <a:gd name="connsiteX28" fmla="*/ 6087480 w 6088489"/>
              <a:gd name="connsiteY28" fmla="*/ 3514043 h 6858002"/>
              <a:gd name="connsiteX29" fmla="*/ 6088489 w 6088489"/>
              <a:gd name="connsiteY29" fmla="*/ 3656689 h 6858002"/>
              <a:gd name="connsiteX30" fmla="*/ 6087480 w 6088489"/>
              <a:gd name="connsiteY30" fmla="*/ 3800707 h 6858002"/>
              <a:gd name="connsiteX31" fmla="*/ 6085463 w 6088489"/>
              <a:gd name="connsiteY31" fmla="*/ 3946783 h 6858002"/>
              <a:gd name="connsiteX32" fmla="*/ 6083614 w 6088489"/>
              <a:gd name="connsiteY32" fmla="*/ 4092858 h 6858002"/>
              <a:gd name="connsiteX33" fmla="*/ 6079580 w 6088489"/>
              <a:gd name="connsiteY33" fmla="*/ 4240991 h 6858002"/>
              <a:gd name="connsiteX34" fmla="*/ 6075378 w 6088489"/>
              <a:gd name="connsiteY34" fmla="*/ 4390495 h 6858002"/>
              <a:gd name="connsiteX35" fmla="*/ 6070503 w 6088489"/>
              <a:gd name="connsiteY35" fmla="*/ 4540000 h 6858002"/>
              <a:gd name="connsiteX36" fmla="*/ 6063612 w 6088489"/>
              <a:gd name="connsiteY36" fmla="*/ 4690876 h 6858002"/>
              <a:gd name="connsiteX37" fmla="*/ 6055375 w 6088489"/>
              <a:gd name="connsiteY37" fmla="*/ 4843123 h 6858002"/>
              <a:gd name="connsiteX38" fmla="*/ 6047475 w 6088489"/>
              <a:gd name="connsiteY38" fmla="*/ 4996057 h 6858002"/>
              <a:gd name="connsiteX39" fmla="*/ 6037390 w 6088489"/>
              <a:gd name="connsiteY39" fmla="*/ 5148990 h 6858002"/>
              <a:gd name="connsiteX40" fmla="*/ 6025287 w 6088489"/>
              <a:gd name="connsiteY40" fmla="*/ 5303981 h 6858002"/>
              <a:gd name="connsiteX41" fmla="*/ 6013185 w 6088489"/>
              <a:gd name="connsiteY41" fmla="*/ 5456914 h 6858002"/>
              <a:gd name="connsiteX42" fmla="*/ 5999233 w 6088489"/>
              <a:gd name="connsiteY42" fmla="*/ 5612591 h 6858002"/>
              <a:gd name="connsiteX43" fmla="*/ 5983937 w 6088489"/>
              <a:gd name="connsiteY43" fmla="*/ 5768953 h 6858002"/>
              <a:gd name="connsiteX44" fmla="*/ 5967801 w 6088489"/>
              <a:gd name="connsiteY44" fmla="*/ 5923258 h 6858002"/>
              <a:gd name="connsiteX45" fmla="*/ 5948975 w 6088489"/>
              <a:gd name="connsiteY45" fmla="*/ 6079621 h 6858002"/>
              <a:gd name="connsiteX46" fmla="*/ 5928804 w 6088489"/>
              <a:gd name="connsiteY46" fmla="*/ 6235297 h 6858002"/>
              <a:gd name="connsiteX47" fmla="*/ 5908801 w 6088489"/>
              <a:gd name="connsiteY47" fmla="*/ 6391660 h 6858002"/>
              <a:gd name="connsiteX48" fmla="*/ 5885437 w 6088489"/>
              <a:gd name="connsiteY48" fmla="*/ 6547336 h 6858002"/>
              <a:gd name="connsiteX49" fmla="*/ 5861568 w 6088489"/>
              <a:gd name="connsiteY49" fmla="*/ 6702327 h 6858002"/>
              <a:gd name="connsiteX50" fmla="*/ 5836524 w 6088489"/>
              <a:gd name="connsiteY50" fmla="*/ 6858002 h 6858002"/>
              <a:gd name="connsiteX51" fmla="*/ 3563332 w 6088489"/>
              <a:gd name="connsiteY51" fmla="*/ 6858002 h 6858002"/>
              <a:gd name="connsiteX52" fmla="*/ 1223490 w 6088489"/>
              <a:gd name="connsiteY52" fmla="*/ 6858002 h 6858002"/>
              <a:gd name="connsiteX53" fmla="*/ 0 w 6088489"/>
              <a:gd name="connsiteY53"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88489" h="6858002">
                <a:moveTo>
                  <a:pt x="0" y="0"/>
                </a:moveTo>
                <a:lnTo>
                  <a:pt x="3563332" y="0"/>
                </a:lnTo>
                <a:lnTo>
                  <a:pt x="3563332" y="3"/>
                </a:lnTo>
                <a:lnTo>
                  <a:pt x="5842099" y="3"/>
                </a:lnTo>
                <a:lnTo>
                  <a:pt x="5842099" y="4"/>
                </a:lnTo>
                <a:lnTo>
                  <a:pt x="5835346" y="4"/>
                </a:lnTo>
                <a:lnTo>
                  <a:pt x="5841229" y="40466"/>
                </a:lnTo>
                <a:lnTo>
                  <a:pt x="5858543" y="159110"/>
                </a:lnTo>
                <a:lnTo>
                  <a:pt x="5870645" y="245521"/>
                </a:lnTo>
                <a:lnTo>
                  <a:pt x="5883420" y="348391"/>
                </a:lnTo>
                <a:lnTo>
                  <a:pt x="5898716" y="470463"/>
                </a:lnTo>
                <a:lnTo>
                  <a:pt x="5914853" y="605566"/>
                </a:lnTo>
                <a:lnTo>
                  <a:pt x="5931830" y="757813"/>
                </a:lnTo>
                <a:lnTo>
                  <a:pt x="5949815" y="923777"/>
                </a:lnTo>
                <a:lnTo>
                  <a:pt x="5967801" y="1104142"/>
                </a:lnTo>
                <a:lnTo>
                  <a:pt x="5986122" y="1296166"/>
                </a:lnTo>
                <a:lnTo>
                  <a:pt x="6003099" y="1503278"/>
                </a:lnTo>
                <a:lnTo>
                  <a:pt x="6019404" y="1719991"/>
                </a:lnTo>
                <a:lnTo>
                  <a:pt x="6034196" y="1949048"/>
                </a:lnTo>
                <a:lnTo>
                  <a:pt x="6048315" y="2187706"/>
                </a:lnTo>
                <a:lnTo>
                  <a:pt x="6061595" y="2436652"/>
                </a:lnTo>
                <a:lnTo>
                  <a:pt x="6066301" y="2564211"/>
                </a:lnTo>
                <a:lnTo>
                  <a:pt x="6071512" y="2694512"/>
                </a:lnTo>
                <a:lnTo>
                  <a:pt x="6076386" y="2826871"/>
                </a:lnTo>
                <a:lnTo>
                  <a:pt x="6079580" y="2959917"/>
                </a:lnTo>
                <a:lnTo>
                  <a:pt x="6082438" y="3095705"/>
                </a:lnTo>
                <a:lnTo>
                  <a:pt x="6085463" y="3232865"/>
                </a:lnTo>
                <a:lnTo>
                  <a:pt x="6087480" y="3372768"/>
                </a:lnTo>
                <a:lnTo>
                  <a:pt x="6087480" y="3514043"/>
                </a:lnTo>
                <a:lnTo>
                  <a:pt x="6088489" y="3656689"/>
                </a:lnTo>
                <a:lnTo>
                  <a:pt x="6087480" y="3800707"/>
                </a:lnTo>
                <a:lnTo>
                  <a:pt x="6085463" y="3946783"/>
                </a:lnTo>
                <a:lnTo>
                  <a:pt x="6083614" y="4092858"/>
                </a:lnTo>
                <a:lnTo>
                  <a:pt x="6079580" y="4240991"/>
                </a:lnTo>
                <a:lnTo>
                  <a:pt x="6075378" y="4390495"/>
                </a:lnTo>
                <a:lnTo>
                  <a:pt x="6070503" y="4540000"/>
                </a:lnTo>
                <a:lnTo>
                  <a:pt x="6063612" y="4690876"/>
                </a:lnTo>
                <a:lnTo>
                  <a:pt x="6055375" y="4843123"/>
                </a:lnTo>
                <a:lnTo>
                  <a:pt x="6047475" y="4996057"/>
                </a:lnTo>
                <a:lnTo>
                  <a:pt x="6037390" y="5148990"/>
                </a:lnTo>
                <a:lnTo>
                  <a:pt x="6025287" y="5303981"/>
                </a:lnTo>
                <a:lnTo>
                  <a:pt x="6013185" y="5456914"/>
                </a:lnTo>
                <a:lnTo>
                  <a:pt x="5999233" y="5612591"/>
                </a:lnTo>
                <a:lnTo>
                  <a:pt x="5983937" y="5768953"/>
                </a:lnTo>
                <a:lnTo>
                  <a:pt x="5967801" y="5923258"/>
                </a:lnTo>
                <a:lnTo>
                  <a:pt x="5948975" y="6079621"/>
                </a:lnTo>
                <a:lnTo>
                  <a:pt x="5928804" y="6235297"/>
                </a:lnTo>
                <a:lnTo>
                  <a:pt x="5908801" y="6391660"/>
                </a:lnTo>
                <a:lnTo>
                  <a:pt x="5885437" y="6547336"/>
                </a:lnTo>
                <a:lnTo>
                  <a:pt x="5861568" y="6702327"/>
                </a:lnTo>
                <a:lnTo>
                  <a:pt x="5836524" y="6858002"/>
                </a:lnTo>
                <a:lnTo>
                  <a:pt x="3563332" y="6858002"/>
                </a:lnTo>
                <a:lnTo>
                  <a:pt x="1223490" y="6858002"/>
                </a:lnTo>
                <a:lnTo>
                  <a:pt x="0" y="6858002"/>
                </a:lnTo>
                <a:close/>
              </a:path>
            </a:pathLst>
          </a:custGeom>
          <a:ln w="44450">
            <a:gradFill>
              <a:gsLst>
                <a:gs pos="5000">
                  <a:schemeClr val="bg2">
                    <a:alpha val="65000"/>
                  </a:schemeClr>
                </a:gs>
                <a:gs pos="98000">
                  <a:schemeClr val="bg2">
                    <a:lumMod val="75000"/>
                    <a:alpha val="55000"/>
                  </a:schemeClr>
                </a:gs>
              </a:gsLst>
              <a:lin ang="5400000" scaled="1"/>
            </a:gradFill>
          </a:ln>
          <a:effectLst>
            <a:outerShdw blurRad="50800" dist="25400" algn="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1516" y="643467"/>
            <a:ext cx="3255017" cy="5571064"/>
          </a:xfrm>
        </p:spPr>
        <p:txBody>
          <a:bodyPr anchor="ctr">
            <a:normAutofit/>
          </a:bodyPr>
          <a:lstStyle/>
          <a:p>
            <a:r>
              <a:rPr lang="en-US" sz="3800"/>
              <a:t>Good test traits</a:t>
            </a:r>
          </a:p>
        </p:txBody>
      </p:sp>
      <p:sp>
        <p:nvSpPr>
          <p:cNvPr id="3" name="Content Placeholder 2"/>
          <p:cNvSpPr>
            <a:spLocks noGrp="1"/>
          </p:cNvSpPr>
          <p:nvPr>
            <p:ph idx="1"/>
          </p:nvPr>
        </p:nvSpPr>
        <p:spPr>
          <a:xfrm>
            <a:off x="5031374" y="643467"/>
            <a:ext cx="3391110" cy="5571064"/>
          </a:xfrm>
        </p:spPr>
        <p:txBody>
          <a:bodyPr>
            <a:normAutofit/>
          </a:bodyPr>
          <a:lstStyle/>
          <a:p>
            <a:r>
              <a:rPr lang="en-US"/>
              <a:t>Readable (like a story)</a:t>
            </a:r>
          </a:p>
          <a:p>
            <a:r>
              <a:rPr lang="en-US"/>
              <a:t>Deterministic (same result every run)</a:t>
            </a:r>
          </a:p>
          <a:p>
            <a:r>
              <a:rPr lang="en-US"/>
              <a:t>Focused (one behavior)</a:t>
            </a:r>
          </a:p>
          <a:p>
            <a:r>
              <a:rPr lang="en-US"/>
              <a:t>Helpful failures (clear name, clear assertion)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3500"/>
              <a:t>Naming tests</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8CF87DDE-E16B-A8DE-C7BF-FB43931EAF55}"/>
              </a:ext>
            </a:extLst>
          </p:cNvPr>
          <p:cNvGraphicFramePr>
            <a:graphicFrameLocks noGrp="1"/>
          </p:cNvGraphicFramePr>
          <p:nvPr>
            <p:ph idx="1"/>
            <p:extLst>
              <p:ext uri="{D42A27DB-BD31-4B8C-83A1-F6EECF244321}">
                <p14:modId xmlns:p14="http://schemas.microsoft.com/office/powerpoint/2010/main" val="3304077241"/>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3500"/>
              <a:t>Our first example: leap year</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4C66381C-6E95-C209-FEF9-87D5AABCFE84}"/>
              </a:ext>
            </a:extLst>
          </p:cNvPr>
          <p:cNvGraphicFramePr>
            <a:graphicFrameLocks noGrp="1"/>
          </p:cNvGraphicFramePr>
          <p:nvPr>
            <p:ph idx="1"/>
            <p:extLst>
              <p:ext uri="{D42A27DB-BD31-4B8C-83A1-F6EECF244321}">
                <p14:modId xmlns:p14="http://schemas.microsoft.com/office/powerpoint/2010/main" val="1723701085"/>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6059" y="609600"/>
            <a:ext cx="7429499" cy="1065451"/>
          </a:xfrm>
        </p:spPr>
        <p:txBody>
          <a:bodyPr vert="horz" lIns="91440" tIns="45720" rIns="91440" bIns="45720" rtlCol="0" anchor="ctr">
            <a:normAutofit/>
          </a:bodyPr>
          <a:lstStyle/>
          <a:p>
            <a:pPr algn="ctr"/>
            <a:r>
              <a:rPr lang="en-US" sz="3200">
                <a:solidFill>
                  <a:srgbClr val="BFBFBF"/>
                </a:solidFill>
              </a:rPr>
              <a:t>Leap year — Red (test first)</a:t>
            </a:r>
          </a:p>
        </p:txBody>
      </p:sp>
      <p:sp>
        <p:nvSpPr>
          <p:cNvPr id="3" name="TextBox 2"/>
          <p:cNvSpPr txBox="1"/>
          <p:nvPr/>
        </p:nvSpPr>
        <p:spPr>
          <a:xfrm>
            <a:off x="856059" y="2666999"/>
            <a:ext cx="7429499" cy="3124201"/>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buFont typeface="Arial"/>
              <a:buChar char="•"/>
              <a:defRPr sz="1800">
                <a:latin typeface="Courier New"/>
              </a:defRP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test_leap_year.py</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from leap_year import is_leap_year</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def test_year_divisible_by_400_is_leap():</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assert is_leap_year(2000) is True</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79A2E3A-88DD-4B27-909A-4031901CC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57675"/>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6059" y="609601"/>
            <a:ext cx="6964366" cy="3402562"/>
          </a:xfrm>
        </p:spPr>
        <p:txBody>
          <a:bodyPr vert="horz" lIns="91440" tIns="45720" rIns="91440" bIns="45720" rtlCol="0" anchor="b">
            <a:normAutofit/>
          </a:bodyPr>
          <a:lstStyle/>
          <a:p>
            <a:r>
              <a:rPr lang="en-US" sz="5700">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rPr>
              <a:t>Leap year — Green (minimal code)</a:t>
            </a:r>
          </a:p>
        </p:txBody>
      </p:sp>
      <p:sp>
        <p:nvSpPr>
          <p:cNvPr id="14" name="Rectangle 13">
            <a:extLst>
              <a:ext uri="{FF2B5EF4-FFF2-40B4-BE49-F238E27FC236}">
                <a16:creationId xmlns:a16="http://schemas.microsoft.com/office/drawing/2014/main" id="{22FC9FC5-AE70-47F7-97E7-DD8418F0D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65807"/>
            <a:ext cx="9144000" cy="2292194"/>
          </a:xfrm>
          <a:prstGeom prst="rect">
            <a:avLst/>
          </a:prstGeom>
          <a:solidFill>
            <a:srgbClr val="363D46"/>
          </a:solidFill>
          <a:ln>
            <a:noFill/>
          </a:ln>
          <a:effectLst>
            <a:innerShdw blurRad="63500" dist="381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56059" y="4867276"/>
            <a:ext cx="6964366" cy="923924"/>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tx1"/>
              </a:buClr>
              <a:buSzPct val="100000"/>
              <a:defRPr sz="1800">
                <a:latin typeface="Courier New"/>
              </a:defRPr>
            </a:pPr>
            <a: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 leap_year.py</a:t>
            </a:r>
            <a:b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def is_leap_year(year: int) -&gt; bool:</a:t>
            </a:r>
            <a:b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    return True</a:t>
            </a:r>
            <a:br>
              <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sz="15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endParaRPr>
          </a:p>
        </p:txBody>
      </p:sp>
      <p:cxnSp>
        <p:nvCxnSpPr>
          <p:cNvPr id="12" name="Straight Connector 11">
            <a:extLst>
              <a:ext uri="{FF2B5EF4-FFF2-40B4-BE49-F238E27FC236}">
                <a16:creationId xmlns:a16="http://schemas.microsoft.com/office/drawing/2014/main" id="{BB6211A9-0224-42CE-8B84-2223FD5FA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65807"/>
            <a:ext cx="9144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9A2E3A-88DD-4B27-909A-4031901CC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57675"/>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6059" y="609601"/>
            <a:ext cx="6964366" cy="3402562"/>
          </a:xfrm>
        </p:spPr>
        <p:txBody>
          <a:bodyPr vert="horz" lIns="91440" tIns="45720" rIns="91440" bIns="45720" rtlCol="0" anchor="b">
            <a:normAutofit/>
          </a:bodyPr>
          <a:lstStyle/>
          <a:p>
            <a:r>
              <a:rPr lang="en-US" sz="5700">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rPr>
              <a:t>Leap year — Red (add a counter-example)</a:t>
            </a:r>
          </a:p>
        </p:txBody>
      </p:sp>
      <p:sp>
        <p:nvSpPr>
          <p:cNvPr id="10" name="Rectangle 9">
            <a:extLst>
              <a:ext uri="{FF2B5EF4-FFF2-40B4-BE49-F238E27FC236}">
                <a16:creationId xmlns:a16="http://schemas.microsoft.com/office/drawing/2014/main" id="{22FC9FC5-AE70-47F7-97E7-DD8418F0D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65807"/>
            <a:ext cx="9144000" cy="2292194"/>
          </a:xfrm>
          <a:prstGeom prst="rect">
            <a:avLst/>
          </a:prstGeom>
          <a:solidFill>
            <a:srgbClr val="363D46"/>
          </a:solidFill>
          <a:ln>
            <a:noFill/>
          </a:ln>
          <a:effectLst>
            <a:innerShdw blurRad="63500" dist="381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56059" y="4867276"/>
            <a:ext cx="6964366" cy="923924"/>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tx1"/>
              </a:buClr>
              <a:buSzPct val="100000"/>
              <a:defRPr sz="1800">
                <a:latin typeface="Courier New"/>
              </a:defRPr>
            </a:pPr>
            <a:r>
              <a:rPr lang="en-US"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def test_year_divisible_by_100_not_400_is_not_leap():</a:t>
            </a:r>
            <a:br>
              <a:rPr lang="en-US"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    assert is_leap_year(1900) is False</a:t>
            </a:r>
            <a:br>
              <a:rPr lang="en-US"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endParaRPr>
          </a:p>
        </p:txBody>
      </p:sp>
      <p:cxnSp>
        <p:nvCxnSpPr>
          <p:cNvPr id="12" name="Straight Connector 11">
            <a:extLst>
              <a:ext uri="{FF2B5EF4-FFF2-40B4-BE49-F238E27FC236}">
                <a16:creationId xmlns:a16="http://schemas.microsoft.com/office/drawing/2014/main" id="{BB6211A9-0224-42CE-8B84-2223FD5FA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65807"/>
            <a:ext cx="9144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0634" y="714375"/>
            <a:ext cx="2499716" cy="5076826"/>
          </a:xfrm>
        </p:spPr>
        <p:txBody>
          <a:bodyPr vert="horz" lIns="91440" tIns="45720" rIns="91440" bIns="45720" rtlCol="0" anchor="ctr">
            <a:normAutofit/>
          </a:bodyPr>
          <a:lstStyle/>
          <a:p>
            <a:r>
              <a:rPr lang="en-US" sz="3500">
                <a:gradFill flip="none" rotWithShape="1">
                  <a:gsLst>
                    <a:gs pos="0">
                      <a:schemeClr val="tx1"/>
                    </a:gs>
                    <a:gs pos="100000">
                      <a:schemeClr val="tx1">
                        <a:lumMod val="65000"/>
                      </a:schemeClr>
                    </a:gs>
                  </a:gsLst>
                  <a:lin ang="5580000" scaled="0"/>
                  <a:tileRect/>
                </a:gradFill>
              </a:rPr>
              <a:t>Leap year — Green (minimal fix)</a:t>
            </a:r>
          </a:p>
        </p:txBody>
      </p:sp>
      <p:sp>
        <p:nvSpPr>
          <p:cNvPr id="14" name="Rectangle 13">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017" y="0"/>
            <a:ext cx="5668982"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7654"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6" name="Straight Connector 15">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752"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TextBox 2"/>
          <p:cNvSpPr txBox="1"/>
          <p:nvPr/>
        </p:nvSpPr>
        <p:spPr>
          <a:xfrm>
            <a:off x="3729784" y="714375"/>
            <a:ext cx="4690313" cy="5076825"/>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buFont typeface="Arial"/>
              <a:buChar char="•"/>
              <a:defRPr sz="1800">
                <a:latin typeface="Courier New"/>
              </a:defRPr>
            </a:pPr>
            <a:r>
              <a:rPr lang="en-US" cap="small">
                <a:effectLst>
                  <a:glow rad="38100">
                    <a:schemeClr val="bg1">
                      <a:lumMod val="50000"/>
                      <a:lumOff val="50000"/>
                      <a:alpha val="20000"/>
                    </a:schemeClr>
                  </a:glow>
                  <a:outerShdw blurRad="44450" dist="12700" dir="13860000" algn="tl" rotWithShape="0">
                    <a:srgbClr val="000000">
                      <a:alpha val="20000"/>
                    </a:srgbClr>
                  </a:outerShdw>
                </a:effectLst>
              </a:rPr>
              <a:t>def is_leap_year(year: int) -&gt; bool:</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year % 400 ==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True</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year % 100 ==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False</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True</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9A2E3A-88DD-4B27-909A-4031901CC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57675"/>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6059" y="609601"/>
            <a:ext cx="6964366" cy="3402562"/>
          </a:xfrm>
        </p:spPr>
        <p:txBody>
          <a:bodyPr vert="horz" lIns="91440" tIns="45720" rIns="91440" bIns="45720" rtlCol="0" anchor="b">
            <a:normAutofit/>
          </a:bodyPr>
          <a:lstStyle/>
          <a:p>
            <a:r>
              <a:rPr lang="en-US" sz="5700">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rPr>
              <a:t>Leap year — Red (divisible by 4)</a:t>
            </a:r>
          </a:p>
        </p:txBody>
      </p:sp>
      <p:sp>
        <p:nvSpPr>
          <p:cNvPr id="10" name="Rectangle 9">
            <a:extLst>
              <a:ext uri="{FF2B5EF4-FFF2-40B4-BE49-F238E27FC236}">
                <a16:creationId xmlns:a16="http://schemas.microsoft.com/office/drawing/2014/main" id="{22FC9FC5-AE70-47F7-97E7-DD8418F0D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65807"/>
            <a:ext cx="9144000" cy="2292194"/>
          </a:xfrm>
          <a:prstGeom prst="rect">
            <a:avLst/>
          </a:prstGeom>
          <a:solidFill>
            <a:srgbClr val="363D46"/>
          </a:solidFill>
          <a:ln>
            <a:noFill/>
          </a:ln>
          <a:effectLst>
            <a:innerShdw blurRad="63500" dist="381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56059" y="4867276"/>
            <a:ext cx="6964366" cy="923924"/>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tx1"/>
              </a:buClr>
              <a:buSzPct val="100000"/>
              <a:defRPr sz="1800">
                <a:latin typeface="Courier New"/>
              </a:defRPr>
            </a:pPr>
            <a:r>
              <a:rPr lang="en-US" sz="20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def test_year_divisible_by_4_not_100_is_leap():</a:t>
            </a:r>
            <a:br>
              <a:rPr lang="en-US" sz="20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r>
              <a:rPr lang="en-US" sz="20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t>    assert is_leap_year(2024) is True</a:t>
            </a:r>
            <a:br>
              <a:rPr lang="en-US" sz="20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sz="2000" cap="small">
              <a:solidFill>
                <a:srgbClr val="E6E6E6"/>
              </a:solidFill>
              <a:effectLst>
                <a:glow rad="38100">
                  <a:schemeClr val="bg1">
                    <a:lumMod val="50000"/>
                    <a:lumOff val="50000"/>
                    <a:alpha val="20000"/>
                  </a:schemeClr>
                </a:glow>
                <a:outerShdw blurRad="44450" dist="12700" dir="13860000" algn="tl" rotWithShape="0">
                  <a:srgbClr val="000000">
                    <a:alpha val="20000"/>
                  </a:srgbClr>
                </a:outerShdw>
              </a:effectLst>
            </a:endParaRPr>
          </a:p>
        </p:txBody>
      </p:sp>
      <p:cxnSp>
        <p:nvCxnSpPr>
          <p:cNvPr id="12" name="Straight Connector 11">
            <a:extLst>
              <a:ext uri="{FF2B5EF4-FFF2-40B4-BE49-F238E27FC236}">
                <a16:creationId xmlns:a16="http://schemas.microsoft.com/office/drawing/2014/main" id="{BB6211A9-0224-42CE-8B84-2223FD5FA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65807"/>
            <a:ext cx="9144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8" y="609601"/>
            <a:ext cx="7442825" cy="2905608"/>
          </a:xfrm>
        </p:spPr>
        <p:txBody>
          <a:bodyPr vert="horz" lIns="91440" tIns="45720" rIns="91440" bIns="45720" rtlCol="0" anchor="b">
            <a:normAutofit/>
          </a:bodyPr>
          <a:lstStyle/>
          <a:p>
            <a:pPr algn="ctr"/>
            <a:r>
              <a:rPr lang="en-US" sz="5700">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rPr>
              <a:t>Leap year — Red (normal year)</a:t>
            </a:r>
          </a:p>
        </p:txBody>
      </p:sp>
      <p:sp>
        <p:nvSpPr>
          <p:cNvPr id="3" name="TextBox 2"/>
          <p:cNvSpPr txBox="1"/>
          <p:nvPr/>
        </p:nvSpPr>
        <p:spPr>
          <a:xfrm>
            <a:off x="856058" y="3515209"/>
            <a:ext cx="7442825" cy="1341143"/>
          </a:xfrm>
          <a:prstGeom prst="rect">
            <a:avLst/>
          </a:prstGeom>
        </p:spPr>
        <p:txBody>
          <a:bodyPr vert="horz" lIns="91440" tIns="45720" rIns="91440" bIns="45720" rtlCol="0" anchor="ctr">
            <a:normAutofit/>
          </a:bodyPr>
          <a:lstStyle/>
          <a:p>
            <a:pPr algn="ctr">
              <a:spcBef>
                <a:spcPct val="20000"/>
              </a:spcBef>
              <a:spcAft>
                <a:spcPts val="600"/>
              </a:spcAft>
              <a:buClr>
                <a:schemeClr val="tx1"/>
              </a:buClr>
              <a:buSzPct val="100000"/>
              <a:defRPr sz="1800">
                <a:latin typeface="Courier New"/>
              </a:defRPr>
            </a:pPr>
            <a:r>
              <a:rPr lang="en-US" sz="2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def test_year_not_divisible_by_4_is_not_leap():</a:t>
            </a:r>
            <a:br>
              <a:rPr lang="en-US" sz="2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sz="2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assert is_leap_year(2023) is False</a:t>
            </a:r>
            <a:br>
              <a:rPr lang="en-US" sz="2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sz="2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sp>
        <p:nvSpPr>
          <p:cNvPr id="8" name="Rectangle 7">
            <a:extLst>
              <a:ext uri="{FF2B5EF4-FFF2-40B4-BE49-F238E27FC236}">
                <a16:creationId xmlns:a16="http://schemas.microsoft.com/office/drawing/2014/main" id="{D3B96F23-8753-4C46-B0E7-444CF5F18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05027"/>
            <a:ext cx="9144000" cy="1652973"/>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32FBEEC-2018-4C8E-9F88-AE744C23D9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189236"/>
            <a:ext cx="9144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0634" y="714375"/>
            <a:ext cx="2499716" cy="5076826"/>
          </a:xfrm>
        </p:spPr>
        <p:txBody>
          <a:bodyPr vert="horz" lIns="91440" tIns="45720" rIns="91440" bIns="45720" rtlCol="0" anchor="ctr">
            <a:normAutofit/>
          </a:bodyPr>
          <a:lstStyle/>
          <a:p>
            <a:r>
              <a:rPr lang="en-US" sz="3500">
                <a:gradFill flip="none" rotWithShape="1">
                  <a:gsLst>
                    <a:gs pos="0">
                      <a:schemeClr val="tx1"/>
                    </a:gs>
                    <a:gs pos="100000">
                      <a:schemeClr val="tx1">
                        <a:lumMod val="65000"/>
                      </a:schemeClr>
                    </a:gs>
                  </a:gsLst>
                  <a:lin ang="5580000" scaled="0"/>
                  <a:tileRect/>
                </a:gradFill>
              </a:rPr>
              <a:t>Leap year — Green (final logic)</a:t>
            </a:r>
          </a:p>
        </p:txBody>
      </p:sp>
      <p:sp>
        <p:nvSpPr>
          <p:cNvPr id="15" name="Rectangle 14">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017" y="0"/>
            <a:ext cx="5668982"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7654"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9" name="Straight Connector 18">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752"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TextBox 2"/>
          <p:cNvSpPr txBox="1"/>
          <p:nvPr/>
        </p:nvSpPr>
        <p:spPr>
          <a:xfrm>
            <a:off x="3729784" y="714375"/>
            <a:ext cx="4690313" cy="5076825"/>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buFont typeface="Arial"/>
              <a:buChar char="•"/>
              <a:defRPr sz="1800">
                <a:latin typeface="Courier New"/>
              </a:defRPr>
            </a:pPr>
            <a:r>
              <a:rPr lang="en-US" cap="small">
                <a:effectLst>
                  <a:glow rad="38100">
                    <a:schemeClr val="bg1">
                      <a:lumMod val="50000"/>
                      <a:lumOff val="50000"/>
                      <a:alpha val="20000"/>
                    </a:schemeClr>
                  </a:glow>
                  <a:outerShdw blurRad="44450" dist="12700" dir="13860000" algn="tl" rotWithShape="0">
                    <a:srgbClr val="000000">
                      <a:alpha val="20000"/>
                    </a:srgbClr>
                  </a:outerShdw>
                </a:effectLst>
              </a:rPr>
              <a:t>def is_leap_year(year: int) -&gt; bool:</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year % 400 ==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True</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year % 100 ==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False</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year % 4 ==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0DA2F2-A105-4C8A-9115-73802E6FC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B5CBDF-A2C6-4862-A096-2D7D9D287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10000">
                <a:schemeClr val="bg2">
                  <a:lumMod val="60000"/>
                  <a:lumOff val="40000"/>
                  <a:alpha val="20000"/>
                </a:schemeClr>
              </a:gs>
              <a:gs pos="70000">
                <a:schemeClr val="bg2">
                  <a:alpha val="10000"/>
                </a:schemeClr>
              </a:gs>
              <a:gs pos="0">
                <a:schemeClr val="bg2">
                  <a:lumMod val="40000"/>
                  <a:lumOff val="60000"/>
                  <a:alpha val="3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14C7473D-9E4B-4DB8-9EB0-359033F37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5154785" cy="6858002"/>
          </a:xfrm>
          <a:custGeom>
            <a:avLst/>
            <a:gdLst>
              <a:gd name="connsiteX0" fmla="*/ 6621081 w 6873046"/>
              <a:gd name="connsiteY0" fmla="*/ 6858002 h 6858002"/>
              <a:gd name="connsiteX1" fmla="*/ 4347889 w 6873046"/>
              <a:gd name="connsiteY1" fmla="*/ 6858002 h 6858002"/>
              <a:gd name="connsiteX2" fmla="*/ 2008047 w 6873046"/>
              <a:gd name="connsiteY2" fmla="*/ 6858002 h 6858002"/>
              <a:gd name="connsiteX3" fmla="*/ 784557 w 6873046"/>
              <a:gd name="connsiteY3" fmla="*/ 6858002 h 6858002"/>
              <a:gd name="connsiteX4" fmla="*/ 784557 w 6873046"/>
              <a:gd name="connsiteY4" fmla="*/ 6858000 h 6858002"/>
              <a:gd name="connsiteX5" fmla="*/ 0 w 6873046"/>
              <a:gd name="connsiteY5" fmla="*/ 6858000 h 6858002"/>
              <a:gd name="connsiteX6" fmla="*/ 0 w 6873046"/>
              <a:gd name="connsiteY6" fmla="*/ 0 h 6858002"/>
              <a:gd name="connsiteX7" fmla="*/ 784557 w 6873046"/>
              <a:gd name="connsiteY7" fmla="*/ 0 h 6858002"/>
              <a:gd name="connsiteX8" fmla="*/ 3070301 w 6873046"/>
              <a:gd name="connsiteY8" fmla="*/ 0 h 6858002"/>
              <a:gd name="connsiteX9" fmla="*/ 4347889 w 6873046"/>
              <a:gd name="connsiteY9" fmla="*/ 0 h 6858002"/>
              <a:gd name="connsiteX10" fmla="*/ 4347889 w 6873046"/>
              <a:gd name="connsiteY10" fmla="*/ 3 h 6858002"/>
              <a:gd name="connsiteX11" fmla="*/ 6626656 w 6873046"/>
              <a:gd name="connsiteY11" fmla="*/ 3 h 6858002"/>
              <a:gd name="connsiteX12" fmla="*/ 6626656 w 6873046"/>
              <a:gd name="connsiteY12" fmla="*/ 4 h 6858002"/>
              <a:gd name="connsiteX13" fmla="*/ 6619903 w 6873046"/>
              <a:gd name="connsiteY13" fmla="*/ 4 h 6858002"/>
              <a:gd name="connsiteX14" fmla="*/ 6625786 w 6873046"/>
              <a:gd name="connsiteY14" fmla="*/ 40466 h 6858002"/>
              <a:gd name="connsiteX15" fmla="*/ 6643100 w 6873046"/>
              <a:gd name="connsiteY15" fmla="*/ 159110 h 6858002"/>
              <a:gd name="connsiteX16" fmla="*/ 6655202 w 6873046"/>
              <a:gd name="connsiteY16" fmla="*/ 245521 h 6858002"/>
              <a:gd name="connsiteX17" fmla="*/ 6667977 w 6873046"/>
              <a:gd name="connsiteY17" fmla="*/ 348391 h 6858002"/>
              <a:gd name="connsiteX18" fmla="*/ 6683273 w 6873046"/>
              <a:gd name="connsiteY18" fmla="*/ 470463 h 6858002"/>
              <a:gd name="connsiteX19" fmla="*/ 6699410 w 6873046"/>
              <a:gd name="connsiteY19" fmla="*/ 605566 h 6858002"/>
              <a:gd name="connsiteX20" fmla="*/ 6716387 w 6873046"/>
              <a:gd name="connsiteY20" fmla="*/ 757813 h 6858002"/>
              <a:gd name="connsiteX21" fmla="*/ 6734372 w 6873046"/>
              <a:gd name="connsiteY21" fmla="*/ 923777 h 6858002"/>
              <a:gd name="connsiteX22" fmla="*/ 6752358 w 6873046"/>
              <a:gd name="connsiteY22" fmla="*/ 1104142 h 6858002"/>
              <a:gd name="connsiteX23" fmla="*/ 6770679 w 6873046"/>
              <a:gd name="connsiteY23" fmla="*/ 1296166 h 6858002"/>
              <a:gd name="connsiteX24" fmla="*/ 6787656 w 6873046"/>
              <a:gd name="connsiteY24" fmla="*/ 1503278 h 6858002"/>
              <a:gd name="connsiteX25" fmla="*/ 6803961 w 6873046"/>
              <a:gd name="connsiteY25" fmla="*/ 1719991 h 6858002"/>
              <a:gd name="connsiteX26" fmla="*/ 6818753 w 6873046"/>
              <a:gd name="connsiteY26" fmla="*/ 1949048 h 6858002"/>
              <a:gd name="connsiteX27" fmla="*/ 6832872 w 6873046"/>
              <a:gd name="connsiteY27" fmla="*/ 2187706 h 6858002"/>
              <a:gd name="connsiteX28" fmla="*/ 6846152 w 6873046"/>
              <a:gd name="connsiteY28" fmla="*/ 2436652 h 6858002"/>
              <a:gd name="connsiteX29" fmla="*/ 6850858 w 6873046"/>
              <a:gd name="connsiteY29" fmla="*/ 2564211 h 6858002"/>
              <a:gd name="connsiteX30" fmla="*/ 6856069 w 6873046"/>
              <a:gd name="connsiteY30" fmla="*/ 2694512 h 6858002"/>
              <a:gd name="connsiteX31" fmla="*/ 6860943 w 6873046"/>
              <a:gd name="connsiteY31" fmla="*/ 2826871 h 6858002"/>
              <a:gd name="connsiteX32" fmla="*/ 6864137 w 6873046"/>
              <a:gd name="connsiteY32" fmla="*/ 2959917 h 6858002"/>
              <a:gd name="connsiteX33" fmla="*/ 6866995 w 6873046"/>
              <a:gd name="connsiteY33" fmla="*/ 3095705 h 6858002"/>
              <a:gd name="connsiteX34" fmla="*/ 6870020 w 6873046"/>
              <a:gd name="connsiteY34" fmla="*/ 3232865 h 6858002"/>
              <a:gd name="connsiteX35" fmla="*/ 6872037 w 6873046"/>
              <a:gd name="connsiteY35" fmla="*/ 3372768 h 6858002"/>
              <a:gd name="connsiteX36" fmla="*/ 6872037 w 6873046"/>
              <a:gd name="connsiteY36" fmla="*/ 3514043 h 6858002"/>
              <a:gd name="connsiteX37" fmla="*/ 6873046 w 6873046"/>
              <a:gd name="connsiteY37" fmla="*/ 3656689 h 6858002"/>
              <a:gd name="connsiteX38" fmla="*/ 6872037 w 6873046"/>
              <a:gd name="connsiteY38" fmla="*/ 3800707 h 6858002"/>
              <a:gd name="connsiteX39" fmla="*/ 6870020 w 6873046"/>
              <a:gd name="connsiteY39" fmla="*/ 3946783 h 6858002"/>
              <a:gd name="connsiteX40" fmla="*/ 6868171 w 6873046"/>
              <a:gd name="connsiteY40" fmla="*/ 4092858 h 6858002"/>
              <a:gd name="connsiteX41" fmla="*/ 6864137 w 6873046"/>
              <a:gd name="connsiteY41" fmla="*/ 4240991 h 6858002"/>
              <a:gd name="connsiteX42" fmla="*/ 6859935 w 6873046"/>
              <a:gd name="connsiteY42" fmla="*/ 4390495 h 6858002"/>
              <a:gd name="connsiteX43" fmla="*/ 6855060 w 6873046"/>
              <a:gd name="connsiteY43" fmla="*/ 4540000 h 6858002"/>
              <a:gd name="connsiteX44" fmla="*/ 6848169 w 6873046"/>
              <a:gd name="connsiteY44" fmla="*/ 4690876 h 6858002"/>
              <a:gd name="connsiteX45" fmla="*/ 6839932 w 6873046"/>
              <a:gd name="connsiteY45" fmla="*/ 4843123 h 6858002"/>
              <a:gd name="connsiteX46" fmla="*/ 6832032 w 6873046"/>
              <a:gd name="connsiteY46" fmla="*/ 4996057 h 6858002"/>
              <a:gd name="connsiteX47" fmla="*/ 6821947 w 6873046"/>
              <a:gd name="connsiteY47" fmla="*/ 5148990 h 6858002"/>
              <a:gd name="connsiteX48" fmla="*/ 6809844 w 6873046"/>
              <a:gd name="connsiteY48" fmla="*/ 5303981 h 6858002"/>
              <a:gd name="connsiteX49" fmla="*/ 6797742 w 6873046"/>
              <a:gd name="connsiteY49" fmla="*/ 5456914 h 6858002"/>
              <a:gd name="connsiteX50" fmla="*/ 6783790 w 6873046"/>
              <a:gd name="connsiteY50" fmla="*/ 5612591 h 6858002"/>
              <a:gd name="connsiteX51" fmla="*/ 6768494 w 6873046"/>
              <a:gd name="connsiteY51" fmla="*/ 5768953 h 6858002"/>
              <a:gd name="connsiteX52" fmla="*/ 6752358 w 6873046"/>
              <a:gd name="connsiteY52" fmla="*/ 5923258 h 6858002"/>
              <a:gd name="connsiteX53" fmla="*/ 6733532 w 6873046"/>
              <a:gd name="connsiteY53" fmla="*/ 6079621 h 6858002"/>
              <a:gd name="connsiteX54" fmla="*/ 6713361 w 6873046"/>
              <a:gd name="connsiteY54" fmla="*/ 6235297 h 6858002"/>
              <a:gd name="connsiteX55" fmla="*/ 6693358 w 6873046"/>
              <a:gd name="connsiteY55" fmla="*/ 6391660 h 6858002"/>
              <a:gd name="connsiteX56" fmla="*/ 6669994 w 6873046"/>
              <a:gd name="connsiteY56" fmla="*/ 6547336 h 6858002"/>
              <a:gd name="connsiteX57" fmla="*/ 6646125 w 6873046"/>
              <a:gd name="connsiteY57" fmla="*/ 670232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873046" h="6858002">
                <a:moveTo>
                  <a:pt x="6621081" y="6858002"/>
                </a:moveTo>
                <a:lnTo>
                  <a:pt x="4347889" y="6858002"/>
                </a:lnTo>
                <a:lnTo>
                  <a:pt x="2008047" y="6858002"/>
                </a:lnTo>
                <a:lnTo>
                  <a:pt x="784557" y="6858002"/>
                </a:lnTo>
                <a:lnTo>
                  <a:pt x="784557" y="6858000"/>
                </a:lnTo>
                <a:lnTo>
                  <a:pt x="0" y="6858000"/>
                </a:lnTo>
                <a:lnTo>
                  <a:pt x="0" y="0"/>
                </a:lnTo>
                <a:lnTo>
                  <a:pt x="784557" y="0"/>
                </a:lnTo>
                <a:lnTo>
                  <a:pt x="3070301" y="0"/>
                </a:lnTo>
                <a:lnTo>
                  <a:pt x="4347889" y="0"/>
                </a:lnTo>
                <a:lnTo>
                  <a:pt x="4347889" y="3"/>
                </a:lnTo>
                <a:lnTo>
                  <a:pt x="6626656" y="3"/>
                </a:lnTo>
                <a:lnTo>
                  <a:pt x="6626656" y="4"/>
                </a:lnTo>
                <a:lnTo>
                  <a:pt x="6619903" y="4"/>
                </a:lnTo>
                <a:lnTo>
                  <a:pt x="6625786" y="40466"/>
                </a:lnTo>
                <a:lnTo>
                  <a:pt x="6643100" y="159110"/>
                </a:lnTo>
                <a:lnTo>
                  <a:pt x="6655202" y="245521"/>
                </a:lnTo>
                <a:lnTo>
                  <a:pt x="6667977" y="348391"/>
                </a:lnTo>
                <a:lnTo>
                  <a:pt x="6683273" y="470463"/>
                </a:lnTo>
                <a:lnTo>
                  <a:pt x="6699410" y="605566"/>
                </a:lnTo>
                <a:lnTo>
                  <a:pt x="6716387" y="757813"/>
                </a:lnTo>
                <a:lnTo>
                  <a:pt x="6734372" y="923777"/>
                </a:lnTo>
                <a:lnTo>
                  <a:pt x="6752358" y="1104142"/>
                </a:lnTo>
                <a:lnTo>
                  <a:pt x="6770679" y="1296166"/>
                </a:lnTo>
                <a:lnTo>
                  <a:pt x="6787656" y="1503278"/>
                </a:lnTo>
                <a:lnTo>
                  <a:pt x="6803961" y="1719991"/>
                </a:lnTo>
                <a:lnTo>
                  <a:pt x="6818753" y="1949048"/>
                </a:lnTo>
                <a:lnTo>
                  <a:pt x="6832872" y="2187706"/>
                </a:lnTo>
                <a:lnTo>
                  <a:pt x="6846152" y="2436652"/>
                </a:lnTo>
                <a:lnTo>
                  <a:pt x="6850858" y="2564211"/>
                </a:lnTo>
                <a:lnTo>
                  <a:pt x="6856069" y="2694512"/>
                </a:lnTo>
                <a:lnTo>
                  <a:pt x="6860943" y="2826871"/>
                </a:lnTo>
                <a:lnTo>
                  <a:pt x="6864137" y="2959917"/>
                </a:lnTo>
                <a:lnTo>
                  <a:pt x="6866995" y="3095705"/>
                </a:lnTo>
                <a:lnTo>
                  <a:pt x="6870020" y="3232865"/>
                </a:lnTo>
                <a:lnTo>
                  <a:pt x="6872037" y="3372768"/>
                </a:lnTo>
                <a:lnTo>
                  <a:pt x="6872037" y="3514043"/>
                </a:lnTo>
                <a:lnTo>
                  <a:pt x="6873046" y="3656689"/>
                </a:lnTo>
                <a:lnTo>
                  <a:pt x="6872037" y="3800707"/>
                </a:lnTo>
                <a:lnTo>
                  <a:pt x="6870020" y="3946783"/>
                </a:lnTo>
                <a:lnTo>
                  <a:pt x="6868171" y="4092858"/>
                </a:lnTo>
                <a:lnTo>
                  <a:pt x="6864137" y="4240991"/>
                </a:lnTo>
                <a:lnTo>
                  <a:pt x="6859935" y="4390495"/>
                </a:lnTo>
                <a:lnTo>
                  <a:pt x="6855060" y="4540000"/>
                </a:lnTo>
                <a:lnTo>
                  <a:pt x="6848169" y="4690876"/>
                </a:lnTo>
                <a:lnTo>
                  <a:pt x="6839932" y="4843123"/>
                </a:lnTo>
                <a:lnTo>
                  <a:pt x="6832032" y="4996057"/>
                </a:lnTo>
                <a:lnTo>
                  <a:pt x="6821947" y="5148990"/>
                </a:lnTo>
                <a:lnTo>
                  <a:pt x="6809844" y="5303981"/>
                </a:lnTo>
                <a:lnTo>
                  <a:pt x="6797742" y="5456914"/>
                </a:lnTo>
                <a:lnTo>
                  <a:pt x="6783790" y="5612591"/>
                </a:lnTo>
                <a:lnTo>
                  <a:pt x="6768494" y="5768953"/>
                </a:lnTo>
                <a:lnTo>
                  <a:pt x="6752358" y="5923258"/>
                </a:lnTo>
                <a:lnTo>
                  <a:pt x="6733532" y="6079621"/>
                </a:lnTo>
                <a:lnTo>
                  <a:pt x="6713361" y="6235297"/>
                </a:lnTo>
                <a:lnTo>
                  <a:pt x="6693358" y="6391660"/>
                </a:lnTo>
                <a:lnTo>
                  <a:pt x="6669994" y="6547336"/>
                </a:lnTo>
                <a:lnTo>
                  <a:pt x="6646125" y="6702327"/>
                </a:lnTo>
                <a:close/>
              </a:path>
            </a:pathLst>
          </a:custGeom>
          <a:ln w="44450">
            <a:gradFill>
              <a:gsLst>
                <a:gs pos="5000">
                  <a:schemeClr val="bg2">
                    <a:alpha val="65000"/>
                  </a:schemeClr>
                </a:gs>
                <a:gs pos="98000">
                  <a:schemeClr val="bg2">
                    <a:lumMod val="75000"/>
                    <a:alpha val="55000"/>
                  </a:schemeClr>
                </a:gs>
              </a:gsLst>
              <a:lin ang="5400000" scaled="1"/>
            </a:gradFill>
          </a:ln>
          <a:effectLst>
            <a:outerShdw blurRad="50800" dist="25400" dir="10800000" algn="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6584" y="995517"/>
            <a:ext cx="4176066" cy="4795684"/>
          </a:xfrm>
        </p:spPr>
        <p:txBody>
          <a:bodyPr>
            <a:normAutofit/>
          </a:bodyPr>
          <a:lstStyle/>
          <a:p>
            <a:r>
              <a:rPr lang="en-US" sz="4700"/>
              <a:t>What we learned (from leap year)</a:t>
            </a:r>
          </a:p>
        </p:txBody>
      </p:sp>
      <p:sp>
        <p:nvSpPr>
          <p:cNvPr id="3" name="Content Placeholder 2"/>
          <p:cNvSpPr>
            <a:spLocks noGrp="1"/>
          </p:cNvSpPr>
          <p:nvPr>
            <p:ph idx="1"/>
          </p:nvPr>
        </p:nvSpPr>
        <p:spPr>
          <a:xfrm>
            <a:off x="5396086" y="995517"/>
            <a:ext cx="3265313" cy="4795684"/>
          </a:xfrm>
        </p:spPr>
        <p:txBody>
          <a:bodyPr>
            <a:normAutofit/>
          </a:bodyPr>
          <a:lstStyle/>
          <a:p>
            <a:r>
              <a:rPr lang="en-US" sz="1600"/>
              <a:t>TDD grows logic from examples</a:t>
            </a:r>
          </a:p>
          <a:p>
            <a:r>
              <a:rPr lang="en-US" sz="1600"/>
              <a:t>Counter-examples prevent over-simplification</a:t>
            </a:r>
          </a:p>
          <a:p>
            <a:r>
              <a:rPr lang="en-US" sz="1600"/>
              <a:t>Refactor happens after behavior is correct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5131786" cy="1905000"/>
          </a:xfrm>
        </p:spPr>
        <p:txBody>
          <a:bodyPr>
            <a:normAutofit/>
          </a:bodyPr>
          <a:lstStyle/>
          <a:p>
            <a:r>
              <a:t>A bigger kata: String Calculator</a:t>
            </a:r>
          </a:p>
        </p:txBody>
      </p:sp>
      <p:sp>
        <p:nvSpPr>
          <p:cNvPr id="3" name="Content Placeholder 2"/>
          <p:cNvSpPr>
            <a:spLocks noGrp="1"/>
          </p:cNvSpPr>
          <p:nvPr>
            <p:ph idx="1"/>
          </p:nvPr>
        </p:nvSpPr>
        <p:spPr>
          <a:xfrm>
            <a:off x="856059" y="2666999"/>
            <a:ext cx="5198154" cy="3124201"/>
          </a:xfrm>
        </p:spPr>
        <p:txBody>
          <a:bodyPr>
            <a:normAutofit/>
          </a:bodyPr>
          <a:lstStyle/>
          <a:p>
            <a:r>
              <a:rPr lang="en-US"/>
              <a:t>Great for practicing tiny steps</a:t>
            </a:r>
          </a:p>
          <a:p>
            <a:r>
              <a:rPr lang="en-US"/>
              <a:t>Focuses on parsing rules + edge cases</a:t>
            </a:r>
          </a:p>
          <a:p>
            <a:r>
              <a:rPr lang="en-US"/>
              <a:t>We expand requirements gradually</a:t>
            </a:r>
          </a:p>
        </p:txBody>
      </p:sp>
      <p:pic>
        <p:nvPicPr>
          <p:cNvPr id="5" name="Picture 4" descr="Buildings underwater">
            <a:extLst>
              <a:ext uri="{FF2B5EF4-FFF2-40B4-BE49-F238E27FC236}">
                <a16:creationId xmlns:a16="http://schemas.microsoft.com/office/drawing/2014/main" id="{A890DD0B-2FF8-8CB8-CBB7-7E468E8D250F}"/>
              </a:ext>
            </a:extLst>
          </p:cNvPr>
          <p:cNvPicPr>
            <a:picLocks noChangeAspect="1"/>
          </p:cNvPicPr>
          <p:nvPr/>
        </p:nvPicPr>
        <p:blipFill>
          <a:blip r:embed="rId4"/>
          <a:srcRect l="30549" r="31398"/>
          <a:stretch>
            <a:fillRect/>
          </a:stretch>
        </p:blipFill>
        <p:spPr>
          <a:xfrm>
            <a:off x="6409636" y="10"/>
            <a:ext cx="2609642" cy="6857990"/>
          </a:xfrm>
          <a:prstGeom prst="rect">
            <a:avLst/>
          </a:prstGeo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2200"/>
              <a:t>String Calculator — requirements</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DD600460-D9D4-A2B5-4B43-3E689B6A29B6}"/>
              </a:ext>
            </a:extLst>
          </p:cNvPr>
          <p:cNvGraphicFramePr>
            <a:graphicFrameLocks noGrp="1"/>
          </p:cNvGraphicFramePr>
          <p:nvPr>
            <p:ph idx="1"/>
            <p:extLst>
              <p:ext uri="{D42A27DB-BD31-4B8C-83A1-F6EECF244321}">
                <p14:modId xmlns:p14="http://schemas.microsoft.com/office/powerpoint/2010/main" val="963801746"/>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5131786" cy="1905000"/>
          </a:xfrm>
        </p:spPr>
        <p:txBody>
          <a:bodyPr>
            <a:normAutofit/>
          </a:bodyPr>
          <a:lstStyle/>
          <a:p>
            <a:r>
              <a:t>String Calculator — start with tests</a:t>
            </a:r>
          </a:p>
        </p:txBody>
      </p:sp>
      <p:sp>
        <p:nvSpPr>
          <p:cNvPr id="3" name="Content Placeholder 2"/>
          <p:cNvSpPr>
            <a:spLocks noGrp="1"/>
          </p:cNvSpPr>
          <p:nvPr>
            <p:ph idx="1"/>
          </p:nvPr>
        </p:nvSpPr>
        <p:spPr>
          <a:xfrm>
            <a:off x="856059" y="2666999"/>
            <a:ext cx="5198154" cy="3124201"/>
          </a:xfrm>
        </p:spPr>
        <p:txBody>
          <a:bodyPr>
            <a:normAutofit/>
          </a:bodyPr>
          <a:lstStyle/>
          <a:p>
            <a:r>
              <a:rPr lang="en-US"/>
              <a:t>Write the simplest passing test first</a:t>
            </a:r>
          </a:p>
          <a:p>
            <a:r>
              <a:rPr lang="en-US"/>
              <a:t>Only add a new test when you need new behavior</a:t>
            </a:r>
          </a:p>
        </p:txBody>
      </p:sp>
      <p:pic>
        <p:nvPicPr>
          <p:cNvPr id="5" name="Picture 4" descr="Close-up of a calculator keypad">
            <a:extLst>
              <a:ext uri="{FF2B5EF4-FFF2-40B4-BE49-F238E27FC236}">
                <a16:creationId xmlns:a16="http://schemas.microsoft.com/office/drawing/2014/main" id="{E978301C-ECE6-C3AE-4D86-E1B7DE5E4C65}"/>
              </a:ext>
            </a:extLst>
          </p:cNvPr>
          <p:cNvPicPr>
            <a:picLocks noChangeAspect="1"/>
          </p:cNvPicPr>
          <p:nvPr/>
        </p:nvPicPr>
        <p:blipFill>
          <a:blip r:embed="rId4"/>
          <a:srcRect l="34078" r="40712" b="-1"/>
          <a:stretch>
            <a:fillRect/>
          </a:stretch>
        </p:blipFill>
        <p:spPr>
          <a:xfrm>
            <a:off x="6409636" y="10"/>
            <a:ext cx="2609642" cy="6857990"/>
          </a:xfrm>
          <a:prstGeom prst="rect">
            <a:avLst/>
          </a:prstGeo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6059" y="609600"/>
            <a:ext cx="7429499" cy="1065451"/>
          </a:xfrm>
        </p:spPr>
        <p:txBody>
          <a:bodyPr vert="horz" lIns="91440" tIns="45720" rIns="91440" bIns="45720" rtlCol="0" anchor="ctr">
            <a:normAutofit/>
          </a:bodyPr>
          <a:lstStyle/>
          <a:p>
            <a:pPr algn="ctr">
              <a:lnSpc>
                <a:spcPct val="90000"/>
              </a:lnSpc>
            </a:pPr>
            <a:r>
              <a:rPr lang="en-US" sz="3200">
                <a:solidFill>
                  <a:srgbClr val="BFBFBF"/>
                </a:solidFill>
              </a:rPr>
              <a:t>String Calculator — first tests (Python)</a:t>
            </a:r>
          </a:p>
        </p:txBody>
      </p:sp>
      <p:sp>
        <p:nvSpPr>
          <p:cNvPr id="3" name="TextBox 2"/>
          <p:cNvSpPr txBox="1"/>
          <p:nvPr/>
        </p:nvSpPr>
        <p:spPr>
          <a:xfrm>
            <a:off x="856059" y="2666999"/>
            <a:ext cx="7429499" cy="3124201"/>
          </a:xfrm>
          <a:prstGeom prst="rect">
            <a:avLst/>
          </a:prstGeom>
        </p:spPr>
        <p:txBody>
          <a:bodyPr vert="horz" lIns="91440" tIns="45720" rIns="91440" bIns="45720" rtlCol="0" anchor="ctr">
            <a:normAutofit/>
          </a:bodyPr>
          <a:lstStyle/>
          <a:p>
            <a:pPr>
              <a:lnSpc>
                <a:spcPct val="90000"/>
              </a:lnSpc>
              <a:spcBef>
                <a:spcPct val="20000"/>
              </a:spcBef>
              <a:spcAft>
                <a:spcPts val="600"/>
              </a:spcAft>
              <a:buClr>
                <a:schemeClr val="tx1"/>
              </a:buClr>
              <a:buSzPct val="100000"/>
              <a:buFont typeface="Arial"/>
              <a:buChar char="•"/>
              <a:defRPr sz="1800">
                <a:latin typeface="Courier New"/>
              </a:defRP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import pytest</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from calculator import add</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def test_empty_string_is_zero():</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assert add("") == 0</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def test_single_number():</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assert add("7") == 7</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def test_two_numbers():</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assert add("1,2") == 3</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0634" y="714375"/>
            <a:ext cx="2499716" cy="5076826"/>
          </a:xfrm>
        </p:spPr>
        <p:txBody>
          <a:bodyPr vert="horz" lIns="91440" tIns="45720" rIns="91440" bIns="45720" rtlCol="0" anchor="ctr">
            <a:normAutofit/>
          </a:bodyPr>
          <a:lstStyle/>
          <a:p>
            <a:r>
              <a:rPr lang="en-US" sz="1900">
                <a:gradFill flip="none" rotWithShape="1">
                  <a:gsLst>
                    <a:gs pos="0">
                      <a:schemeClr val="tx1"/>
                    </a:gs>
                    <a:gs pos="100000">
                      <a:schemeClr val="tx1">
                        <a:lumMod val="65000"/>
                      </a:schemeClr>
                    </a:gs>
                  </a:gsLst>
                  <a:lin ang="5580000" scaled="0"/>
                  <a:tileRect/>
                </a:gradFill>
              </a:rPr>
              <a:t>String Calculator — minimal implementation</a:t>
            </a:r>
          </a:p>
        </p:txBody>
      </p:sp>
      <p:sp>
        <p:nvSpPr>
          <p:cNvPr id="8"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5017" y="0"/>
            <a:ext cx="5668982"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7654"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2"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752"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3" name="TextBox 2"/>
          <p:cNvSpPr txBox="1"/>
          <p:nvPr/>
        </p:nvSpPr>
        <p:spPr>
          <a:xfrm>
            <a:off x="3729784" y="714375"/>
            <a:ext cx="4690313" cy="5076825"/>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buFont typeface="Arial"/>
              <a:buChar char="•"/>
              <a:defRPr sz="1800">
                <a:latin typeface="Courier New"/>
              </a:defRPr>
            </a:pPr>
            <a:r>
              <a:rPr lang="en-US" cap="small">
                <a:effectLst>
                  <a:glow rad="38100">
                    <a:schemeClr val="bg1">
                      <a:lumMod val="50000"/>
                      <a:lumOff val="50000"/>
                      <a:alpha val="20000"/>
                    </a:schemeClr>
                  </a:glow>
                  <a:outerShdw blurRad="44450" dist="12700" dir="13860000" algn="tl" rotWithShape="0">
                    <a:srgbClr val="000000">
                      <a:alpha val="20000"/>
                    </a:srgbClr>
                  </a:outerShdw>
                </a:effectLst>
              </a:rPr>
              <a:t>def add(text: str) -&gt; int:</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text == "":</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0</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if "," not in text:</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int(text)</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a, b = text.split(",")</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effectLst>
                  <a:glow rad="38100">
                    <a:schemeClr val="bg1">
                      <a:lumMod val="50000"/>
                      <a:lumOff val="50000"/>
                      <a:alpha val="20000"/>
                    </a:schemeClr>
                  </a:glow>
                  <a:outerShdw blurRad="44450" dist="12700" dir="13860000" algn="tl" rotWithShape="0">
                    <a:srgbClr val="000000">
                      <a:alpha val="20000"/>
                    </a:srgbClr>
                  </a:outerShdw>
                </a:effectLst>
              </a:rPr>
              <a:t>    return int(a) + int(b)</a:t>
            </a:r>
            <a:br>
              <a:rPr lang="en-US" cap="small">
                <a:effectLst>
                  <a:glow rad="38100">
                    <a:schemeClr val="bg1">
                      <a:lumMod val="50000"/>
                      <a:lumOff val="50000"/>
                      <a:alpha val="20000"/>
                    </a:schemeClr>
                  </a:glow>
                  <a:outerShdw blurRad="44450" dist="12700" dir="13860000" algn="tl" rotWithShape="0">
                    <a:srgbClr val="000000">
                      <a:alpha val="20000"/>
                    </a:srgbClr>
                  </a:outerShdw>
                </a:effectLst>
              </a:rPr>
            </a:br>
            <a:endParaRPr lang="en-US" cap="sma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Refactor: what is allowed?</a:t>
            </a:r>
          </a:p>
        </p:txBody>
      </p:sp>
      <p:graphicFrame>
        <p:nvGraphicFramePr>
          <p:cNvPr id="5" name="Content Placeholder 2">
            <a:extLst>
              <a:ext uri="{FF2B5EF4-FFF2-40B4-BE49-F238E27FC236}">
                <a16:creationId xmlns:a16="http://schemas.microsoft.com/office/drawing/2014/main" id="{D1AF7499-4F29-05BC-13EA-99ADFD73A8AD}"/>
              </a:ext>
            </a:extLst>
          </p:cNvPr>
          <p:cNvGraphicFramePr>
            <a:graphicFrameLocks noGrp="1"/>
          </p:cNvGraphicFramePr>
          <p:nvPr>
            <p:ph idx="1"/>
            <p:extLst>
              <p:ext uri="{D42A27DB-BD31-4B8C-83A1-F6EECF244321}">
                <p14:modId xmlns:p14="http://schemas.microsoft.com/office/powerpoint/2010/main" val="2827564214"/>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Refactor examples</a:t>
            </a:r>
          </a:p>
        </p:txBody>
      </p:sp>
      <p:graphicFrame>
        <p:nvGraphicFramePr>
          <p:cNvPr id="5" name="Content Placeholder 2">
            <a:extLst>
              <a:ext uri="{FF2B5EF4-FFF2-40B4-BE49-F238E27FC236}">
                <a16:creationId xmlns:a16="http://schemas.microsoft.com/office/drawing/2014/main" id="{A4821173-1421-EDD3-2FA7-92CE97B578D8}"/>
              </a:ext>
            </a:extLst>
          </p:cNvPr>
          <p:cNvGraphicFramePr>
            <a:graphicFrameLocks noGrp="1"/>
          </p:cNvGraphicFramePr>
          <p:nvPr>
            <p:ph idx="1"/>
            <p:extLst>
              <p:ext uri="{D42A27DB-BD31-4B8C-83A1-F6EECF244321}">
                <p14:modId xmlns:p14="http://schemas.microsoft.com/office/powerpoint/2010/main" val="217676982"/>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9901" y="643466"/>
            <a:ext cx="2357907" cy="5571065"/>
          </a:xfrm>
        </p:spPr>
        <p:txBody>
          <a:bodyPr anchor="ctr">
            <a:normAutofit/>
          </a:bodyPr>
          <a:lstStyle/>
          <a:p>
            <a:r>
              <a:rPr lang="en-US" sz="3100"/>
              <a:t>Test doubles (why)</a:t>
            </a:r>
          </a:p>
        </p:txBody>
      </p:sp>
      <p:sp>
        <p:nvSpPr>
          <p:cNvPr id="9" name="Rectangle 8">
            <a:extLst>
              <a:ext uri="{FF2B5EF4-FFF2-40B4-BE49-F238E27FC236}">
                <a16:creationId xmlns:a16="http://schemas.microsoft.com/office/drawing/2014/main" id="{486BE662-8168-4D00-A390-68E716290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49126"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F2F29B-BBEF-4120-BD1A-73904CDAF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73800"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3" name="Straight Connector 12">
            <a:extLst>
              <a:ext uri="{FF2B5EF4-FFF2-40B4-BE49-F238E27FC236}">
                <a16:creationId xmlns:a16="http://schemas.microsoft.com/office/drawing/2014/main" id="{2CB157BB-2207-4221-859A-7DB1E0909D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2255565" y="3429000"/>
            <a:ext cx="6858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graphicFrame>
        <p:nvGraphicFramePr>
          <p:cNvPr id="5" name="Content Placeholder 2">
            <a:extLst>
              <a:ext uri="{FF2B5EF4-FFF2-40B4-BE49-F238E27FC236}">
                <a16:creationId xmlns:a16="http://schemas.microsoft.com/office/drawing/2014/main" id="{53189ADA-99AE-CCB3-5DC7-6B04F6FAD71D}"/>
              </a:ext>
            </a:extLst>
          </p:cNvPr>
          <p:cNvGraphicFramePr>
            <a:graphicFrameLocks noGrp="1"/>
          </p:cNvGraphicFramePr>
          <p:nvPr>
            <p:ph idx="1"/>
            <p:extLst>
              <p:ext uri="{D42A27DB-BD31-4B8C-83A1-F6EECF244321}">
                <p14:modId xmlns:p14="http://schemas.microsoft.com/office/powerpoint/2010/main" val="3179860529"/>
              </p:ext>
            </p:extLst>
          </p:nvPr>
        </p:nvGraphicFramePr>
        <p:xfrm>
          <a:off x="482600" y="643467"/>
          <a:ext cx="4682994" cy="55710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Types of test doubles</a:t>
            </a:r>
          </a:p>
        </p:txBody>
      </p:sp>
      <p:graphicFrame>
        <p:nvGraphicFramePr>
          <p:cNvPr id="5" name="Content Placeholder 2">
            <a:extLst>
              <a:ext uri="{FF2B5EF4-FFF2-40B4-BE49-F238E27FC236}">
                <a16:creationId xmlns:a16="http://schemas.microsoft.com/office/drawing/2014/main" id="{8B66A0FE-5A92-342A-932E-4736D6155B1A}"/>
              </a:ext>
            </a:extLst>
          </p:cNvPr>
          <p:cNvGraphicFramePr>
            <a:graphicFrameLocks noGrp="1"/>
          </p:cNvGraphicFramePr>
          <p:nvPr>
            <p:ph idx="1"/>
            <p:extLst>
              <p:ext uri="{D42A27DB-BD31-4B8C-83A1-F6EECF244321}">
                <p14:modId xmlns:p14="http://schemas.microsoft.com/office/powerpoint/2010/main" val="3145322119"/>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Mocking: use carefully</a:t>
            </a:r>
          </a:p>
        </p:txBody>
      </p:sp>
      <p:graphicFrame>
        <p:nvGraphicFramePr>
          <p:cNvPr id="5" name="Content Placeholder 2">
            <a:extLst>
              <a:ext uri="{FF2B5EF4-FFF2-40B4-BE49-F238E27FC236}">
                <a16:creationId xmlns:a16="http://schemas.microsoft.com/office/drawing/2014/main" id="{B2D31878-5316-E282-934B-613BD59E7400}"/>
              </a:ext>
            </a:extLst>
          </p:cNvPr>
          <p:cNvGraphicFramePr>
            <a:graphicFrameLocks noGrp="1"/>
          </p:cNvGraphicFramePr>
          <p:nvPr>
            <p:ph idx="1"/>
          </p:nvPr>
        </p:nvGraphicFramePr>
        <p:xfrm>
          <a:off x="818348" y="2060898"/>
          <a:ext cx="7511472" cy="4041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3500"/>
              <a:t>TDD and design (the hidden benefit)</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CB2779F7-729A-8AA2-BE4E-5BF25B83CBF6}"/>
              </a:ext>
            </a:extLst>
          </p:cNvPr>
          <p:cNvGraphicFramePr>
            <a:graphicFrameLocks noGrp="1"/>
          </p:cNvGraphicFramePr>
          <p:nvPr>
            <p:ph idx="1"/>
            <p:extLst>
              <p:ext uri="{D42A27DB-BD31-4B8C-83A1-F6EECF244321}">
                <p14:modId xmlns:p14="http://schemas.microsoft.com/office/powerpoint/2010/main" val="2239653268"/>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Keeping logic pure</a:t>
            </a:r>
          </a:p>
        </p:txBody>
      </p:sp>
      <p:graphicFrame>
        <p:nvGraphicFramePr>
          <p:cNvPr id="5" name="Content Placeholder 2">
            <a:extLst>
              <a:ext uri="{FF2B5EF4-FFF2-40B4-BE49-F238E27FC236}">
                <a16:creationId xmlns:a16="http://schemas.microsoft.com/office/drawing/2014/main" id="{7223B806-F483-5FE7-E1AA-C80496BD2612}"/>
              </a:ext>
            </a:extLst>
          </p:cNvPr>
          <p:cNvGraphicFramePr>
            <a:graphicFrameLocks noGrp="1"/>
          </p:cNvGraphicFramePr>
          <p:nvPr>
            <p:ph idx="1"/>
            <p:extLst>
              <p:ext uri="{D42A27DB-BD31-4B8C-83A1-F6EECF244321}">
                <p14:modId xmlns:p14="http://schemas.microsoft.com/office/powerpoint/2010/main" val="2605440098"/>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Testing time and randomness</a:t>
            </a:r>
          </a:p>
        </p:txBody>
      </p:sp>
      <p:graphicFrame>
        <p:nvGraphicFramePr>
          <p:cNvPr id="15" name="Content Placeholder 2">
            <a:extLst>
              <a:ext uri="{FF2B5EF4-FFF2-40B4-BE49-F238E27FC236}">
                <a16:creationId xmlns:a16="http://schemas.microsoft.com/office/drawing/2014/main" id="{341F48AB-2D5F-8D5E-C8C5-EEDB7294A492}"/>
              </a:ext>
            </a:extLst>
          </p:cNvPr>
          <p:cNvGraphicFramePr>
            <a:graphicFrameLocks noGrp="1"/>
          </p:cNvGraphicFramePr>
          <p:nvPr>
            <p:ph idx="1"/>
          </p:nvPr>
        </p:nvGraphicFramePr>
        <p:xfrm>
          <a:off x="818348" y="2060898"/>
          <a:ext cx="7511472" cy="4041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Picture 4" descr="Half face clock on a wall">
            <a:extLst>
              <a:ext uri="{FF2B5EF4-FFF2-40B4-BE49-F238E27FC236}">
                <a16:creationId xmlns:a16="http://schemas.microsoft.com/office/drawing/2014/main" id="{8B8F032A-CCA3-107C-1997-53246CB7593F}"/>
              </a:ext>
            </a:extLst>
          </p:cNvPr>
          <p:cNvPicPr>
            <a:picLocks noChangeAspect="1"/>
          </p:cNvPicPr>
          <p:nvPr/>
        </p:nvPicPr>
        <p:blipFill>
          <a:blip r:embed="rId4">
            <a:duotone>
              <a:prstClr val="black"/>
              <a:schemeClr val="bg1">
                <a:tint val="45000"/>
                <a:satMod val="400000"/>
              </a:schemeClr>
            </a:duotone>
            <a:alphaModFix amt="15000"/>
          </a:blip>
          <a:srcRect l="4000" r="-2" b="-2"/>
          <a:stretch>
            <a:fillRect/>
          </a:stretch>
        </p:blipFill>
        <p:spPr>
          <a:xfrm>
            <a:off x="20" y="10"/>
            <a:ext cx="9143980" cy="6857990"/>
          </a:xfrm>
          <a:prstGeom prst="rect">
            <a:avLst/>
          </a:prstGeom>
        </p:spPr>
      </p:pic>
      <p:sp>
        <p:nvSpPr>
          <p:cNvPr id="2" name="Title 1"/>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a:t>Injecting time (example)</a:t>
            </a:r>
          </a:p>
        </p:txBody>
      </p:sp>
      <p:sp>
        <p:nvSpPr>
          <p:cNvPr id="3" name="TextBox 2"/>
          <p:cNvSpPr txBox="1"/>
          <p:nvPr/>
        </p:nvSpPr>
        <p:spPr>
          <a:xfrm>
            <a:off x="856059" y="2666999"/>
            <a:ext cx="7429499" cy="3124201"/>
          </a:xfrm>
          <a:prstGeom prst="rect">
            <a:avLst/>
          </a:prstGeom>
        </p:spPr>
        <p:txBody>
          <a:bodyPr vert="horz" lIns="91440" tIns="45720" rIns="91440" bIns="45720" rtlCol="0" anchor="ctr">
            <a:normAutofit/>
          </a:bodyPr>
          <a:lstStyle/>
          <a:p>
            <a:pPr>
              <a:lnSpc>
                <a:spcPct val="90000"/>
              </a:lnSpc>
              <a:spcBef>
                <a:spcPct val="20000"/>
              </a:spcBef>
              <a:spcAft>
                <a:spcPts val="600"/>
              </a:spcAft>
              <a:buClr>
                <a:schemeClr val="accent1"/>
              </a:buClr>
              <a:buSzPct val="100000"/>
              <a:buFont typeface="Arial"/>
              <a:buChar char="•"/>
              <a:defRPr sz="1800">
                <a:latin typeface="Courier New"/>
              </a:defRPr>
            </a:pP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class Clock:</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def now(self): ...</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class </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FakeClock</a:t>
            </a: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(Clock):</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def __</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init</a:t>
            </a: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__(self, fixed):</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self._fixed</a:t>
            </a: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 fixed</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def now(self):</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return </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self._fixed</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def </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is_business_hours</a:t>
            </a: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(clock: Clock) -&gt; bool:</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hour = </a:t>
            </a:r>
            <a:r>
              <a:rPr lang="en-US" sz="1500" cap="small" dirty="0" err="1">
                <a:effectLst>
                  <a:glow rad="38100">
                    <a:schemeClr val="bg1">
                      <a:lumMod val="50000"/>
                      <a:lumOff val="50000"/>
                      <a:alpha val="20000"/>
                    </a:schemeClr>
                  </a:glow>
                  <a:outerShdw blurRad="44450" dist="12700" dir="13860000" algn="tl" rotWithShape="0">
                    <a:srgbClr val="000000">
                      <a:alpha val="20000"/>
                    </a:srgbClr>
                  </a:outerShdw>
                </a:effectLst>
              </a:rPr>
              <a:t>clock.now</a:t>
            </a: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().hour</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t>    return 9 &lt;= hour &lt; 17</a:t>
            </a:r>
            <a:br>
              <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rPr>
            </a:br>
            <a:endParaRPr lang="en-US" sz="1500" cap="small" dirty="0">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Integration tests (when)</a:t>
            </a:r>
          </a:p>
        </p:txBody>
      </p:sp>
      <p:graphicFrame>
        <p:nvGraphicFramePr>
          <p:cNvPr id="5" name="Content Placeholder 2">
            <a:extLst>
              <a:ext uri="{FF2B5EF4-FFF2-40B4-BE49-F238E27FC236}">
                <a16:creationId xmlns:a16="http://schemas.microsoft.com/office/drawing/2014/main" id="{3B18A08C-5C78-E214-6576-E5366994E3D8}"/>
              </a:ext>
            </a:extLst>
          </p:cNvPr>
          <p:cNvGraphicFramePr>
            <a:graphicFrameLocks noGrp="1"/>
          </p:cNvGraphicFramePr>
          <p:nvPr>
            <p:ph idx="1"/>
            <p:extLst>
              <p:ext uri="{D42A27DB-BD31-4B8C-83A1-F6EECF244321}">
                <p14:modId xmlns:p14="http://schemas.microsoft.com/office/powerpoint/2010/main" val="840208275"/>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Databases in tests</a:t>
            </a:r>
          </a:p>
        </p:txBody>
      </p:sp>
      <p:graphicFrame>
        <p:nvGraphicFramePr>
          <p:cNvPr id="5" name="Content Placeholder 2">
            <a:extLst>
              <a:ext uri="{FF2B5EF4-FFF2-40B4-BE49-F238E27FC236}">
                <a16:creationId xmlns:a16="http://schemas.microsoft.com/office/drawing/2014/main" id="{CF93DA64-011A-42B1-800D-C36E0C227EE8}"/>
              </a:ext>
            </a:extLst>
          </p:cNvPr>
          <p:cNvGraphicFramePr>
            <a:graphicFrameLocks noGrp="1"/>
          </p:cNvGraphicFramePr>
          <p:nvPr>
            <p:ph idx="1"/>
            <p:extLst>
              <p:ext uri="{D42A27DB-BD31-4B8C-83A1-F6EECF244321}">
                <p14:modId xmlns:p14="http://schemas.microsoft.com/office/powerpoint/2010/main" val="1525567618"/>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Picture 4" descr="Robot operating a machine">
            <a:extLst>
              <a:ext uri="{FF2B5EF4-FFF2-40B4-BE49-F238E27FC236}">
                <a16:creationId xmlns:a16="http://schemas.microsoft.com/office/drawing/2014/main" id="{274E8492-8FD4-D7CE-ECAF-201E4DD8653B}"/>
              </a:ext>
            </a:extLst>
          </p:cNvPr>
          <p:cNvPicPr>
            <a:picLocks noChangeAspect="1"/>
          </p:cNvPicPr>
          <p:nvPr/>
        </p:nvPicPr>
        <p:blipFill>
          <a:blip r:embed="rId4">
            <a:alphaModFix amt="15000"/>
          </a:blip>
          <a:srcRect b="2280"/>
          <a:stretch>
            <a:fillRect/>
          </a:stretch>
        </p:blipFill>
        <p:spPr>
          <a:xfrm>
            <a:off x="20" y="10"/>
            <a:ext cx="9143980" cy="6857990"/>
          </a:xfrm>
          <a:prstGeom prst="rect">
            <a:avLst/>
          </a:prstGeom>
        </p:spPr>
      </p:pic>
      <p:sp>
        <p:nvSpPr>
          <p:cNvPr id="2" name="Title 1"/>
          <p:cNvSpPr>
            <a:spLocks noGrp="1"/>
          </p:cNvSpPr>
          <p:nvPr>
            <p:ph type="title"/>
          </p:nvPr>
        </p:nvSpPr>
        <p:spPr>
          <a:xfrm>
            <a:off x="856059" y="609600"/>
            <a:ext cx="7429499" cy="1905000"/>
          </a:xfrm>
        </p:spPr>
        <p:txBody>
          <a:bodyPr>
            <a:normAutofit/>
          </a:bodyPr>
          <a:lstStyle/>
          <a:p>
            <a:r>
              <a:t>Legacy code: common reality</a:t>
            </a:r>
          </a:p>
        </p:txBody>
      </p:sp>
      <p:sp>
        <p:nvSpPr>
          <p:cNvPr id="3" name="Content Placeholder 2"/>
          <p:cNvSpPr>
            <a:spLocks noGrp="1"/>
          </p:cNvSpPr>
          <p:nvPr>
            <p:ph idx="1"/>
          </p:nvPr>
        </p:nvSpPr>
        <p:spPr>
          <a:xfrm>
            <a:off x="856059" y="2666999"/>
            <a:ext cx="7429499" cy="3124201"/>
          </a:xfrm>
        </p:spPr>
        <p:txBody>
          <a:bodyPr>
            <a:normAutofit/>
          </a:bodyPr>
          <a:lstStyle/>
          <a:p>
            <a:r>
              <a:rPr lang="en-US"/>
              <a:t>No tests</a:t>
            </a:r>
          </a:p>
          <a:p>
            <a:r>
              <a:rPr lang="en-US"/>
              <a:t>Tightly coupled</a:t>
            </a:r>
          </a:p>
          <a:p>
            <a:r>
              <a:rPr lang="en-US"/>
              <a:t>Hard to change safely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1400"/>
              <a:t>Legacy strategy: characterization tests</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D6EDB284-0779-E53A-B485-2BC6FFEEA84F}"/>
              </a:ext>
            </a:extLst>
          </p:cNvPr>
          <p:cNvGraphicFramePr>
            <a:graphicFrameLocks noGrp="1"/>
          </p:cNvGraphicFramePr>
          <p:nvPr>
            <p:ph idx="1"/>
            <p:extLst>
              <p:ext uri="{D42A27DB-BD31-4B8C-83A1-F6EECF244321}">
                <p14:modId xmlns:p14="http://schemas.microsoft.com/office/powerpoint/2010/main" val="4046121470"/>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Legacy strategy: sprout technique</a:t>
            </a:r>
          </a:p>
        </p:txBody>
      </p:sp>
      <p:graphicFrame>
        <p:nvGraphicFramePr>
          <p:cNvPr id="5" name="Content Placeholder 2">
            <a:extLst>
              <a:ext uri="{FF2B5EF4-FFF2-40B4-BE49-F238E27FC236}">
                <a16:creationId xmlns:a16="http://schemas.microsoft.com/office/drawing/2014/main" id="{04210A80-1374-3829-B095-8E586A1679DE}"/>
              </a:ext>
            </a:extLst>
          </p:cNvPr>
          <p:cNvGraphicFramePr>
            <a:graphicFrameLocks noGrp="1"/>
          </p:cNvGraphicFramePr>
          <p:nvPr>
            <p:ph idx="1"/>
            <p:extLst>
              <p:ext uri="{D42A27DB-BD31-4B8C-83A1-F6EECF244321}">
                <p14:modId xmlns:p14="http://schemas.microsoft.com/office/powerpoint/2010/main" val="3076035903"/>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2700"/>
              <a:t>Practical workflow tips</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BA55E531-6981-03C2-3B6C-868EB5E8AAF4}"/>
              </a:ext>
            </a:extLst>
          </p:cNvPr>
          <p:cNvGraphicFramePr>
            <a:graphicFrameLocks noGrp="1"/>
          </p:cNvGraphicFramePr>
          <p:nvPr>
            <p:ph idx="1"/>
            <p:extLst>
              <p:ext uri="{D42A27DB-BD31-4B8C-83A1-F6EECF244321}">
                <p14:modId xmlns:p14="http://schemas.microsoft.com/office/powerpoint/2010/main" val="979081494"/>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9901" y="643466"/>
            <a:ext cx="2357907" cy="5571065"/>
          </a:xfrm>
        </p:spPr>
        <p:txBody>
          <a:bodyPr anchor="ctr">
            <a:normAutofit/>
          </a:bodyPr>
          <a:lstStyle/>
          <a:p>
            <a:r>
              <a:rPr lang="en-US" sz="3100"/>
              <a:t>Common pitfalls</a:t>
            </a:r>
          </a:p>
        </p:txBody>
      </p:sp>
      <p:sp>
        <p:nvSpPr>
          <p:cNvPr id="9" name="Rectangle 8">
            <a:extLst>
              <a:ext uri="{FF2B5EF4-FFF2-40B4-BE49-F238E27FC236}">
                <a16:creationId xmlns:a16="http://schemas.microsoft.com/office/drawing/2014/main" id="{486BE662-8168-4D00-A390-68E716290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49126"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F2F29B-BBEF-4120-BD1A-73904CDAF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73800"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3" name="Straight Connector 12">
            <a:extLst>
              <a:ext uri="{FF2B5EF4-FFF2-40B4-BE49-F238E27FC236}">
                <a16:creationId xmlns:a16="http://schemas.microsoft.com/office/drawing/2014/main" id="{2CB157BB-2207-4221-859A-7DB1E0909D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2255565" y="3429000"/>
            <a:ext cx="6858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graphicFrame>
        <p:nvGraphicFramePr>
          <p:cNvPr id="5" name="Content Placeholder 2">
            <a:extLst>
              <a:ext uri="{FF2B5EF4-FFF2-40B4-BE49-F238E27FC236}">
                <a16:creationId xmlns:a16="http://schemas.microsoft.com/office/drawing/2014/main" id="{EE755A45-73D9-583F-B854-A6753CEDF2C2}"/>
              </a:ext>
            </a:extLst>
          </p:cNvPr>
          <p:cNvGraphicFramePr>
            <a:graphicFrameLocks noGrp="1"/>
          </p:cNvGraphicFramePr>
          <p:nvPr>
            <p:ph idx="1"/>
            <p:extLst>
              <p:ext uri="{D42A27DB-BD31-4B8C-83A1-F6EECF244321}">
                <p14:modId xmlns:p14="http://schemas.microsoft.com/office/powerpoint/2010/main" val="453485254"/>
              </p:ext>
            </p:extLst>
          </p:nvPr>
        </p:nvGraphicFramePr>
        <p:xfrm>
          <a:off x="482600" y="643467"/>
          <a:ext cx="4682994" cy="55710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Team habits that help</a:t>
            </a:r>
          </a:p>
        </p:txBody>
      </p:sp>
      <p:graphicFrame>
        <p:nvGraphicFramePr>
          <p:cNvPr id="5" name="Content Placeholder 2">
            <a:extLst>
              <a:ext uri="{FF2B5EF4-FFF2-40B4-BE49-F238E27FC236}">
                <a16:creationId xmlns:a16="http://schemas.microsoft.com/office/drawing/2014/main" id="{DC75C15B-F826-E4AE-7867-211ED39720BB}"/>
              </a:ext>
            </a:extLst>
          </p:cNvPr>
          <p:cNvGraphicFramePr>
            <a:graphicFrameLocks noGrp="1"/>
          </p:cNvGraphicFramePr>
          <p:nvPr>
            <p:ph idx="1"/>
          </p:nvPr>
        </p:nvGraphicFramePr>
        <p:xfrm>
          <a:off x="818348" y="2060898"/>
          <a:ext cx="7511472" cy="4041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3200"/>
              <a:t>Exercises (build skill)</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7" name="Content Placeholder 2">
            <a:extLst>
              <a:ext uri="{FF2B5EF4-FFF2-40B4-BE49-F238E27FC236}">
                <a16:creationId xmlns:a16="http://schemas.microsoft.com/office/drawing/2014/main" id="{99919D68-70AA-34C3-FA25-1AE507D82D00}"/>
              </a:ext>
            </a:extLst>
          </p:cNvPr>
          <p:cNvGraphicFramePr>
            <a:graphicFrameLocks noGrp="1"/>
          </p:cNvGraphicFramePr>
          <p:nvPr>
            <p:ph idx="1"/>
            <p:extLst>
              <p:ext uri="{D42A27DB-BD31-4B8C-83A1-F6EECF244321}">
                <p14:modId xmlns:p14="http://schemas.microsoft.com/office/powerpoint/2010/main" val="3502611724"/>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6059" y="609600"/>
            <a:ext cx="7429499" cy="1468582"/>
          </a:xfrm>
        </p:spPr>
        <p:txBody>
          <a:bodyPr>
            <a:normAutofit/>
          </a:bodyPr>
          <a:lstStyle/>
          <a:p>
            <a:r>
              <a:t>Takeaways</a:t>
            </a:r>
          </a:p>
        </p:txBody>
      </p:sp>
      <p:graphicFrame>
        <p:nvGraphicFramePr>
          <p:cNvPr id="5" name="Content Placeholder 2">
            <a:extLst>
              <a:ext uri="{FF2B5EF4-FFF2-40B4-BE49-F238E27FC236}">
                <a16:creationId xmlns:a16="http://schemas.microsoft.com/office/drawing/2014/main" id="{8E4C367D-7F1D-A824-9101-F806377B443E}"/>
              </a:ext>
            </a:extLst>
          </p:cNvPr>
          <p:cNvGraphicFramePr>
            <a:graphicFrameLocks noGrp="1"/>
          </p:cNvGraphicFramePr>
          <p:nvPr>
            <p:ph idx="1"/>
            <p:extLst>
              <p:ext uri="{D42A27DB-BD31-4B8C-83A1-F6EECF244321}">
                <p14:modId xmlns:p14="http://schemas.microsoft.com/office/powerpoint/2010/main" val="985019059"/>
              </p:ext>
            </p:extLst>
          </p:nvPr>
        </p:nvGraphicFramePr>
        <p:xfrm>
          <a:off x="856059" y="2286000"/>
          <a:ext cx="7429500" cy="3387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2388" y="1430179"/>
            <a:ext cx="2271985" cy="3675908"/>
          </a:xfrm>
        </p:spPr>
        <p:txBody>
          <a:bodyPr anchor="ctr">
            <a:normAutofit/>
          </a:bodyPr>
          <a:lstStyle/>
          <a:p>
            <a:r>
              <a:rPr lang="en-US" sz="3500"/>
              <a:t>Q&amp;A</a:t>
            </a:r>
          </a:p>
        </p:txBody>
      </p:sp>
      <p:sp>
        <p:nvSpPr>
          <p:cNvPr id="9" name="Rectangle 8">
            <a:extLst>
              <a:ext uri="{FF2B5EF4-FFF2-40B4-BE49-F238E27FC236}">
                <a16:creationId xmlns:a16="http://schemas.microsoft.com/office/drawing/2014/main" id="{80089DED-64B2-4427-BD4F-A7B6B283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50"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F3252C-02E7-4CC4-BF1D-2EF2A78764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52478"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C355C98C-11B6-4AF3-A4C8-1AF58E3F9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6036" y="3254098"/>
            <a:ext cx="6858000" cy="349805"/>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C46B21FE-9650-9CE9-2715-12D8E9451F5E}"/>
              </a:ext>
            </a:extLst>
          </p:cNvPr>
          <p:cNvGraphicFramePr>
            <a:graphicFrameLocks noGrp="1"/>
          </p:cNvGraphicFramePr>
          <p:nvPr>
            <p:ph idx="1"/>
            <p:extLst>
              <p:ext uri="{D42A27DB-BD31-4B8C-83A1-F6EECF244321}">
                <p14:modId xmlns:p14="http://schemas.microsoft.com/office/powerpoint/2010/main" val="3113324002"/>
              </p:ext>
            </p:extLst>
          </p:nvPr>
        </p:nvGraphicFramePr>
        <p:xfrm>
          <a:off x="3790781" y="965200"/>
          <a:ext cx="4534600" cy="46058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A9E023"/>
      </a:accent1>
      <a:accent2>
        <a:srgbClr val="1FCDB6"/>
      </a:accent2>
      <a:accent3>
        <a:srgbClr val="5F99C9"/>
      </a:accent3>
      <a:accent4>
        <a:srgbClr val="AE65D1"/>
      </a:accent4>
      <a:accent5>
        <a:srgbClr val="D06423"/>
      </a:accent5>
      <a:accent6>
        <a:srgbClr val="DCAB11"/>
      </a:accent6>
      <a:hlink>
        <a:srgbClr val="ADE133"/>
      </a:hlink>
      <a:folHlink>
        <a:srgbClr val="C2EA66"/>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1FEE2289-88FB-467C-9C9A-54F3C85768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172</TotalTime>
  <Words>38781</Words>
  <Application>Microsoft Macintosh PowerPoint</Application>
  <PresentationFormat>On-screen Show (4:3)</PresentationFormat>
  <Paragraphs>2571</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Arial</vt:lpstr>
      <vt:lpstr>Century Gothic</vt:lpstr>
      <vt:lpstr>Mesh</vt:lpstr>
      <vt:lpstr>Test-Driven Development (TDD)</vt:lpstr>
      <vt:lpstr>Agenda</vt:lpstr>
      <vt:lpstr>Why we test</vt:lpstr>
      <vt:lpstr>What TDD is</vt:lpstr>
      <vt:lpstr>What TDD is NOT</vt:lpstr>
      <vt:lpstr>The TDD loop</vt:lpstr>
      <vt:lpstr>Why tiny steps?</vt:lpstr>
      <vt:lpstr>Kinds of tests (quick map)</vt:lpstr>
      <vt:lpstr>Test pyramid (rule of thumb)</vt:lpstr>
      <vt:lpstr>Good test structure: AAA</vt:lpstr>
      <vt:lpstr>Good test traits</vt:lpstr>
      <vt:lpstr>Naming tests</vt:lpstr>
      <vt:lpstr>Our first example: leap year</vt:lpstr>
      <vt:lpstr>Leap year — Red (test first)</vt:lpstr>
      <vt:lpstr>Leap year — Green (minimal code)</vt:lpstr>
      <vt:lpstr>Leap year — Red (add a counter-example)</vt:lpstr>
      <vt:lpstr>Leap year — Green (minimal fix)</vt:lpstr>
      <vt:lpstr>Leap year — Red (divisible by 4)</vt:lpstr>
      <vt:lpstr>Leap year — Red (normal year)</vt:lpstr>
      <vt:lpstr>Leap year — Green (final logic)</vt:lpstr>
      <vt:lpstr>What we learned (from leap year)</vt:lpstr>
      <vt:lpstr>A bigger kata: String Calculator</vt:lpstr>
      <vt:lpstr>String Calculator — requirements</vt:lpstr>
      <vt:lpstr>String Calculator — start with tests</vt:lpstr>
      <vt:lpstr>String Calculator — first tests (Python)</vt:lpstr>
      <vt:lpstr>String Calculator — minimal implementation</vt:lpstr>
      <vt:lpstr>Refactor: what is allowed?</vt:lpstr>
      <vt:lpstr>Refactor examples</vt:lpstr>
      <vt:lpstr>Test doubles (why)</vt:lpstr>
      <vt:lpstr>Types of test doubles</vt:lpstr>
      <vt:lpstr>Mocking: use carefully</vt:lpstr>
      <vt:lpstr>TDD and design (the hidden benefit)</vt:lpstr>
      <vt:lpstr>Keeping logic pure</vt:lpstr>
      <vt:lpstr>Testing time and randomness</vt:lpstr>
      <vt:lpstr>Injecting time (example)</vt:lpstr>
      <vt:lpstr>Integration tests (when)</vt:lpstr>
      <vt:lpstr>Databases in tests</vt:lpstr>
      <vt:lpstr>Legacy code: common reality</vt:lpstr>
      <vt:lpstr>Legacy strategy: characterization tests</vt:lpstr>
      <vt:lpstr>Legacy strategy: sprout technique</vt:lpstr>
      <vt:lpstr>Practical workflow tips</vt:lpstr>
      <vt:lpstr>Common pitfalls</vt:lpstr>
      <vt:lpstr>Team habits that help</vt:lpstr>
      <vt:lpstr>Exercises (build skill)</vt:lpstr>
      <vt:lpstr>Takeaways</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Miodrag Vujkovic</cp:lastModifiedBy>
  <cp:revision>57</cp:revision>
  <dcterms:created xsi:type="dcterms:W3CDTF">2013-01-27T09:14:16Z</dcterms:created>
  <dcterms:modified xsi:type="dcterms:W3CDTF">2025-12-04T18:19:52Z</dcterms:modified>
  <cp:category/>
</cp:coreProperties>
</file>