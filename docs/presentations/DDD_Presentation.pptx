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30.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1.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5.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36.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7.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38.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39.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40.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44.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45.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546"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1"/>
    <p:restoredTop sz="57110"/>
  </p:normalViewPr>
  <p:slideViewPr>
    <p:cSldViewPr snapToGrid="0" snapToObjects="1">
      <p:cViewPr varScale="1">
        <p:scale>
          <a:sx n="70" d="100"/>
          <a:sy n="70" d="100"/>
        </p:scale>
        <p:origin x="3304" y="4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_rels/data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ata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ata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ata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_rels/data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ata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49.svg"/></Relationships>
</file>

<file path=ppt/diagrams/_rels/data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s>
</file>

<file path=ppt/diagrams/_rels/data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4" Type="http://schemas.openxmlformats.org/officeDocument/2006/relationships/image" Target="../media/image61.svg"/></Relationships>
</file>

<file path=ppt/diagrams/_rels/data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svg"/><Relationship Id="rId1" Type="http://schemas.openxmlformats.org/officeDocument/2006/relationships/image" Target="../media/image64.png"/><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67.svg"/></Relationships>
</file>

<file path=ppt/diagrams/_rels/data21.xml.rels><?xml version="1.0" encoding="UTF-8" standalone="yes"?>
<Relationships xmlns="http://schemas.openxmlformats.org/package/2006/relationships"><Relationship Id="rId8" Type="http://schemas.openxmlformats.org/officeDocument/2006/relationships/image" Target="../media/image77.sv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svg"/><Relationship Id="rId1" Type="http://schemas.openxmlformats.org/officeDocument/2006/relationships/image" Target="../media/image70.png"/><Relationship Id="rId6" Type="http://schemas.openxmlformats.org/officeDocument/2006/relationships/image" Target="../media/image75.svg"/><Relationship Id="rId5" Type="http://schemas.openxmlformats.org/officeDocument/2006/relationships/image" Target="../media/image74.png"/><Relationship Id="rId4" Type="http://schemas.openxmlformats.org/officeDocument/2006/relationships/image" Target="../media/image73.svg"/></Relationships>
</file>

<file path=ppt/diagrams/_rels/data22.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9.svg"/><Relationship Id="rId1" Type="http://schemas.openxmlformats.org/officeDocument/2006/relationships/image" Target="../media/image78.png"/><Relationship Id="rId6" Type="http://schemas.openxmlformats.org/officeDocument/2006/relationships/image" Target="../media/image73.svg"/><Relationship Id="rId5" Type="http://schemas.openxmlformats.org/officeDocument/2006/relationships/image" Target="../media/image72.png"/><Relationship Id="rId4" Type="http://schemas.openxmlformats.org/officeDocument/2006/relationships/image" Target="../media/image81.svg"/></Relationships>
</file>

<file path=ppt/diagrams/_rels/data2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svg"/><Relationship Id="rId1" Type="http://schemas.openxmlformats.org/officeDocument/2006/relationships/image" Target="../media/image84.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87.svg"/></Relationships>
</file>

<file path=ppt/diagrams/_rels/data2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svg"/><Relationship Id="rId1" Type="http://schemas.openxmlformats.org/officeDocument/2006/relationships/image" Target="../media/image88.png"/><Relationship Id="rId6" Type="http://schemas.openxmlformats.org/officeDocument/2006/relationships/image" Target="../media/image93.svg"/><Relationship Id="rId5" Type="http://schemas.openxmlformats.org/officeDocument/2006/relationships/image" Target="../media/image92.png"/><Relationship Id="rId4" Type="http://schemas.openxmlformats.org/officeDocument/2006/relationships/image" Target="../media/image91.svg"/></Relationships>
</file>

<file path=ppt/diagrams/_rels/data2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svg"/><Relationship Id="rId1" Type="http://schemas.openxmlformats.org/officeDocument/2006/relationships/image" Target="../media/image94.png"/><Relationship Id="rId4" Type="http://schemas.openxmlformats.org/officeDocument/2006/relationships/image" Target="../media/image97.svg"/></Relationships>
</file>

<file path=ppt/diagrams/_rels/data28.xml.rels><?xml version="1.0" encoding="UTF-8" standalone="yes"?>
<Relationships xmlns="http://schemas.openxmlformats.org/package/2006/relationships"><Relationship Id="rId8" Type="http://schemas.openxmlformats.org/officeDocument/2006/relationships/image" Target="../media/image104.svg"/><Relationship Id="rId3" Type="http://schemas.openxmlformats.org/officeDocument/2006/relationships/image" Target="../media/image42.png"/><Relationship Id="rId7" Type="http://schemas.openxmlformats.org/officeDocument/2006/relationships/image" Target="../media/image103.png"/><Relationship Id="rId2" Type="http://schemas.openxmlformats.org/officeDocument/2006/relationships/image" Target="../media/image100.svg"/><Relationship Id="rId1" Type="http://schemas.openxmlformats.org/officeDocument/2006/relationships/image" Target="../media/image99.png"/><Relationship Id="rId6" Type="http://schemas.openxmlformats.org/officeDocument/2006/relationships/image" Target="../media/image102.svg"/><Relationship Id="rId5" Type="http://schemas.openxmlformats.org/officeDocument/2006/relationships/image" Target="../media/image101.png"/><Relationship Id="rId10" Type="http://schemas.openxmlformats.org/officeDocument/2006/relationships/image" Target="../media/image106.svg"/><Relationship Id="rId4" Type="http://schemas.openxmlformats.org/officeDocument/2006/relationships/image" Target="../media/image43.svg"/><Relationship Id="rId9" Type="http://schemas.openxmlformats.org/officeDocument/2006/relationships/image" Target="../media/image105.png"/></Relationships>
</file>

<file path=ppt/diagrams/_rels/data29.xml.rels><?xml version="1.0" encoding="UTF-8" standalone="yes"?>
<Relationships xmlns="http://schemas.openxmlformats.org/package/2006/relationships"><Relationship Id="rId8" Type="http://schemas.openxmlformats.org/officeDocument/2006/relationships/image" Target="../media/image104.svg"/><Relationship Id="rId3" Type="http://schemas.openxmlformats.org/officeDocument/2006/relationships/image" Target="../media/image109.png"/><Relationship Id="rId7" Type="http://schemas.openxmlformats.org/officeDocument/2006/relationships/image" Target="../media/image103.png"/><Relationship Id="rId12" Type="http://schemas.openxmlformats.org/officeDocument/2006/relationships/image" Target="../media/image116.svg"/><Relationship Id="rId2" Type="http://schemas.openxmlformats.org/officeDocument/2006/relationships/image" Target="../media/image108.svg"/><Relationship Id="rId1" Type="http://schemas.openxmlformats.org/officeDocument/2006/relationships/image" Target="../media/image107.png"/><Relationship Id="rId6" Type="http://schemas.openxmlformats.org/officeDocument/2006/relationships/image" Target="../media/image112.svg"/><Relationship Id="rId11" Type="http://schemas.openxmlformats.org/officeDocument/2006/relationships/image" Target="../media/image115.png"/><Relationship Id="rId5" Type="http://schemas.openxmlformats.org/officeDocument/2006/relationships/image" Target="../media/image111.png"/><Relationship Id="rId10" Type="http://schemas.openxmlformats.org/officeDocument/2006/relationships/image" Target="../media/image114.svg"/><Relationship Id="rId4" Type="http://schemas.openxmlformats.org/officeDocument/2006/relationships/image" Target="../media/image110.svg"/><Relationship Id="rId9" Type="http://schemas.openxmlformats.org/officeDocument/2006/relationships/image" Target="../media/image113.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49.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4" Type="http://schemas.openxmlformats.org/officeDocument/2006/relationships/image" Target="../media/image61.svg"/></Relationships>
</file>

<file path=ppt/diagrams/_rels/drawing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svg"/><Relationship Id="rId1" Type="http://schemas.openxmlformats.org/officeDocument/2006/relationships/image" Target="../media/image64.png"/><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67.svg"/></Relationships>
</file>

<file path=ppt/diagrams/_rels/drawing21.xml.rels><?xml version="1.0" encoding="UTF-8" standalone="yes"?>
<Relationships xmlns="http://schemas.openxmlformats.org/package/2006/relationships"><Relationship Id="rId8" Type="http://schemas.openxmlformats.org/officeDocument/2006/relationships/image" Target="../media/image77.sv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svg"/><Relationship Id="rId1" Type="http://schemas.openxmlformats.org/officeDocument/2006/relationships/image" Target="../media/image70.png"/><Relationship Id="rId6" Type="http://schemas.openxmlformats.org/officeDocument/2006/relationships/image" Target="../media/image75.svg"/><Relationship Id="rId5" Type="http://schemas.openxmlformats.org/officeDocument/2006/relationships/image" Target="../media/image74.png"/><Relationship Id="rId4" Type="http://schemas.openxmlformats.org/officeDocument/2006/relationships/image" Target="../media/image73.svg"/></Relationships>
</file>

<file path=ppt/diagrams/_rels/drawing22.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9.svg"/><Relationship Id="rId1" Type="http://schemas.openxmlformats.org/officeDocument/2006/relationships/image" Target="../media/image78.png"/><Relationship Id="rId6" Type="http://schemas.openxmlformats.org/officeDocument/2006/relationships/image" Target="../media/image73.svg"/><Relationship Id="rId5" Type="http://schemas.openxmlformats.org/officeDocument/2006/relationships/image" Target="../media/image72.png"/><Relationship Id="rId4" Type="http://schemas.openxmlformats.org/officeDocument/2006/relationships/image" Target="../media/image81.svg"/></Relationships>
</file>

<file path=ppt/diagrams/_rels/drawing2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svg"/><Relationship Id="rId1" Type="http://schemas.openxmlformats.org/officeDocument/2006/relationships/image" Target="../media/image84.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87.svg"/></Relationships>
</file>

<file path=ppt/diagrams/_rels/drawing2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svg"/><Relationship Id="rId1" Type="http://schemas.openxmlformats.org/officeDocument/2006/relationships/image" Target="../media/image88.png"/><Relationship Id="rId6" Type="http://schemas.openxmlformats.org/officeDocument/2006/relationships/image" Target="../media/image93.svg"/><Relationship Id="rId5" Type="http://schemas.openxmlformats.org/officeDocument/2006/relationships/image" Target="../media/image92.png"/><Relationship Id="rId4" Type="http://schemas.openxmlformats.org/officeDocument/2006/relationships/image" Target="../media/image91.svg"/></Relationships>
</file>

<file path=ppt/diagrams/_rels/drawing2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svg"/><Relationship Id="rId1" Type="http://schemas.openxmlformats.org/officeDocument/2006/relationships/image" Target="../media/image94.png"/><Relationship Id="rId4" Type="http://schemas.openxmlformats.org/officeDocument/2006/relationships/image" Target="../media/image97.svg"/></Relationships>
</file>

<file path=ppt/diagrams/_rels/drawing28.xml.rels><?xml version="1.0" encoding="UTF-8" standalone="yes"?>
<Relationships xmlns="http://schemas.openxmlformats.org/package/2006/relationships"><Relationship Id="rId8" Type="http://schemas.openxmlformats.org/officeDocument/2006/relationships/image" Target="../media/image104.svg"/><Relationship Id="rId3" Type="http://schemas.openxmlformats.org/officeDocument/2006/relationships/image" Target="../media/image42.png"/><Relationship Id="rId7" Type="http://schemas.openxmlformats.org/officeDocument/2006/relationships/image" Target="../media/image103.png"/><Relationship Id="rId2" Type="http://schemas.openxmlformats.org/officeDocument/2006/relationships/image" Target="../media/image100.svg"/><Relationship Id="rId1" Type="http://schemas.openxmlformats.org/officeDocument/2006/relationships/image" Target="../media/image99.png"/><Relationship Id="rId6" Type="http://schemas.openxmlformats.org/officeDocument/2006/relationships/image" Target="../media/image102.svg"/><Relationship Id="rId5" Type="http://schemas.openxmlformats.org/officeDocument/2006/relationships/image" Target="../media/image101.png"/><Relationship Id="rId10" Type="http://schemas.openxmlformats.org/officeDocument/2006/relationships/image" Target="../media/image106.svg"/><Relationship Id="rId4" Type="http://schemas.openxmlformats.org/officeDocument/2006/relationships/image" Target="../media/image43.svg"/><Relationship Id="rId9" Type="http://schemas.openxmlformats.org/officeDocument/2006/relationships/image" Target="../media/image105.png"/></Relationships>
</file>

<file path=ppt/diagrams/_rels/drawing29.xml.rels><?xml version="1.0" encoding="UTF-8" standalone="yes"?>
<Relationships xmlns="http://schemas.openxmlformats.org/package/2006/relationships"><Relationship Id="rId8" Type="http://schemas.openxmlformats.org/officeDocument/2006/relationships/image" Target="../media/image104.svg"/><Relationship Id="rId3" Type="http://schemas.openxmlformats.org/officeDocument/2006/relationships/image" Target="../media/image109.png"/><Relationship Id="rId7" Type="http://schemas.openxmlformats.org/officeDocument/2006/relationships/image" Target="../media/image103.png"/><Relationship Id="rId12" Type="http://schemas.openxmlformats.org/officeDocument/2006/relationships/image" Target="../media/image116.svg"/><Relationship Id="rId2" Type="http://schemas.openxmlformats.org/officeDocument/2006/relationships/image" Target="../media/image108.svg"/><Relationship Id="rId1" Type="http://schemas.openxmlformats.org/officeDocument/2006/relationships/image" Target="../media/image107.png"/><Relationship Id="rId6" Type="http://schemas.openxmlformats.org/officeDocument/2006/relationships/image" Target="../media/image112.svg"/><Relationship Id="rId11" Type="http://schemas.openxmlformats.org/officeDocument/2006/relationships/image" Target="../media/image115.png"/><Relationship Id="rId5" Type="http://schemas.openxmlformats.org/officeDocument/2006/relationships/image" Target="../media/image111.png"/><Relationship Id="rId10" Type="http://schemas.openxmlformats.org/officeDocument/2006/relationships/image" Target="../media/image114.svg"/><Relationship Id="rId4" Type="http://schemas.openxmlformats.org/officeDocument/2006/relationships/image" Target="../media/image110.svg"/><Relationship Id="rId9" Type="http://schemas.openxmlformats.org/officeDocument/2006/relationships/image" Target="../media/image113.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33D543-CA5D-4CAB-88CF-4B62291DFF23}" type="doc">
      <dgm:prSet loTypeId="urn:microsoft.com/office/officeart/2016/7/layout/VerticalSolidActionList" loCatId="List" qsTypeId="urn:microsoft.com/office/officeart/2005/8/quickstyle/simple1" qsCatId="simple" csTypeId="urn:microsoft.com/office/officeart/2005/8/colors/colorful1" csCatId="colorful"/>
      <dgm:spPr/>
      <dgm:t>
        <a:bodyPr/>
        <a:lstStyle/>
        <a:p>
          <a:endParaRPr lang="en-US"/>
        </a:p>
      </dgm:t>
    </dgm:pt>
    <dgm:pt modelId="{4E24F27A-FE76-4AFD-B143-20D089F361DD}">
      <dgm:prSet/>
      <dgm:spPr/>
      <dgm:t>
        <a:bodyPr/>
        <a:lstStyle/>
        <a:p>
          <a:r>
            <a:rPr lang="en-US"/>
            <a:t>Build</a:t>
          </a:r>
        </a:p>
      </dgm:t>
    </dgm:pt>
    <dgm:pt modelId="{568DD5E3-5935-43BF-B99F-2F91E6FC5BDB}" type="parTrans" cxnId="{4F3C3A90-697C-45AE-A114-835A1D743119}">
      <dgm:prSet/>
      <dgm:spPr/>
      <dgm:t>
        <a:bodyPr/>
        <a:lstStyle/>
        <a:p>
          <a:endParaRPr lang="en-US"/>
        </a:p>
      </dgm:t>
    </dgm:pt>
    <dgm:pt modelId="{847CA245-3EEA-4EB0-A5B5-59BA0E659D42}" type="sibTrans" cxnId="{4F3C3A90-697C-45AE-A114-835A1D743119}">
      <dgm:prSet/>
      <dgm:spPr/>
      <dgm:t>
        <a:bodyPr/>
        <a:lstStyle/>
        <a:p>
          <a:endParaRPr lang="en-US"/>
        </a:p>
      </dgm:t>
    </dgm:pt>
    <dgm:pt modelId="{94BD8083-9BB7-4461-9092-643675ECBD8B}">
      <dgm:prSet/>
      <dgm:spPr/>
      <dgm:t>
        <a:bodyPr/>
        <a:lstStyle/>
        <a:p>
          <a:r>
            <a:rPr lang="en-US"/>
            <a:t>Build software that matches the business domain</a:t>
          </a:r>
        </a:p>
      </dgm:t>
    </dgm:pt>
    <dgm:pt modelId="{9FE5F810-7160-4149-B9E6-599683695913}" type="parTrans" cxnId="{D32121CF-F019-4149-898D-08C46AA5E929}">
      <dgm:prSet/>
      <dgm:spPr/>
      <dgm:t>
        <a:bodyPr/>
        <a:lstStyle/>
        <a:p>
          <a:endParaRPr lang="en-US"/>
        </a:p>
      </dgm:t>
    </dgm:pt>
    <dgm:pt modelId="{DE27D04D-EBA6-4D27-B691-EF0A0D776DFB}" type="sibTrans" cxnId="{D32121CF-F019-4149-898D-08C46AA5E929}">
      <dgm:prSet/>
      <dgm:spPr/>
      <dgm:t>
        <a:bodyPr/>
        <a:lstStyle/>
        <a:p>
          <a:endParaRPr lang="en-US"/>
        </a:p>
      </dgm:t>
    </dgm:pt>
    <dgm:pt modelId="{523E1D2C-238B-43FA-964E-684681AD3456}">
      <dgm:prSet/>
      <dgm:spPr/>
      <dgm:t>
        <a:bodyPr/>
        <a:lstStyle/>
        <a:p>
          <a:r>
            <a:rPr lang="en-US"/>
            <a:t>Reduce</a:t>
          </a:r>
        </a:p>
      </dgm:t>
    </dgm:pt>
    <dgm:pt modelId="{040261AE-211F-47DC-ABEA-882DDF69A64F}" type="parTrans" cxnId="{4AD975AD-81F2-42CA-B2E7-FFDF52FCF989}">
      <dgm:prSet/>
      <dgm:spPr/>
      <dgm:t>
        <a:bodyPr/>
        <a:lstStyle/>
        <a:p>
          <a:endParaRPr lang="en-US"/>
        </a:p>
      </dgm:t>
    </dgm:pt>
    <dgm:pt modelId="{9A357783-6025-4775-A384-8265ECDB7CA7}" type="sibTrans" cxnId="{4AD975AD-81F2-42CA-B2E7-FFDF52FCF989}">
      <dgm:prSet/>
      <dgm:spPr/>
      <dgm:t>
        <a:bodyPr/>
        <a:lstStyle/>
        <a:p>
          <a:endParaRPr lang="en-US"/>
        </a:p>
      </dgm:t>
    </dgm:pt>
    <dgm:pt modelId="{750FE297-4B00-4474-BFE5-1A7C51CEC915}">
      <dgm:prSet/>
      <dgm:spPr/>
      <dgm:t>
        <a:bodyPr/>
        <a:lstStyle/>
        <a:p>
          <a:r>
            <a:rPr lang="en-US"/>
            <a:t>Reduce misunderstandings with domain experts</a:t>
          </a:r>
        </a:p>
      </dgm:t>
    </dgm:pt>
    <dgm:pt modelId="{1D4F3330-C843-4E82-911C-916999B2AE63}" type="parTrans" cxnId="{6CB5C293-D5A9-45F8-893A-74CBC1FFF59A}">
      <dgm:prSet/>
      <dgm:spPr/>
      <dgm:t>
        <a:bodyPr/>
        <a:lstStyle/>
        <a:p>
          <a:endParaRPr lang="en-US"/>
        </a:p>
      </dgm:t>
    </dgm:pt>
    <dgm:pt modelId="{3C7CF4D4-7B66-4CFB-A2C8-91D20462D647}" type="sibTrans" cxnId="{6CB5C293-D5A9-45F8-893A-74CBC1FFF59A}">
      <dgm:prSet/>
      <dgm:spPr/>
      <dgm:t>
        <a:bodyPr/>
        <a:lstStyle/>
        <a:p>
          <a:endParaRPr lang="en-US"/>
        </a:p>
      </dgm:t>
    </dgm:pt>
    <dgm:pt modelId="{68F0811F-2884-44E4-A131-C2F6D70A2956}">
      <dgm:prSet/>
      <dgm:spPr/>
      <dgm:t>
        <a:bodyPr/>
        <a:lstStyle/>
        <a:p>
          <a:r>
            <a:rPr lang="en-US"/>
            <a:t>Manage</a:t>
          </a:r>
        </a:p>
      </dgm:t>
    </dgm:pt>
    <dgm:pt modelId="{C3DE03A6-6E79-4F45-A835-44F9F4B7A93F}" type="parTrans" cxnId="{89315CC6-85E9-4DEE-99B8-35D1AB526EE2}">
      <dgm:prSet/>
      <dgm:spPr/>
      <dgm:t>
        <a:bodyPr/>
        <a:lstStyle/>
        <a:p>
          <a:endParaRPr lang="en-US"/>
        </a:p>
      </dgm:t>
    </dgm:pt>
    <dgm:pt modelId="{E6BAFD01-69F4-4976-96D5-AAF3C8B6F681}" type="sibTrans" cxnId="{89315CC6-85E9-4DEE-99B8-35D1AB526EE2}">
      <dgm:prSet/>
      <dgm:spPr/>
      <dgm:t>
        <a:bodyPr/>
        <a:lstStyle/>
        <a:p>
          <a:endParaRPr lang="en-US"/>
        </a:p>
      </dgm:t>
    </dgm:pt>
    <dgm:pt modelId="{FBF1AD81-6C83-48A6-8A3E-965EFA521C33}">
      <dgm:prSet/>
      <dgm:spPr/>
      <dgm:t>
        <a:bodyPr/>
        <a:lstStyle/>
        <a:p>
          <a:r>
            <a:rPr lang="en-US"/>
            <a:t>Manage complexity as systems grow</a:t>
          </a:r>
        </a:p>
      </dgm:t>
    </dgm:pt>
    <dgm:pt modelId="{4AC81416-FCF9-4D06-9531-EA8571E955D3}" type="parTrans" cxnId="{B1DCBEC4-ECC9-4513-A9C7-F61FE2ABC572}">
      <dgm:prSet/>
      <dgm:spPr/>
      <dgm:t>
        <a:bodyPr/>
        <a:lstStyle/>
        <a:p>
          <a:endParaRPr lang="en-US"/>
        </a:p>
      </dgm:t>
    </dgm:pt>
    <dgm:pt modelId="{109CDEC7-82D9-4F84-92C4-81C6D12B065D}" type="sibTrans" cxnId="{B1DCBEC4-ECC9-4513-A9C7-F61FE2ABC572}">
      <dgm:prSet/>
      <dgm:spPr/>
      <dgm:t>
        <a:bodyPr/>
        <a:lstStyle/>
        <a:p>
          <a:endParaRPr lang="en-US"/>
        </a:p>
      </dgm:t>
    </dgm:pt>
    <dgm:pt modelId="{4CA447E3-A40E-4B60-AA8D-19AC952D2CB2}">
      <dgm:prSet/>
      <dgm:spPr/>
      <dgm:t>
        <a:bodyPr/>
        <a:lstStyle/>
        <a:p>
          <a:r>
            <a:rPr lang="en-US"/>
            <a:t>Make</a:t>
          </a:r>
        </a:p>
      </dgm:t>
    </dgm:pt>
    <dgm:pt modelId="{E1B9409F-F08F-4742-8E00-BEE66A4E7C16}" type="parTrans" cxnId="{C75D7A13-2A27-49FD-960E-91362CEF6151}">
      <dgm:prSet/>
      <dgm:spPr/>
      <dgm:t>
        <a:bodyPr/>
        <a:lstStyle/>
        <a:p>
          <a:endParaRPr lang="en-US"/>
        </a:p>
      </dgm:t>
    </dgm:pt>
    <dgm:pt modelId="{41ECB890-17EB-49C9-8AFD-C3A8A3975D65}" type="sibTrans" cxnId="{C75D7A13-2A27-49FD-960E-91362CEF6151}">
      <dgm:prSet/>
      <dgm:spPr/>
      <dgm:t>
        <a:bodyPr/>
        <a:lstStyle/>
        <a:p>
          <a:endParaRPr lang="en-US"/>
        </a:p>
      </dgm:t>
    </dgm:pt>
    <dgm:pt modelId="{7CF1F0AF-1717-4599-9B6D-B52ACF23A65A}">
      <dgm:prSet/>
      <dgm:spPr/>
      <dgm:t>
        <a:bodyPr/>
        <a:lstStyle/>
        <a:p>
          <a:r>
            <a:rPr lang="en-US"/>
            <a:t>Make changes safer and cheaper</a:t>
          </a:r>
        </a:p>
      </dgm:t>
    </dgm:pt>
    <dgm:pt modelId="{5641E301-6CE8-45D6-A48A-C57828C5E937}" type="parTrans" cxnId="{98A66308-9C9C-4DFB-B1AA-19BBE4D574EC}">
      <dgm:prSet/>
      <dgm:spPr/>
      <dgm:t>
        <a:bodyPr/>
        <a:lstStyle/>
        <a:p>
          <a:endParaRPr lang="en-US"/>
        </a:p>
      </dgm:t>
    </dgm:pt>
    <dgm:pt modelId="{3D8A76A7-889A-4C77-933C-4182ACD3C0DE}" type="sibTrans" cxnId="{98A66308-9C9C-4DFB-B1AA-19BBE4D574EC}">
      <dgm:prSet/>
      <dgm:spPr/>
      <dgm:t>
        <a:bodyPr/>
        <a:lstStyle/>
        <a:p>
          <a:endParaRPr lang="en-US"/>
        </a:p>
      </dgm:t>
    </dgm:pt>
    <dgm:pt modelId="{1097439E-7E6C-1549-8958-C741665F0D48}" type="pres">
      <dgm:prSet presAssocID="{AA33D543-CA5D-4CAB-88CF-4B62291DFF23}" presName="Name0" presStyleCnt="0">
        <dgm:presLayoutVars>
          <dgm:dir/>
          <dgm:animLvl val="lvl"/>
          <dgm:resizeHandles val="exact"/>
        </dgm:presLayoutVars>
      </dgm:prSet>
      <dgm:spPr/>
    </dgm:pt>
    <dgm:pt modelId="{5F641DD1-71E4-8E48-9E18-F0EE2A940B93}" type="pres">
      <dgm:prSet presAssocID="{4E24F27A-FE76-4AFD-B143-20D089F361DD}" presName="linNode" presStyleCnt="0"/>
      <dgm:spPr/>
    </dgm:pt>
    <dgm:pt modelId="{E5389CDA-AE84-054F-AC7D-FB6A417F1669}" type="pres">
      <dgm:prSet presAssocID="{4E24F27A-FE76-4AFD-B143-20D089F361DD}" presName="parentText" presStyleLbl="alignNode1" presStyleIdx="0" presStyleCnt="4">
        <dgm:presLayoutVars>
          <dgm:chMax val="1"/>
          <dgm:bulletEnabled/>
        </dgm:presLayoutVars>
      </dgm:prSet>
      <dgm:spPr/>
    </dgm:pt>
    <dgm:pt modelId="{59FA7A5C-1252-0F49-914E-546C39C4F8ED}" type="pres">
      <dgm:prSet presAssocID="{4E24F27A-FE76-4AFD-B143-20D089F361DD}" presName="descendantText" presStyleLbl="alignAccFollowNode1" presStyleIdx="0" presStyleCnt="4">
        <dgm:presLayoutVars>
          <dgm:bulletEnabled/>
        </dgm:presLayoutVars>
      </dgm:prSet>
      <dgm:spPr/>
    </dgm:pt>
    <dgm:pt modelId="{E6C56812-1413-C74A-B78C-0D95909FBD54}" type="pres">
      <dgm:prSet presAssocID="{847CA245-3EEA-4EB0-A5B5-59BA0E659D42}" presName="sp" presStyleCnt="0"/>
      <dgm:spPr/>
    </dgm:pt>
    <dgm:pt modelId="{651D6380-EB12-A348-8ED2-A31A84020545}" type="pres">
      <dgm:prSet presAssocID="{523E1D2C-238B-43FA-964E-684681AD3456}" presName="linNode" presStyleCnt="0"/>
      <dgm:spPr/>
    </dgm:pt>
    <dgm:pt modelId="{37415CBE-817B-4C4D-ACA7-C4E11B982C3E}" type="pres">
      <dgm:prSet presAssocID="{523E1D2C-238B-43FA-964E-684681AD3456}" presName="parentText" presStyleLbl="alignNode1" presStyleIdx="1" presStyleCnt="4">
        <dgm:presLayoutVars>
          <dgm:chMax val="1"/>
          <dgm:bulletEnabled/>
        </dgm:presLayoutVars>
      </dgm:prSet>
      <dgm:spPr/>
    </dgm:pt>
    <dgm:pt modelId="{678DF700-E7C3-644A-A959-D2C548C6A660}" type="pres">
      <dgm:prSet presAssocID="{523E1D2C-238B-43FA-964E-684681AD3456}" presName="descendantText" presStyleLbl="alignAccFollowNode1" presStyleIdx="1" presStyleCnt="4">
        <dgm:presLayoutVars>
          <dgm:bulletEnabled/>
        </dgm:presLayoutVars>
      </dgm:prSet>
      <dgm:spPr/>
    </dgm:pt>
    <dgm:pt modelId="{A9B9EB39-084E-5E42-B244-EACCF36925E2}" type="pres">
      <dgm:prSet presAssocID="{9A357783-6025-4775-A384-8265ECDB7CA7}" presName="sp" presStyleCnt="0"/>
      <dgm:spPr/>
    </dgm:pt>
    <dgm:pt modelId="{E3E4362A-6AEB-6F4D-B160-C9FEB0FF887F}" type="pres">
      <dgm:prSet presAssocID="{68F0811F-2884-44E4-A131-C2F6D70A2956}" presName="linNode" presStyleCnt="0"/>
      <dgm:spPr/>
    </dgm:pt>
    <dgm:pt modelId="{539339F4-7796-A248-8773-E5DB6A226318}" type="pres">
      <dgm:prSet presAssocID="{68F0811F-2884-44E4-A131-C2F6D70A2956}" presName="parentText" presStyleLbl="alignNode1" presStyleIdx="2" presStyleCnt="4">
        <dgm:presLayoutVars>
          <dgm:chMax val="1"/>
          <dgm:bulletEnabled/>
        </dgm:presLayoutVars>
      </dgm:prSet>
      <dgm:spPr/>
    </dgm:pt>
    <dgm:pt modelId="{6EE395C2-7147-4A49-92D1-1901A1FC4362}" type="pres">
      <dgm:prSet presAssocID="{68F0811F-2884-44E4-A131-C2F6D70A2956}" presName="descendantText" presStyleLbl="alignAccFollowNode1" presStyleIdx="2" presStyleCnt="4">
        <dgm:presLayoutVars>
          <dgm:bulletEnabled/>
        </dgm:presLayoutVars>
      </dgm:prSet>
      <dgm:spPr/>
    </dgm:pt>
    <dgm:pt modelId="{BABC6E75-4B93-7743-A1F7-34E21E54F199}" type="pres">
      <dgm:prSet presAssocID="{E6BAFD01-69F4-4976-96D5-AAF3C8B6F681}" presName="sp" presStyleCnt="0"/>
      <dgm:spPr/>
    </dgm:pt>
    <dgm:pt modelId="{770FD403-9C5C-2445-86E4-1856523E0E5A}" type="pres">
      <dgm:prSet presAssocID="{4CA447E3-A40E-4B60-AA8D-19AC952D2CB2}" presName="linNode" presStyleCnt="0"/>
      <dgm:spPr/>
    </dgm:pt>
    <dgm:pt modelId="{4C86605D-3185-E845-8161-D8A20A3E6341}" type="pres">
      <dgm:prSet presAssocID="{4CA447E3-A40E-4B60-AA8D-19AC952D2CB2}" presName="parentText" presStyleLbl="alignNode1" presStyleIdx="3" presStyleCnt="4">
        <dgm:presLayoutVars>
          <dgm:chMax val="1"/>
          <dgm:bulletEnabled/>
        </dgm:presLayoutVars>
      </dgm:prSet>
      <dgm:spPr/>
    </dgm:pt>
    <dgm:pt modelId="{5DAD06D0-7769-1D46-89D8-9BC3E8A36B8F}" type="pres">
      <dgm:prSet presAssocID="{4CA447E3-A40E-4B60-AA8D-19AC952D2CB2}" presName="descendantText" presStyleLbl="alignAccFollowNode1" presStyleIdx="3" presStyleCnt="4">
        <dgm:presLayoutVars>
          <dgm:bulletEnabled/>
        </dgm:presLayoutVars>
      </dgm:prSet>
      <dgm:spPr/>
    </dgm:pt>
  </dgm:ptLst>
  <dgm:cxnLst>
    <dgm:cxn modelId="{98A66308-9C9C-4DFB-B1AA-19BBE4D574EC}" srcId="{4CA447E3-A40E-4B60-AA8D-19AC952D2CB2}" destId="{7CF1F0AF-1717-4599-9B6D-B52ACF23A65A}" srcOrd="0" destOrd="0" parTransId="{5641E301-6CE8-45D6-A48A-C57828C5E937}" sibTransId="{3D8A76A7-889A-4C77-933C-4182ACD3C0DE}"/>
    <dgm:cxn modelId="{CFEF6F0B-6F0A-9440-807E-980940FC2BCD}" type="presOf" srcId="{AA33D543-CA5D-4CAB-88CF-4B62291DFF23}" destId="{1097439E-7E6C-1549-8958-C741665F0D48}" srcOrd="0" destOrd="0" presId="urn:microsoft.com/office/officeart/2016/7/layout/VerticalSolidActionList"/>
    <dgm:cxn modelId="{05074511-54E6-BF4E-9577-D19CEEB6735E}" type="presOf" srcId="{750FE297-4B00-4474-BFE5-1A7C51CEC915}" destId="{678DF700-E7C3-644A-A959-D2C548C6A660}" srcOrd="0" destOrd="0" presId="urn:microsoft.com/office/officeart/2016/7/layout/VerticalSolidActionList"/>
    <dgm:cxn modelId="{C75D7A13-2A27-49FD-960E-91362CEF6151}" srcId="{AA33D543-CA5D-4CAB-88CF-4B62291DFF23}" destId="{4CA447E3-A40E-4B60-AA8D-19AC952D2CB2}" srcOrd="3" destOrd="0" parTransId="{E1B9409F-F08F-4742-8E00-BEE66A4E7C16}" sibTransId="{41ECB890-17EB-49C9-8AFD-C3A8A3975D65}"/>
    <dgm:cxn modelId="{059FB936-4571-EF4C-B268-E2C7285D88E3}" type="presOf" srcId="{FBF1AD81-6C83-48A6-8A3E-965EFA521C33}" destId="{6EE395C2-7147-4A49-92D1-1901A1FC4362}" srcOrd="0" destOrd="0" presId="urn:microsoft.com/office/officeart/2016/7/layout/VerticalSolidActionList"/>
    <dgm:cxn modelId="{EF1BB139-252F-9842-AAD9-89D752F2F57A}" type="presOf" srcId="{68F0811F-2884-44E4-A131-C2F6D70A2956}" destId="{539339F4-7796-A248-8773-E5DB6A226318}" srcOrd="0" destOrd="0" presId="urn:microsoft.com/office/officeart/2016/7/layout/VerticalSolidActionList"/>
    <dgm:cxn modelId="{93E35361-AD8A-504A-8D74-D69F2F1818D2}" type="presOf" srcId="{4E24F27A-FE76-4AFD-B143-20D089F361DD}" destId="{E5389CDA-AE84-054F-AC7D-FB6A417F1669}" srcOrd="0" destOrd="0" presId="urn:microsoft.com/office/officeart/2016/7/layout/VerticalSolidActionList"/>
    <dgm:cxn modelId="{2EB91F65-1689-4647-8D29-C5723CEDBE1B}" type="presOf" srcId="{523E1D2C-238B-43FA-964E-684681AD3456}" destId="{37415CBE-817B-4C4D-ACA7-C4E11B982C3E}" srcOrd="0" destOrd="0" presId="urn:microsoft.com/office/officeart/2016/7/layout/VerticalSolidActionList"/>
    <dgm:cxn modelId="{4F3C3A90-697C-45AE-A114-835A1D743119}" srcId="{AA33D543-CA5D-4CAB-88CF-4B62291DFF23}" destId="{4E24F27A-FE76-4AFD-B143-20D089F361DD}" srcOrd="0" destOrd="0" parTransId="{568DD5E3-5935-43BF-B99F-2F91E6FC5BDB}" sibTransId="{847CA245-3EEA-4EB0-A5B5-59BA0E659D42}"/>
    <dgm:cxn modelId="{6CB5C293-D5A9-45F8-893A-74CBC1FFF59A}" srcId="{523E1D2C-238B-43FA-964E-684681AD3456}" destId="{750FE297-4B00-4474-BFE5-1A7C51CEC915}" srcOrd="0" destOrd="0" parTransId="{1D4F3330-C843-4E82-911C-916999B2AE63}" sibTransId="{3C7CF4D4-7B66-4CFB-A2C8-91D20462D647}"/>
    <dgm:cxn modelId="{4AD975AD-81F2-42CA-B2E7-FFDF52FCF989}" srcId="{AA33D543-CA5D-4CAB-88CF-4B62291DFF23}" destId="{523E1D2C-238B-43FA-964E-684681AD3456}" srcOrd="1" destOrd="0" parTransId="{040261AE-211F-47DC-ABEA-882DDF69A64F}" sibTransId="{9A357783-6025-4775-A384-8265ECDB7CA7}"/>
    <dgm:cxn modelId="{9E6B87C0-B89E-BD4F-9F7F-090C24D31F1C}" type="presOf" srcId="{94BD8083-9BB7-4461-9092-643675ECBD8B}" destId="{59FA7A5C-1252-0F49-914E-546C39C4F8ED}" srcOrd="0" destOrd="0" presId="urn:microsoft.com/office/officeart/2016/7/layout/VerticalSolidActionList"/>
    <dgm:cxn modelId="{0874B2C4-ADD6-844C-94C8-EC0168FDA2C2}" type="presOf" srcId="{7CF1F0AF-1717-4599-9B6D-B52ACF23A65A}" destId="{5DAD06D0-7769-1D46-89D8-9BC3E8A36B8F}" srcOrd="0" destOrd="0" presId="urn:microsoft.com/office/officeart/2016/7/layout/VerticalSolidActionList"/>
    <dgm:cxn modelId="{B1DCBEC4-ECC9-4513-A9C7-F61FE2ABC572}" srcId="{68F0811F-2884-44E4-A131-C2F6D70A2956}" destId="{FBF1AD81-6C83-48A6-8A3E-965EFA521C33}" srcOrd="0" destOrd="0" parTransId="{4AC81416-FCF9-4D06-9531-EA8571E955D3}" sibTransId="{109CDEC7-82D9-4F84-92C4-81C6D12B065D}"/>
    <dgm:cxn modelId="{89315CC6-85E9-4DEE-99B8-35D1AB526EE2}" srcId="{AA33D543-CA5D-4CAB-88CF-4B62291DFF23}" destId="{68F0811F-2884-44E4-A131-C2F6D70A2956}" srcOrd="2" destOrd="0" parTransId="{C3DE03A6-6E79-4F45-A835-44F9F4B7A93F}" sibTransId="{E6BAFD01-69F4-4976-96D5-AAF3C8B6F681}"/>
    <dgm:cxn modelId="{2BD3D2C9-9C32-E943-B574-ACDB57DE3FCB}" type="presOf" srcId="{4CA447E3-A40E-4B60-AA8D-19AC952D2CB2}" destId="{4C86605D-3185-E845-8161-D8A20A3E6341}" srcOrd="0" destOrd="0" presId="urn:microsoft.com/office/officeart/2016/7/layout/VerticalSolidActionList"/>
    <dgm:cxn modelId="{D32121CF-F019-4149-898D-08C46AA5E929}" srcId="{4E24F27A-FE76-4AFD-B143-20D089F361DD}" destId="{94BD8083-9BB7-4461-9092-643675ECBD8B}" srcOrd="0" destOrd="0" parTransId="{9FE5F810-7160-4149-B9E6-599683695913}" sibTransId="{DE27D04D-EBA6-4D27-B691-EF0A0D776DFB}"/>
    <dgm:cxn modelId="{5F4F8896-B025-E244-AD4A-36FA1FE6B70C}" type="presParOf" srcId="{1097439E-7E6C-1549-8958-C741665F0D48}" destId="{5F641DD1-71E4-8E48-9E18-F0EE2A940B93}" srcOrd="0" destOrd="0" presId="urn:microsoft.com/office/officeart/2016/7/layout/VerticalSolidActionList"/>
    <dgm:cxn modelId="{B9CA3418-18EC-FD4B-A97B-FEA80F73BE7B}" type="presParOf" srcId="{5F641DD1-71E4-8E48-9E18-F0EE2A940B93}" destId="{E5389CDA-AE84-054F-AC7D-FB6A417F1669}" srcOrd="0" destOrd="0" presId="urn:microsoft.com/office/officeart/2016/7/layout/VerticalSolidActionList"/>
    <dgm:cxn modelId="{E5527619-3AD4-314C-AAC6-B7D1C4E04FBB}" type="presParOf" srcId="{5F641DD1-71E4-8E48-9E18-F0EE2A940B93}" destId="{59FA7A5C-1252-0F49-914E-546C39C4F8ED}" srcOrd="1" destOrd="0" presId="urn:microsoft.com/office/officeart/2016/7/layout/VerticalSolidActionList"/>
    <dgm:cxn modelId="{CEDF8FDB-C572-FC4B-BB89-71F2BAC3CDE0}" type="presParOf" srcId="{1097439E-7E6C-1549-8958-C741665F0D48}" destId="{E6C56812-1413-C74A-B78C-0D95909FBD54}" srcOrd="1" destOrd="0" presId="urn:microsoft.com/office/officeart/2016/7/layout/VerticalSolidActionList"/>
    <dgm:cxn modelId="{777548C3-C960-6942-862E-88BA712DBB07}" type="presParOf" srcId="{1097439E-7E6C-1549-8958-C741665F0D48}" destId="{651D6380-EB12-A348-8ED2-A31A84020545}" srcOrd="2" destOrd="0" presId="urn:microsoft.com/office/officeart/2016/7/layout/VerticalSolidActionList"/>
    <dgm:cxn modelId="{F0DAAC5B-62C2-FC4B-ADDD-2957B249208F}" type="presParOf" srcId="{651D6380-EB12-A348-8ED2-A31A84020545}" destId="{37415CBE-817B-4C4D-ACA7-C4E11B982C3E}" srcOrd="0" destOrd="0" presId="urn:microsoft.com/office/officeart/2016/7/layout/VerticalSolidActionList"/>
    <dgm:cxn modelId="{86BA1470-789E-5B4F-90C1-2D16B284A368}" type="presParOf" srcId="{651D6380-EB12-A348-8ED2-A31A84020545}" destId="{678DF700-E7C3-644A-A959-D2C548C6A660}" srcOrd="1" destOrd="0" presId="urn:microsoft.com/office/officeart/2016/7/layout/VerticalSolidActionList"/>
    <dgm:cxn modelId="{71C6BE84-825C-3E4A-BCB1-151DB1177A2C}" type="presParOf" srcId="{1097439E-7E6C-1549-8958-C741665F0D48}" destId="{A9B9EB39-084E-5E42-B244-EACCF36925E2}" srcOrd="3" destOrd="0" presId="urn:microsoft.com/office/officeart/2016/7/layout/VerticalSolidActionList"/>
    <dgm:cxn modelId="{036A2475-FFC2-EC4B-A6FA-D7E96F4FD2CB}" type="presParOf" srcId="{1097439E-7E6C-1549-8958-C741665F0D48}" destId="{E3E4362A-6AEB-6F4D-B160-C9FEB0FF887F}" srcOrd="4" destOrd="0" presId="urn:microsoft.com/office/officeart/2016/7/layout/VerticalSolidActionList"/>
    <dgm:cxn modelId="{22F6129B-A9B4-CC42-9BE4-D7851197D884}" type="presParOf" srcId="{E3E4362A-6AEB-6F4D-B160-C9FEB0FF887F}" destId="{539339F4-7796-A248-8773-E5DB6A226318}" srcOrd="0" destOrd="0" presId="urn:microsoft.com/office/officeart/2016/7/layout/VerticalSolidActionList"/>
    <dgm:cxn modelId="{16AAD630-8838-644A-B4FC-D937301748A0}" type="presParOf" srcId="{E3E4362A-6AEB-6F4D-B160-C9FEB0FF887F}" destId="{6EE395C2-7147-4A49-92D1-1901A1FC4362}" srcOrd="1" destOrd="0" presId="urn:microsoft.com/office/officeart/2016/7/layout/VerticalSolidActionList"/>
    <dgm:cxn modelId="{D3064F95-F1E7-7649-A485-B496D49156CE}" type="presParOf" srcId="{1097439E-7E6C-1549-8958-C741665F0D48}" destId="{BABC6E75-4B93-7743-A1F7-34E21E54F199}" srcOrd="5" destOrd="0" presId="urn:microsoft.com/office/officeart/2016/7/layout/VerticalSolidActionList"/>
    <dgm:cxn modelId="{725474B6-EA6F-694B-A7BB-AFF6E3236B25}" type="presParOf" srcId="{1097439E-7E6C-1549-8958-C741665F0D48}" destId="{770FD403-9C5C-2445-86E4-1856523E0E5A}" srcOrd="6" destOrd="0" presId="urn:microsoft.com/office/officeart/2016/7/layout/VerticalSolidActionList"/>
    <dgm:cxn modelId="{E84FD60D-B513-5C40-AF23-7ADFC3E1AA01}" type="presParOf" srcId="{770FD403-9C5C-2445-86E4-1856523E0E5A}" destId="{4C86605D-3185-E845-8161-D8A20A3E6341}" srcOrd="0" destOrd="0" presId="urn:microsoft.com/office/officeart/2016/7/layout/VerticalSolidActionList"/>
    <dgm:cxn modelId="{1E2C1DDC-0F60-CF4D-A81E-19197C5BABBF}" type="presParOf" srcId="{770FD403-9C5C-2445-86E4-1856523E0E5A}" destId="{5DAD06D0-7769-1D46-89D8-9BC3E8A36B8F}" srcOrd="1" destOrd="0" presId="urn:microsoft.com/office/officeart/2016/7/layout/VerticalSolid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BDDC42D-D324-4B6E-A8C1-27907D72019C}"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DF8E229A-58EA-4B9A-B83E-9CBA4BB7AAB6}">
      <dgm:prSet/>
      <dgm:spPr/>
      <dgm:t>
        <a:bodyPr/>
        <a:lstStyle/>
        <a:p>
          <a:r>
            <a:rPr lang="en-US"/>
            <a:t>Complex and changing business rules</a:t>
          </a:r>
        </a:p>
      </dgm:t>
    </dgm:pt>
    <dgm:pt modelId="{AA50B9C1-F67F-4E33-B744-344FB3BF7C43}" type="parTrans" cxnId="{C49DB014-34B1-42FF-BE96-E7995C819E1F}">
      <dgm:prSet/>
      <dgm:spPr/>
      <dgm:t>
        <a:bodyPr/>
        <a:lstStyle/>
        <a:p>
          <a:endParaRPr lang="en-US"/>
        </a:p>
      </dgm:t>
    </dgm:pt>
    <dgm:pt modelId="{229307A5-9CAB-472E-843E-2DA99415E20D}" type="sibTrans" cxnId="{C49DB014-34B1-42FF-BE96-E7995C819E1F}">
      <dgm:prSet/>
      <dgm:spPr/>
      <dgm:t>
        <a:bodyPr/>
        <a:lstStyle/>
        <a:p>
          <a:endParaRPr lang="en-US"/>
        </a:p>
      </dgm:t>
    </dgm:pt>
    <dgm:pt modelId="{D95586D8-F764-439A-A123-50E50F0D085A}">
      <dgm:prSet/>
      <dgm:spPr/>
      <dgm:t>
        <a:bodyPr/>
        <a:lstStyle/>
        <a:p>
          <a:r>
            <a:rPr lang="en-US"/>
            <a:t>Many stakeholders and teams</a:t>
          </a:r>
        </a:p>
      </dgm:t>
    </dgm:pt>
    <dgm:pt modelId="{1977980E-4656-4865-BC83-DB4BD62D912E}" type="parTrans" cxnId="{9C8E0178-AC44-4E48-916E-FAA17C156443}">
      <dgm:prSet/>
      <dgm:spPr/>
      <dgm:t>
        <a:bodyPr/>
        <a:lstStyle/>
        <a:p>
          <a:endParaRPr lang="en-US"/>
        </a:p>
      </dgm:t>
    </dgm:pt>
    <dgm:pt modelId="{1A5469A8-EE40-45E6-A07C-CA83496AD6D5}" type="sibTrans" cxnId="{9C8E0178-AC44-4E48-916E-FAA17C156443}">
      <dgm:prSet/>
      <dgm:spPr/>
      <dgm:t>
        <a:bodyPr/>
        <a:lstStyle/>
        <a:p>
          <a:endParaRPr lang="en-US"/>
        </a:p>
      </dgm:t>
    </dgm:pt>
    <dgm:pt modelId="{C2F034EF-D573-47DF-A229-382BCC345F4F}">
      <dgm:prSet/>
      <dgm:spPr/>
      <dgm:t>
        <a:bodyPr/>
        <a:lstStyle/>
        <a:p>
          <a:r>
            <a:rPr lang="en-US"/>
            <a:t>Long-lived product with evolving requirements</a:t>
          </a:r>
        </a:p>
      </dgm:t>
    </dgm:pt>
    <dgm:pt modelId="{5A9F846E-0DCC-40C2-AEE7-982DDB6BA826}" type="parTrans" cxnId="{BFEF1320-75C4-4EE1-B9E3-7A5F9FA793BA}">
      <dgm:prSet/>
      <dgm:spPr/>
      <dgm:t>
        <a:bodyPr/>
        <a:lstStyle/>
        <a:p>
          <a:endParaRPr lang="en-US"/>
        </a:p>
      </dgm:t>
    </dgm:pt>
    <dgm:pt modelId="{110708C7-4121-4A15-BDB1-39976F664756}" type="sibTrans" cxnId="{BFEF1320-75C4-4EE1-B9E3-7A5F9FA793BA}">
      <dgm:prSet/>
      <dgm:spPr/>
      <dgm:t>
        <a:bodyPr/>
        <a:lstStyle/>
        <a:p>
          <a:endParaRPr lang="en-US"/>
        </a:p>
      </dgm:t>
    </dgm:pt>
    <dgm:pt modelId="{ABDDB4BB-6688-4992-AE4F-EF55B5903290}">
      <dgm:prSet/>
      <dgm:spPr/>
      <dgm:t>
        <a:bodyPr/>
        <a:lstStyle/>
        <a:p>
          <a:r>
            <a:rPr lang="en-US"/>
            <a:t>You want</a:t>
          </a:r>
        </a:p>
      </dgm:t>
    </dgm:pt>
    <dgm:pt modelId="{CE89C91D-BCF2-4FBD-BF6F-110ED4FB811F}" type="parTrans" cxnId="{23B25041-F4D1-4DBE-B83B-69107C4C8CDB}">
      <dgm:prSet/>
      <dgm:spPr/>
      <dgm:t>
        <a:bodyPr/>
        <a:lstStyle/>
        <a:p>
          <a:endParaRPr lang="en-US"/>
        </a:p>
      </dgm:t>
    </dgm:pt>
    <dgm:pt modelId="{838D0787-0F68-4183-94A8-717E13422A91}" type="sibTrans" cxnId="{23B25041-F4D1-4DBE-B83B-69107C4C8CDB}">
      <dgm:prSet/>
      <dgm:spPr/>
      <dgm:t>
        <a:bodyPr/>
        <a:lstStyle/>
        <a:p>
          <a:endParaRPr lang="en-US"/>
        </a:p>
      </dgm:t>
    </dgm:pt>
    <dgm:pt modelId="{DD1F2979-978B-4BB1-8129-68BAD079F8F1}">
      <dgm:prSet/>
      <dgm:spPr/>
      <dgm:t>
        <a:bodyPr/>
        <a:lstStyle/>
        <a:p>
          <a:r>
            <a:rPr lang="en-US"/>
            <a:t>clear boundaries</a:t>
          </a:r>
        </a:p>
      </dgm:t>
    </dgm:pt>
    <dgm:pt modelId="{C1EBE025-76AB-4ED0-8C3D-889C9683C347}" type="parTrans" cxnId="{49B95D46-3DF2-4C30-B8C5-B86F6CF4D95A}">
      <dgm:prSet/>
      <dgm:spPr/>
      <dgm:t>
        <a:bodyPr/>
        <a:lstStyle/>
        <a:p>
          <a:endParaRPr lang="en-US"/>
        </a:p>
      </dgm:t>
    </dgm:pt>
    <dgm:pt modelId="{FA1F6B77-9F39-445E-B75D-549032D332EF}" type="sibTrans" cxnId="{49B95D46-3DF2-4C30-B8C5-B86F6CF4D95A}">
      <dgm:prSet/>
      <dgm:spPr/>
      <dgm:t>
        <a:bodyPr/>
        <a:lstStyle/>
        <a:p>
          <a:endParaRPr lang="en-US"/>
        </a:p>
      </dgm:t>
    </dgm:pt>
    <dgm:pt modelId="{3C64D000-A585-469A-B715-553CA01803A4}">
      <dgm:prSet/>
      <dgm:spPr/>
      <dgm:t>
        <a:bodyPr/>
        <a:lstStyle/>
        <a:p>
          <a:r>
            <a:rPr lang="en-US"/>
            <a:t>shared language</a:t>
          </a:r>
        </a:p>
      </dgm:t>
    </dgm:pt>
    <dgm:pt modelId="{D88ACD12-4675-42CB-87E4-866099021B61}" type="parTrans" cxnId="{5720DEDE-CF62-42C3-AEA4-CF83A11077F2}">
      <dgm:prSet/>
      <dgm:spPr/>
      <dgm:t>
        <a:bodyPr/>
        <a:lstStyle/>
        <a:p>
          <a:endParaRPr lang="en-US"/>
        </a:p>
      </dgm:t>
    </dgm:pt>
    <dgm:pt modelId="{E3994578-9559-4491-BA15-2DAB24704452}" type="sibTrans" cxnId="{5720DEDE-CF62-42C3-AEA4-CF83A11077F2}">
      <dgm:prSet/>
      <dgm:spPr/>
      <dgm:t>
        <a:bodyPr/>
        <a:lstStyle/>
        <a:p>
          <a:endParaRPr lang="en-US"/>
        </a:p>
      </dgm:t>
    </dgm:pt>
    <dgm:pt modelId="{2B82222C-30B2-41FB-89D5-303AA633EB85}">
      <dgm:prSet/>
      <dgm:spPr/>
      <dgm:t>
        <a:bodyPr/>
        <a:lstStyle/>
        <a:p>
          <a:r>
            <a:rPr lang="en-US"/>
            <a:t>a maintainable model</a:t>
          </a:r>
        </a:p>
      </dgm:t>
    </dgm:pt>
    <dgm:pt modelId="{90A36546-017E-489E-872E-F7900A4EC84B}" type="parTrans" cxnId="{F38F7AC0-FA14-4F9D-9C74-E3EB85D266FF}">
      <dgm:prSet/>
      <dgm:spPr/>
      <dgm:t>
        <a:bodyPr/>
        <a:lstStyle/>
        <a:p>
          <a:endParaRPr lang="en-US"/>
        </a:p>
      </dgm:t>
    </dgm:pt>
    <dgm:pt modelId="{9F3FBA65-B898-444E-B0C8-B1F046F2E2D6}" type="sibTrans" cxnId="{F38F7AC0-FA14-4F9D-9C74-E3EB85D266FF}">
      <dgm:prSet/>
      <dgm:spPr/>
      <dgm:t>
        <a:bodyPr/>
        <a:lstStyle/>
        <a:p>
          <a:endParaRPr lang="en-US"/>
        </a:p>
      </dgm:t>
    </dgm:pt>
    <dgm:pt modelId="{4EECEDB8-45D2-F94A-AF92-CA08A9463BDF}" type="pres">
      <dgm:prSet presAssocID="{FBDDC42D-D324-4B6E-A8C1-27907D72019C}" presName="linear" presStyleCnt="0">
        <dgm:presLayoutVars>
          <dgm:animLvl val="lvl"/>
          <dgm:resizeHandles val="exact"/>
        </dgm:presLayoutVars>
      </dgm:prSet>
      <dgm:spPr/>
    </dgm:pt>
    <dgm:pt modelId="{67F0C752-9947-004F-8A54-D34460D0981D}" type="pres">
      <dgm:prSet presAssocID="{DF8E229A-58EA-4B9A-B83E-9CBA4BB7AAB6}" presName="parentText" presStyleLbl="node1" presStyleIdx="0" presStyleCnt="4">
        <dgm:presLayoutVars>
          <dgm:chMax val="0"/>
          <dgm:bulletEnabled val="1"/>
        </dgm:presLayoutVars>
      </dgm:prSet>
      <dgm:spPr/>
    </dgm:pt>
    <dgm:pt modelId="{0855D176-C7AC-A040-970D-B91FF39107DC}" type="pres">
      <dgm:prSet presAssocID="{229307A5-9CAB-472E-843E-2DA99415E20D}" presName="spacer" presStyleCnt="0"/>
      <dgm:spPr/>
    </dgm:pt>
    <dgm:pt modelId="{6F0BB581-7018-8D41-A0AF-FB530F9F47FE}" type="pres">
      <dgm:prSet presAssocID="{D95586D8-F764-439A-A123-50E50F0D085A}" presName="parentText" presStyleLbl="node1" presStyleIdx="1" presStyleCnt="4">
        <dgm:presLayoutVars>
          <dgm:chMax val="0"/>
          <dgm:bulletEnabled val="1"/>
        </dgm:presLayoutVars>
      </dgm:prSet>
      <dgm:spPr/>
    </dgm:pt>
    <dgm:pt modelId="{F0FBBDD2-F1E2-5644-B463-772D872E48A0}" type="pres">
      <dgm:prSet presAssocID="{1A5469A8-EE40-45E6-A07C-CA83496AD6D5}" presName="spacer" presStyleCnt="0"/>
      <dgm:spPr/>
    </dgm:pt>
    <dgm:pt modelId="{4018AA33-7F50-2E43-BC4B-67495CDCC32C}" type="pres">
      <dgm:prSet presAssocID="{C2F034EF-D573-47DF-A229-382BCC345F4F}" presName="parentText" presStyleLbl="node1" presStyleIdx="2" presStyleCnt="4">
        <dgm:presLayoutVars>
          <dgm:chMax val="0"/>
          <dgm:bulletEnabled val="1"/>
        </dgm:presLayoutVars>
      </dgm:prSet>
      <dgm:spPr/>
    </dgm:pt>
    <dgm:pt modelId="{01E3E49F-DA88-A640-81C5-5409E39C1837}" type="pres">
      <dgm:prSet presAssocID="{110708C7-4121-4A15-BDB1-39976F664756}" presName="spacer" presStyleCnt="0"/>
      <dgm:spPr/>
    </dgm:pt>
    <dgm:pt modelId="{EE93FC34-DED2-1942-B677-D40AA1872017}" type="pres">
      <dgm:prSet presAssocID="{ABDDB4BB-6688-4992-AE4F-EF55B5903290}" presName="parentText" presStyleLbl="node1" presStyleIdx="3" presStyleCnt="4">
        <dgm:presLayoutVars>
          <dgm:chMax val="0"/>
          <dgm:bulletEnabled val="1"/>
        </dgm:presLayoutVars>
      </dgm:prSet>
      <dgm:spPr/>
    </dgm:pt>
    <dgm:pt modelId="{2745FD8E-1F35-FB46-B53E-27937B4DA11E}" type="pres">
      <dgm:prSet presAssocID="{ABDDB4BB-6688-4992-AE4F-EF55B5903290}" presName="childText" presStyleLbl="revTx" presStyleIdx="0" presStyleCnt="1">
        <dgm:presLayoutVars>
          <dgm:bulletEnabled val="1"/>
        </dgm:presLayoutVars>
      </dgm:prSet>
      <dgm:spPr/>
    </dgm:pt>
  </dgm:ptLst>
  <dgm:cxnLst>
    <dgm:cxn modelId="{C49DB014-34B1-42FF-BE96-E7995C819E1F}" srcId="{FBDDC42D-D324-4B6E-A8C1-27907D72019C}" destId="{DF8E229A-58EA-4B9A-B83E-9CBA4BB7AAB6}" srcOrd="0" destOrd="0" parTransId="{AA50B9C1-F67F-4E33-B744-344FB3BF7C43}" sibTransId="{229307A5-9CAB-472E-843E-2DA99415E20D}"/>
    <dgm:cxn modelId="{0B31091A-72A8-AB40-BDF5-DEB28C5A6C93}" type="presOf" srcId="{ABDDB4BB-6688-4992-AE4F-EF55B5903290}" destId="{EE93FC34-DED2-1942-B677-D40AA1872017}" srcOrd="0" destOrd="0" presId="urn:microsoft.com/office/officeart/2005/8/layout/vList2"/>
    <dgm:cxn modelId="{BFEF1320-75C4-4EE1-B9E3-7A5F9FA793BA}" srcId="{FBDDC42D-D324-4B6E-A8C1-27907D72019C}" destId="{C2F034EF-D573-47DF-A229-382BCC345F4F}" srcOrd="2" destOrd="0" parTransId="{5A9F846E-0DCC-40C2-AEE7-982DDB6BA826}" sibTransId="{110708C7-4121-4A15-BDB1-39976F664756}"/>
    <dgm:cxn modelId="{23B25041-F4D1-4DBE-B83B-69107C4C8CDB}" srcId="{FBDDC42D-D324-4B6E-A8C1-27907D72019C}" destId="{ABDDB4BB-6688-4992-AE4F-EF55B5903290}" srcOrd="3" destOrd="0" parTransId="{CE89C91D-BCF2-4FBD-BF6F-110ED4FB811F}" sibTransId="{838D0787-0F68-4183-94A8-717E13422A91}"/>
    <dgm:cxn modelId="{49B95D46-3DF2-4C30-B8C5-B86F6CF4D95A}" srcId="{ABDDB4BB-6688-4992-AE4F-EF55B5903290}" destId="{DD1F2979-978B-4BB1-8129-68BAD079F8F1}" srcOrd="0" destOrd="0" parTransId="{C1EBE025-76AB-4ED0-8C3D-889C9683C347}" sibTransId="{FA1F6B77-9F39-445E-B75D-549032D332EF}"/>
    <dgm:cxn modelId="{933EFF4C-B65E-0645-A46A-105057E30001}" type="presOf" srcId="{FBDDC42D-D324-4B6E-A8C1-27907D72019C}" destId="{4EECEDB8-45D2-F94A-AF92-CA08A9463BDF}" srcOrd="0" destOrd="0" presId="urn:microsoft.com/office/officeart/2005/8/layout/vList2"/>
    <dgm:cxn modelId="{9C8E0178-AC44-4E48-916E-FAA17C156443}" srcId="{FBDDC42D-D324-4B6E-A8C1-27907D72019C}" destId="{D95586D8-F764-439A-A123-50E50F0D085A}" srcOrd="1" destOrd="0" parTransId="{1977980E-4656-4865-BC83-DB4BD62D912E}" sibTransId="{1A5469A8-EE40-45E6-A07C-CA83496AD6D5}"/>
    <dgm:cxn modelId="{CD493D81-DE89-CC40-9F5C-24C5D7EE0045}" type="presOf" srcId="{DF8E229A-58EA-4B9A-B83E-9CBA4BB7AAB6}" destId="{67F0C752-9947-004F-8A54-D34460D0981D}" srcOrd="0" destOrd="0" presId="urn:microsoft.com/office/officeart/2005/8/layout/vList2"/>
    <dgm:cxn modelId="{02CEBB94-1646-624B-B13B-617422407ECC}" type="presOf" srcId="{3C64D000-A585-469A-B715-553CA01803A4}" destId="{2745FD8E-1F35-FB46-B53E-27937B4DA11E}" srcOrd="0" destOrd="1" presId="urn:microsoft.com/office/officeart/2005/8/layout/vList2"/>
    <dgm:cxn modelId="{24B74CA2-63C5-3740-B08A-EC8F0E4A5CA8}" type="presOf" srcId="{DD1F2979-978B-4BB1-8129-68BAD079F8F1}" destId="{2745FD8E-1F35-FB46-B53E-27937B4DA11E}" srcOrd="0" destOrd="0" presId="urn:microsoft.com/office/officeart/2005/8/layout/vList2"/>
    <dgm:cxn modelId="{B37A57AE-C9AD-9A40-A8F3-778565B42D1D}" type="presOf" srcId="{2B82222C-30B2-41FB-89D5-303AA633EB85}" destId="{2745FD8E-1F35-FB46-B53E-27937B4DA11E}" srcOrd="0" destOrd="2" presId="urn:microsoft.com/office/officeart/2005/8/layout/vList2"/>
    <dgm:cxn modelId="{F38F7AC0-FA14-4F9D-9C74-E3EB85D266FF}" srcId="{ABDDB4BB-6688-4992-AE4F-EF55B5903290}" destId="{2B82222C-30B2-41FB-89D5-303AA633EB85}" srcOrd="2" destOrd="0" parTransId="{90A36546-017E-489E-872E-F7900A4EC84B}" sibTransId="{9F3FBA65-B898-444E-B0C8-B1F046F2E2D6}"/>
    <dgm:cxn modelId="{5720DEDE-CF62-42C3-AEA4-CF83A11077F2}" srcId="{ABDDB4BB-6688-4992-AE4F-EF55B5903290}" destId="{3C64D000-A585-469A-B715-553CA01803A4}" srcOrd="1" destOrd="0" parTransId="{D88ACD12-4675-42CB-87E4-866099021B61}" sibTransId="{E3994578-9559-4491-BA15-2DAB24704452}"/>
    <dgm:cxn modelId="{DE4BA3EB-1E4A-4443-B745-8A761F4B96FA}" type="presOf" srcId="{C2F034EF-D573-47DF-A229-382BCC345F4F}" destId="{4018AA33-7F50-2E43-BC4B-67495CDCC32C}" srcOrd="0" destOrd="0" presId="urn:microsoft.com/office/officeart/2005/8/layout/vList2"/>
    <dgm:cxn modelId="{8B5101F2-3CCC-634E-9B9E-E7E31DD4802F}" type="presOf" srcId="{D95586D8-F764-439A-A123-50E50F0D085A}" destId="{6F0BB581-7018-8D41-A0AF-FB530F9F47FE}" srcOrd="0" destOrd="0" presId="urn:microsoft.com/office/officeart/2005/8/layout/vList2"/>
    <dgm:cxn modelId="{970EA62D-B5E7-D443-A307-AA3E265ECC2B}" type="presParOf" srcId="{4EECEDB8-45D2-F94A-AF92-CA08A9463BDF}" destId="{67F0C752-9947-004F-8A54-D34460D0981D}" srcOrd="0" destOrd="0" presId="urn:microsoft.com/office/officeart/2005/8/layout/vList2"/>
    <dgm:cxn modelId="{12EE40C6-0DFA-5E46-9C67-1572E10E5EA2}" type="presParOf" srcId="{4EECEDB8-45D2-F94A-AF92-CA08A9463BDF}" destId="{0855D176-C7AC-A040-970D-B91FF39107DC}" srcOrd="1" destOrd="0" presId="urn:microsoft.com/office/officeart/2005/8/layout/vList2"/>
    <dgm:cxn modelId="{270D64A9-F51D-E34F-B124-5C0CCB7382EE}" type="presParOf" srcId="{4EECEDB8-45D2-F94A-AF92-CA08A9463BDF}" destId="{6F0BB581-7018-8D41-A0AF-FB530F9F47FE}" srcOrd="2" destOrd="0" presId="urn:microsoft.com/office/officeart/2005/8/layout/vList2"/>
    <dgm:cxn modelId="{702068BD-4664-8D40-87E3-EAD9DD7D9326}" type="presParOf" srcId="{4EECEDB8-45D2-F94A-AF92-CA08A9463BDF}" destId="{F0FBBDD2-F1E2-5644-B463-772D872E48A0}" srcOrd="3" destOrd="0" presId="urn:microsoft.com/office/officeart/2005/8/layout/vList2"/>
    <dgm:cxn modelId="{AD3702D0-A273-E84A-B790-C84114510033}" type="presParOf" srcId="{4EECEDB8-45D2-F94A-AF92-CA08A9463BDF}" destId="{4018AA33-7F50-2E43-BC4B-67495CDCC32C}" srcOrd="4" destOrd="0" presId="urn:microsoft.com/office/officeart/2005/8/layout/vList2"/>
    <dgm:cxn modelId="{AC2F3207-3D25-9A4F-8AE2-72FA20655349}" type="presParOf" srcId="{4EECEDB8-45D2-F94A-AF92-CA08A9463BDF}" destId="{01E3E49F-DA88-A640-81C5-5409E39C1837}" srcOrd="5" destOrd="0" presId="urn:microsoft.com/office/officeart/2005/8/layout/vList2"/>
    <dgm:cxn modelId="{D7186ED3-1A6F-864A-9B01-58A8C614E148}" type="presParOf" srcId="{4EECEDB8-45D2-F94A-AF92-CA08A9463BDF}" destId="{EE93FC34-DED2-1942-B677-D40AA1872017}" srcOrd="6" destOrd="0" presId="urn:microsoft.com/office/officeart/2005/8/layout/vList2"/>
    <dgm:cxn modelId="{FC88390C-C8A0-0549-9A65-A1E7FBDF3633}" type="presParOf" srcId="{4EECEDB8-45D2-F94A-AF92-CA08A9463BDF}" destId="{2745FD8E-1F35-FB46-B53E-27937B4DA11E}" srcOrd="7"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068032-94F6-4D7D-8A54-423DB5BC8A7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F1B4BBA-FA2B-4941-BD6B-6BC01B80A70E}">
      <dgm:prSet/>
      <dgm:spPr/>
      <dgm:t>
        <a:bodyPr/>
        <a:lstStyle/>
        <a:p>
          <a:pPr>
            <a:defRPr cap="all"/>
          </a:pPr>
          <a:r>
            <a:rPr lang="en-US"/>
            <a:t>Mostly CRUD with minimal rules</a:t>
          </a:r>
        </a:p>
      </dgm:t>
    </dgm:pt>
    <dgm:pt modelId="{222D60BC-41CB-440A-A18C-DE55B0CA2379}" type="parTrans" cxnId="{BF97F78E-419F-48F7-BF94-03C7A4B26490}">
      <dgm:prSet/>
      <dgm:spPr/>
      <dgm:t>
        <a:bodyPr/>
        <a:lstStyle/>
        <a:p>
          <a:endParaRPr lang="en-US"/>
        </a:p>
      </dgm:t>
    </dgm:pt>
    <dgm:pt modelId="{995F661E-710A-49AD-9FCA-2A060C4B214E}" type="sibTrans" cxnId="{BF97F78E-419F-48F7-BF94-03C7A4B26490}">
      <dgm:prSet/>
      <dgm:spPr/>
      <dgm:t>
        <a:bodyPr/>
        <a:lstStyle/>
        <a:p>
          <a:endParaRPr lang="en-US"/>
        </a:p>
      </dgm:t>
    </dgm:pt>
    <dgm:pt modelId="{D23CA511-AF49-47F3-BDAF-4AB77661B587}">
      <dgm:prSet/>
      <dgm:spPr/>
      <dgm:t>
        <a:bodyPr/>
        <a:lstStyle/>
        <a:p>
          <a:pPr>
            <a:defRPr cap="all"/>
          </a:pPr>
          <a:r>
            <a:rPr lang="en-US"/>
            <a:t>Small prototype / throwaway code</a:t>
          </a:r>
        </a:p>
      </dgm:t>
    </dgm:pt>
    <dgm:pt modelId="{033D700F-24B6-4554-BEC9-623AFB12ACE1}" type="parTrans" cxnId="{8B29CE6A-E097-4791-9DC0-5602F998B368}">
      <dgm:prSet/>
      <dgm:spPr/>
      <dgm:t>
        <a:bodyPr/>
        <a:lstStyle/>
        <a:p>
          <a:endParaRPr lang="en-US"/>
        </a:p>
      </dgm:t>
    </dgm:pt>
    <dgm:pt modelId="{70720119-ADCB-416E-BD5E-201398CE70D2}" type="sibTrans" cxnId="{8B29CE6A-E097-4791-9DC0-5602F998B368}">
      <dgm:prSet/>
      <dgm:spPr/>
      <dgm:t>
        <a:bodyPr/>
        <a:lstStyle/>
        <a:p>
          <a:endParaRPr lang="en-US"/>
        </a:p>
      </dgm:t>
    </dgm:pt>
    <dgm:pt modelId="{9787291B-FD1D-4E70-866E-C4128733C5F5}">
      <dgm:prSet/>
      <dgm:spPr/>
      <dgm:t>
        <a:bodyPr/>
        <a:lstStyle/>
        <a:p>
          <a:pPr>
            <a:defRPr cap="all"/>
          </a:pPr>
          <a:r>
            <a:rPr lang="en-US"/>
            <a:t>Tiny apps where the domain won’t grow</a:t>
          </a:r>
        </a:p>
      </dgm:t>
    </dgm:pt>
    <dgm:pt modelId="{697FE6C5-51D6-4219-B087-77B4E1C3A751}" type="parTrans" cxnId="{4AB21191-5100-409A-A394-80CD5ABCC84C}">
      <dgm:prSet/>
      <dgm:spPr/>
      <dgm:t>
        <a:bodyPr/>
        <a:lstStyle/>
        <a:p>
          <a:endParaRPr lang="en-US"/>
        </a:p>
      </dgm:t>
    </dgm:pt>
    <dgm:pt modelId="{F097C167-2946-428F-97ED-ECB349C2CBCE}" type="sibTrans" cxnId="{4AB21191-5100-409A-A394-80CD5ABCC84C}">
      <dgm:prSet/>
      <dgm:spPr/>
      <dgm:t>
        <a:bodyPr/>
        <a:lstStyle/>
        <a:p>
          <a:endParaRPr lang="en-US"/>
        </a:p>
      </dgm:t>
    </dgm:pt>
    <dgm:pt modelId="{4AA60A53-AC4B-4FD1-93F7-9D91C382734B}">
      <dgm:prSet/>
      <dgm:spPr/>
      <dgm:t>
        <a:bodyPr/>
        <a:lstStyle/>
        <a:p>
          <a:pPr>
            <a:defRPr cap="all"/>
          </a:pPr>
          <a:r>
            <a:rPr lang="en-US"/>
            <a:t>Still: you can do 'DDD-lite' (language + boundaries)</a:t>
          </a:r>
        </a:p>
      </dgm:t>
    </dgm:pt>
    <dgm:pt modelId="{5D775472-C2A9-44F8-A3FB-5DC0887C32B0}" type="parTrans" cxnId="{62189346-A9C7-460A-98F2-2E1F413B9570}">
      <dgm:prSet/>
      <dgm:spPr/>
      <dgm:t>
        <a:bodyPr/>
        <a:lstStyle/>
        <a:p>
          <a:endParaRPr lang="en-US"/>
        </a:p>
      </dgm:t>
    </dgm:pt>
    <dgm:pt modelId="{963D24AB-5E00-45A5-8460-B83DEFD7F656}" type="sibTrans" cxnId="{62189346-A9C7-460A-98F2-2E1F413B9570}">
      <dgm:prSet/>
      <dgm:spPr/>
      <dgm:t>
        <a:bodyPr/>
        <a:lstStyle/>
        <a:p>
          <a:endParaRPr lang="en-US"/>
        </a:p>
      </dgm:t>
    </dgm:pt>
    <dgm:pt modelId="{754F4115-ED4F-4F7E-892B-F516BAEB161E}" type="pres">
      <dgm:prSet presAssocID="{97068032-94F6-4D7D-8A54-423DB5BC8A7B}" presName="root" presStyleCnt="0">
        <dgm:presLayoutVars>
          <dgm:dir/>
          <dgm:resizeHandles val="exact"/>
        </dgm:presLayoutVars>
      </dgm:prSet>
      <dgm:spPr/>
    </dgm:pt>
    <dgm:pt modelId="{212F6E1B-69DC-4535-A5AA-9C2CF198F14D}" type="pres">
      <dgm:prSet presAssocID="{AF1B4BBA-FA2B-4941-BD6B-6BC01B80A70E}" presName="compNode" presStyleCnt="0"/>
      <dgm:spPr/>
    </dgm:pt>
    <dgm:pt modelId="{A06EAEF2-154F-48D3-8C1F-C786C4CAE7E1}" type="pres">
      <dgm:prSet presAssocID="{AF1B4BBA-FA2B-4941-BD6B-6BC01B80A70E}" presName="iconBgRect" presStyleLbl="bgShp" presStyleIdx="0" presStyleCnt="4"/>
      <dgm:spPr>
        <a:prstGeom prst="round2DiagRect">
          <a:avLst>
            <a:gd name="adj1" fmla="val 29727"/>
            <a:gd name="adj2" fmla="val 0"/>
          </a:avLst>
        </a:prstGeom>
      </dgm:spPr>
    </dgm:pt>
    <dgm:pt modelId="{10988A6E-1B37-4D2C-9DD5-AB5F6F0DA96E}" type="pres">
      <dgm:prSet presAssocID="{AF1B4BBA-FA2B-4941-BD6B-6BC01B80A70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8E3BE6A4-BC0B-4805-98D0-62925BB2DA8A}" type="pres">
      <dgm:prSet presAssocID="{AF1B4BBA-FA2B-4941-BD6B-6BC01B80A70E}" presName="spaceRect" presStyleCnt="0"/>
      <dgm:spPr/>
    </dgm:pt>
    <dgm:pt modelId="{FE31FFDE-69BC-4604-8518-F4CA6DE9C4F6}" type="pres">
      <dgm:prSet presAssocID="{AF1B4BBA-FA2B-4941-BD6B-6BC01B80A70E}" presName="textRect" presStyleLbl="revTx" presStyleIdx="0" presStyleCnt="4">
        <dgm:presLayoutVars>
          <dgm:chMax val="1"/>
          <dgm:chPref val="1"/>
        </dgm:presLayoutVars>
      </dgm:prSet>
      <dgm:spPr/>
    </dgm:pt>
    <dgm:pt modelId="{7196EEA3-5DD7-4F43-9C33-F88927140D0D}" type="pres">
      <dgm:prSet presAssocID="{995F661E-710A-49AD-9FCA-2A060C4B214E}" presName="sibTrans" presStyleCnt="0"/>
      <dgm:spPr/>
    </dgm:pt>
    <dgm:pt modelId="{B9E35C48-70B8-4FD2-B13B-B707E6DB5574}" type="pres">
      <dgm:prSet presAssocID="{D23CA511-AF49-47F3-BDAF-4AB77661B587}" presName="compNode" presStyleCnt="0"/>
      <dgm:spPr/>
    </dgm:pt>
    <dgm:pt modelId="{32EADBD1-636A-4EE1-9BCE-372409E5B97D}" type="pres">
      <dgm:prSet presAssocID="{D23CA511-AF49-47F3-BDAF-4AB77661B587}" presName="iconBgRect" presStyleLbl="bgShp" presStyleIdx="1" presStyleCnt="4"/>
      <dgm:spPr>
        <a:prstGeom prst="round2DiagRect">
          <a:avLst>
            <a:gd name="adj1" fmla="val 29727"/>
            <a:gd name="adj2" fmla="val 0"/>
          </a:avLst>
        </a:prstGeom>
      </dgm:spPr>
    </dgm:pt>
    <dgm:pt modelId="{BA0F9B5A-AA41-443B-A887-72E3105B1C66}" type="pres">
      <dgm:prSet presAssocID="{D23CA511-AF49-47F3-BDAF-4AB77661B58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code"/>
        </a:ext>
      </dgm:extLst>
    </dgm:pt>
    <dgm:pt modelId="{10D93D8E-5114-4293-AE6C-5BE8D2ADE998}" type="pres">
      <dgm:prSet presAssocID="{D23CA511-AF49-47F3-BDAF-4AB77661B587}" presName="spaceRect" presStyleCnt="0"/>
      <dgm:spPr/>
    </dgm:pt>
    <dgm:pt modelId="{CB3393BF-3C95-4FC6-AEB8-41CE8630B737}" type="pres">
      <dgm:prSet presAssocID="{D23CA511-AF49-47F3-BDAF-4AB77661B587}" presName="textRect" presStyleLbl="revTx" presStyleIdx="1" presStyleCnt="4">
        <dgm:presLayoutVars>
          <dgm:chMax val="1"/>
          <dgm:chPref val="1"/>
        </dgm:presLayoutVars>
      </dgm:prSet>
      <dgm:spPr/>
    </dgm:pt>
    <dgm:pt modelId="{318B0841-50D7-4B90-9B3C-ED97FCD74981}" type="pres">
      <dgm:prSet presAssocID="{70720119-ADCB-416E-BD5E-201398CE70D2}" presName="sibTrans" presStyleCnt="0"/>
      <dgm:spPr/>
    </dgm:pt>
    <dgm:pt modelId="{075D726C-18E0-436D-9B47-2299F716A646}" type="pres">
      <dgm:prSet presAssocID="{9787291B-FD1D-4E70-866E-C4128733C5F5}" presName="compNode" presStyleCnt="0"/>
      <dgm:spPr/>
    </dgm:pt>
    <dgm:pt modelId="{E85873BD-856F-4207-BE0E-869EEE46546A}" type="pres">
      <dgm:prSet presAssocID="{9787291B-FD1D-4E70-866E-C4128733C5F5}" presName="iconBgRect" presStyleLbl="bgShp" presStyleIdx="2" presStyleCnt="4"/>
      <dgm:spPr>
        <a:prstGeom prst="round2DiagRect">
          <a:avLst>
            <a:gd name="adj1" fmla="val 29727"/>
            <a:gd name="adj2" fmla="val 0"/>
          </a:avLst>
        </a:prstGeom>
      </dgm:spPr>
    </dgm:pt>
    <dgm:pt modelId="{6135CE60-18D5-4487-9EC9-848A99291254}" type="pres">
      <dgm:prSet presAssocID="{9787291B-FD1D-4E70-866E-C4128733C5F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art Phone"/>
        </a:ext>
      </dgm:extLst>
    </dgm:pt>
    <dgm:pt modelId="{E9FD7157-F0F2-42D3-B0A1-1663F121736D}" type="pres">
      <dgm:prSet presAssocID="{9787291B-FD1D-4E70-866E-C4128733C5F5}" presName="spaceRect" presStyleCnt="0"/>
      <dgm:spPr/>
    </dgm:pt>
    <dgm:pt modelId="{DD279E88-DAE9-441F-93C8-D312845D7A08}" type="pres">
      <dgm:prSet presAssocID="{9787291B-FD1D-4E70-866E-C4128733C5F5}" presName="textRect" presStyleLbl="revTx" presStyleIdx="2" presStyleCnt="4">
        <dgm:presLayoutVars>
          <dgm:chMax val="1"/>
          <dgm:chPref val="1"/>
        </dgm:presLayoutVars>
      </dgm:prSet>
      <dgm:spPr/>
    </dgm:pt>
    <dgm:pt modelId="{8E3B850D-7058-4C7E-BD4C-612EBBD2E5E7}" type="pres">
      <dgm:prSet presAssocID="{F097C167-2946-428F-97ED-ECB349C2CBCE}" presName="sibTrans" presStyleCnt="0"/>
      <dgm:spPr/>
    </dgm:pt>
    <dgm:pt modelId="{0F6D6DB0-E2A5-4E47-B6E3-7DBFA97AE1D9}" type="pres">
      <dgm:prSet presAssocID="{4AA60A53-AC4B-4FD1-93F7-9D91C382734B}" presName="compNode" presStyleCnt="0"/>
      <dgm:spPr/>
    </dgm:pt>
    <dgm:pt modelId="{1173929E-92D4-43FC-9DAF-FF9E0073A50C}" type="pres">
      <dgm:prSet presAssocID="{4AA60A53-AC4B-4FD1-93F7-9D91C382734B}" presName="iconBgRect" presStyleLbl="bgShp" presStyleIdx="3" presStyleCnt="4"/>
      <dgm:spPr>
        <a:prstGeom prst="round2DiagRect">
          <a:avLst>
            <a:gd name="adj1" fmla="val 29727"/>
            <a:gd name="adj2" fmla="val 0"/>
          </a:avLst>
        </a:prstGeom>
      </dgm:spPr>
    </dgm:pt>
    <dgm:pt modelId="{64886ACA-5615-4F47-89D3-BA91C09F36DD}" type="pres">
      <dgm:prSet presAssocID="{4AA60A53-AC4B-4FD1-93F7-9D91C382734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nk"/>
        </a:ext>
      </dgm:extLst>
    </dgm:pt>
    <dgm:pt modelId="{577462B5-5F74-4E68-8677-9B48EBA05675}" type="pres">
      <dgm:prSet presAssocID="{4AA60A53-AC4B-4FD1-93F7-9D91C382734B}" presName="spaceRect" presStyleCnt="0"/>
      <dgm:spPr/>
    </dgm:pt>
    <dgm:pt modelId="{8028C002-5437-49F7-894D-F8FFDABB10B8}" type="pres">
      <dgm:prSet presAssocID="{4AA60A53-AC4B-4FD1-93F7-9D91C382734B}" presName="textRect" presStyleLbl="revTx" presStyleIdx="3" presStyleCnt="4">
        <dgm:presLayoutVars>
          <dgm:chMax val="1"/>
          <dgm:chPref val="1"/>
        </dgm:presLayoutVars>
      </dgm:prSet>
      <dgm:spPr/>
    </dgm:pt>
  </dgm:ptLst>
  <dgm:cxnLst>
    <dgm:cxn modelId="{1EA68001-35CA-4F34-9935-31B3B50C260C}" type="presOf" srcId="{AF1B4BBA-FA2B-4941-BD6B-6BC01B80A70E}" destId="{FE31FFDE-69BC-4604-8518-F4CA6DE9C4F6}" srcOrd="0" destOrd="0" presId="urn:microsoft.com/office/officeart/2018/5/layout/IconLeafLabelList"/>
    <dgm:cxn modelId="{89F8D52A-583F-472F-879F-5A612242C11C}" type="presOf" srcId="{97068032-94F6-4D7D-8A54-423DB5BC8A7B}" destId="{754F4115-ED4F-4F7E-892B-F516BAEB161E}" srcOrd="0" destOrd="0" presId="urn:microsoft.com/office/officeart/2018/5/layout/IconLeafLabelList"/>
    <dgm:cxn modelId="{6C85D23D-80CF-4ACD-928A-30A6C355245D}" type="presOf" srcId="{9787291B-FD1D-4E70-866E-C4128733C5F5}" destId="{DD279E88-DAE9-441F-93C8-D312845D7A08}" srcOrd="0" destOrd="0" presId="urn:microsoft.com/office/officeart/2018/5/layout/IconLeafLabelList"/>
    <dgm:cxn modelId="{62189346-A9C7-460A-98F2-2E1F413B9570}" srcId="{97068032-94F6-4D7D-8A54-423DB5BC8A7B}" destId="{4AA60A53-AC4B-4FD1-93F7-9D91C382734B}" srcOrd="3" destOrd="0" parTransId="{5D775472-C2A9-44F8-A3FB-5DC0887C32B0}" sibTransId="{963D24AB-5E00-45A5-8460-B83DEFD7F656}"/>
    <dgm:cxn modelId="{8B29CE6A-E097-4791-9DC0-5602F998B368}" srcId="{97068032-94F6-4D7D-8A54-423DB5BC8A7B}" destId="{D23CA511-AF49-47F3-BDAF-4AB77661B587}" srcOrd="1" destOrd="0" parTransId="{033D700F-24B6-4554-BEC9-623AFB12ACE1}" sibTransId="{70720119-ADCB-416E-BD5E-201398CE70D2}"/>
    <dgm:cxn modelId="{BF97F78E-419F-48F7-BF94-03C7A4B26490}" srcId="{97068032-94F6-4D7D-8A54-423DB5BC8A7B}" destId="{AF1B4BBA-FA2B-4941-BD6B-6BC01B80A70E}" srcOrd="0" destOrd="0" parTransId="{222D60BC-41CB-440A-A18C-DE55B0CA2379}" sibTransId="{995F661E-710A-49AD-9FCA-2A060C4B214E}"/>
    <dgm:cxn modelId="{4AB21191-5100-409A-A394-80CD5ABCC84C}" srcId="{97068032-94F6-4D7D-8A54-423DB5BC8A7B}" destId="{9787291B-FD1D-4E70-866E-C4128733C5F5}" srcOrd="2" destOrd="0" parTransId="{697FE6C5-51D6-4219-B087-77B4E1C3A751}" sibTransId="{F097C167-2946-428F-97ED-ECB349C2CBCE}"/>
    <dgm:cxn modelId="{4E6A729E-FAEB-45FA-9C4E-034D67A09097}" type="presOf" srcId="{4AA60A53-AC4B-4FD1-93F7-9D91C382734B}" destId="{8028C002-5437-49F7-894D-F8FFDABB10B8}" srcOrd="0" destOrd="0" presId="urn:microsoft.com/office/officeart/2018/5/layout/IconLeafLabelList"/>
    <dgm:cxn modelId="{A66250C1-C5FE-4A47-8D0E-2BAEF0B05A45}" type="presOf" srcId="{D23CA511-AF49-47F3-BDAF-4AB77661B587}" destId="{CB3393BF-3C95-4FC6-AEB8-41CE8630B737}" srcOrd="0" destOrd="0" presId="urn:microsoft.com/office/officeart/2018/5/layout/IconLeafLabelList"/>
    <dgm:cxn modelId="{C6D45A8B-557C-4142-BD0B-A45F74E514C8}" type="presParOf" srcId="{754F4115-ED4F-4F7E-892B-F516BAEB161E}" destId="{212F6E1B-69DC-4535-A5AA-9C2CF198F14D}" srcOrd="0" destOrd="0" presId="urn:microsoft.com/office/officeart/2018/5/layout/IconLeafLabelList"/>
    <dgm:cxn modelId="{8204274F-0C62-4017-AD22-6AF98CCCCBA9}" type="presParOf" srcId="{212F6E1B-69DC-4535-A5AA-9C2CF198F14D}" destId="{A06EAEF2-154F-48D3-8C1F-C786C4CAE7E1}" srcOrd="0" destOrd="0" presId="urn:microsoft.com/office/officeart/2018/5/layout/IconLeafLabelList"/>
    <dgm:cxn modelId="{72701909-DD59-4EFE-9B14-3C318182086C}" type="presParOf" srcId="{212F6E1B-69DC-4535-A5AA-9C2CF198F14D}" destId="{10988A6E-1B37-4D2C-9DD5-AB5F6F0DA96E}" srcOrd="1" destOrd="0" presId="urn:microsoft.com/office/officeart/2018/5/layout/IconLeafLabelList"/>
    <dgm:cxn modelId="{93361DD2-0B66-4B8F-A4D1-A6C75CC70477}" type="presParOf" srcId="{212F6E1B-69DC-4535-A5AA-9C2CF198F14D}" destId="{8E3BE6A4-BC0B-4805-98D0-62925BB2DA8A}" srcOrd="2" destOrd="0" presId="urn:microsoft.com/office/officeart/2018/5/layout/IconLeafLabelList"/>
    <dgm:cxn modelId="{AB029E70-5313-4301-B37E-0F49E05B3DDD}" type="presParOf" srcId="{212F6E1B-69DC-4535-A5AA-9C2CF198F14D}" destId="{FE31FFDE-69BC-4604-8518-F4CA6DE9C4F6}" srcOrd="3" destOrd="0" presId="urn:microsoft.com/office/officeart/2018/5/layout/IconLeafLabelList"/>
    <dgm:cxn modelId="{88F744B0-D721-4AD7-8BE3-5D75AF6CA91A}" type="presParOf" srcId="{754F4115-ED4F-4F7E-892B-F516BAEB161E}" destId="{7196EEA3-5DD7-4F43-9C33-F88927140D0D}" srcOrd="1" destOrd="0" presId="urn:microsoft.com/office/officeart/2018/5/layout/IconLeafLabelList"/>
    <dgm:cxn modelId="{C3D326D2-DADF-4AC5-B026-03855999616F}" type="presParOf" srcId="{754F4115-ED4F-4F7E-892B-F516BAEB161E}" destId="{B9E35C48-70B8-4FD2-B13B-B707E6DB5574}" srcOrd="2" destOrd="0" presId="urn:microsoft.com/office/officeart/2018/5/layout/IconLeafLabelList"/>
    <dgm:cxn modelId="{43D21005-CA95-45A2-9132-42A6CAABD226}" type="presParOf" srcId="{B9E35C48-70B8-4FD2-B13B-B707E6DB5574}" destId="{32EADBD1-636A-4EE1-9BCE-372409E5B97D}" srcOrd="0" destOrd="0" presId="urn:microsoft.com/office/officeart/2018/5/layout/IconLeafLabelList"/>
    <dgm:cxn modelId="{1A76CD3D-CFC0-45C3-B693-3E3441B5557D}" type="presParOf" srcId="{B9E35C48-70B8-4FD2-B13B-B707E6DB5574}" destId="{BA0F9B5A-AA41-443B-A887-72E3105B1C66}" srcOrd="1" destOrd="0" presId="urn:microsoft.com/office/officeart/2018/5/layout/IconLeafLabelList"/>
    <dgm:cxn modelId="{885947FF-C3B4-4D65-9FD0-CB44F7236A3E}" type="presParOf" srcId="{B9E35C48-70B8-4FD2-B13B-B707E6DB5574}" destId="{10D93D8E-5114-4293-AE6C-5BE8D2ADE998}" srcOrd="2" destOrd="0" presId="urn:microsoft.com/office/officeart/2018/5/layout/IconLeafLabelList"/>
    <dgm:cxn modelId="{7B1A3C03-8F63-4037-BD55-0D9A2CF4321C}" type="presParOf" srcId="{B9E35C48-70B8-4FD2-B13B-B707E6DB5574}" destId="{CB3393BF-3C95-4FC6-AEB8-41CE8630B737}" srcOrd="3" destOrd="0" presId="urn:microsoft.com/office/officeart/2018/5/layout/IconLeafLabelList"/>
    <dgm:cxn modelId="{59A53F1B-CB3D-4CF8-A9BC-AEE3F363E39A}" type="presParOf" srcId="{754F4115-ED4F-4F7E-892B-F516BAEB161E}" destId="{318B0841-50D7-4B90-9B3C-ED97FCD74981}" srcOrd="3" destOrd="0" presId="urn:microsoft.com/office/officeart/2018/5/layout/IconLeafLabelList"/>
    <dgm:cxn modelId="{1647C0C1-33AB-45CD-A48B-1B4A96CCEC25}" type="presParOf" srcId="{754F4115-ED4F-4F7E-892B-F516BAEB161E}" destId="{075D726C-18E0-436D-9B47-2299F716A646}" srcOrd="4" destOrd="0" presId="urn:microsoft.com/office/officeart/2018/5/layout/IconLeafLabelList"/>
    <dgm:cxn modelId="{2F52E938-296B-4B72-8935-7C499367BCD5}" type="presParOf" srcId="{075D726C-18E0-436D-9B47-2299F716A646}" destId="{E85873BD-856F-4207-BE0E-869EEE46546A}" srcOrd="0" destOrd="0" presId="urn:microsoft.com/office/officeart/2018/5/layout/IconLeafLabelList"/>
    <dgm:cxn modelId="{9948465D-4045-41A4-A86E-3E5AA58E2520}" type="presParOf" srcId="{075D726C-18E0-436D-9B47-2299F716A646}" destId="{6135CE60-18D5-4487-9EC9-848A99291254}" srcOrd="1" destOrd="0" presId="urn:microsoft.com/office/officeart/2018/5/layout/IconLeafLabelList"/>
    <dgm:cxn modelId="{932FDE25-0C30-4B73-8874-7683580D32BC}" type="presParOf" srcId="{075D726C-18E0-436D-9B47-2299F716A646}" destId="{E9FD7157-F0F2-42D3-B0A1-1663F121736D}" srcOrd="2" destOrd="0" presId="urn:microsoft.com/office/officeart/2018/5/layout/IconLeafLabelList"/>
    <dgm:cxn modelId="{0474E93C-80D1-453F-8AFD-6CEBE86ECE7E}" type="presParOf" srcId="{075D726C-18E0-436D-9B47-2299F716A646}" destId="{DD279E88-DAE9-441F-93C8-D312845D7A08}" srcOrd="3" destOrd="0" presId="urn:microsoft.com/office/officeart/2018/5/layout/IconLeafLabelList"/>
    <dgm:cxn modelId="{A79580B8-A5F5-41DD-9B89-53143FE5EFAB}" type="presParOf" srcId="{754F4115-ED4F-4F7E-892B-F516BAEB161E}" destId="{8E3B850D-7058-4C7E-BD4C-612EBBD2E5E7}" srcOrd="5" destOrd="0" presId="urn:microsoft.com/office/officeart/2018/5/layout/IconLeafLabelList"/>
    <dgm:cxn modelId="{DCE4C994-685C-4847-8A33-2A35A76A55AD}" type="presParOf" srcId="{754F4115-ED4F-4F7E-892B-F516BAEB161E}" destId="{0F6D6DB0-E2A5-4E47-B6E3-7DBFA97AE1D9}" srcOrd="6" destOrd="0" presId="urn:microsoft.com/office/officeart/2018/5/layout/IconLeafLabelList"/>
    <dgm:cxn modelId="{086D800D-CAF7-4614-9EB6-7093F5EA55FF}" type="presParOf" srcId="{0F6D6DB0-E2A5-4E47-B6E3-7DBFA97AE1D9}" destId="{1173929E-92D4-43FC-9DAF-FF9E0073A50C}" srcOrd="0" destOrd="0" presId="urn:microsoft.com/office/officeart/2018/5/layout/IconLeafLabelList"/>
    <dgm:cxn modelId="{98D3F0B7-D001-4D02-9AD1-854DAB847ACA}" type="presParOf" srcId="{0F6D6DB0-E2A5-4E47-B6E3-7DBFA97AE1D9}" destId="{64886ACA-5615-4F47-89D3-BA91C09F36DD}" srcOrd="1" destOrd="0" presId="urn:microsoft.com/office/officeart/2018/5/layout/IconLeafLabelList"/>
    <dgm:cxn modelId="{336087FD-495B-46FD-95D6-ED0C1D228FD0}" type="presParOf" srcId="{0F6D6DB0-E2A5-4E47-B6E3-7DBFA97AE1D9}" destId="{577462B5-5F74-4E68-8677-9B48EBA05675}" srcOrd="2" destOrd="0" presId="urn:microsoft.com/office/officeart/2018/5/layout/IconLeafLabelList"/>
    <dgm:cxn modelId="{6021C8EB-0D46-4E3C-828D-AB52AA0BBC9A}" type="presParOf" srcId="{0F6D6DB0-E2A5-4E47-B6E3-7DBFA97AE1D9}" destId="{8028C002-5437-49F7-894D-F8FFDABB10B8}"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8761825-1F47-421F-BB85-4E37C55516E0}"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9AA85F5F-7086-41B2-9538-0E7270351884}">
      <dgm:prSet/>
      <dgm:spPr/>
      <dgm:t>
        <a:bodyPr/>
        <a:lstStyle/>
        <a:p>
          <a:pPr>
            <a:lnSpc>
              <a:spcPct val="100000"/>
            </a:lnSpc>
            <a:defRPr b="1"/>
          </a:pPr>
          <a:r>
            <a:rPr lang="en-US"/>
            <a:t>Strategic DDD</a:t>
          </a:r>
        </a:p>
      </dgm:t>
    </dgm:pt>
    <dgm:pt modelId="{B7B9FAAC-609C-4A5B-9505-468391D215CF}" type="parTrans" cxnId="{F27F5BC9-1B11-4E42-8E7A-74BBF8FC20A9}">
      <dgm:prSet/>
      <dgm:spPr/>
      <dgm:t>
        <a:bodyPr/>
        <a:lstStyle/>
        <a:p>
          <a:endParaRPr lang="en-US"/>
        </a:p>
      </dgm:t>
    </dgm:pt>
    <dgm:pt modelId="{B8F43D58-7E7F-4FAE-83B3-5FEC74BF525D}" type="sibTrans" cxnId="{F27F5BC9-1B11-4E42-8E7A-74BBF8FC20A9}">
      <dgm:prSet/>
      <dgm:spPr/>
      <dgm:t>
        <a:bodyPr/>
        <a:lstStyle/>
        <a:p>
          <a:endParaRPr lang="en-US"/>
        </a:p>
      </dgm:t>
    </dgm:pt>
    <dgm:pt modelId="{1B8A033C-AA2B-4B6B-82FD-0D50E9702E38}">
      <dgm:prSet/>
      <dgm:spPr/>
      <dgm:t>
        <a:bodyPr/>
        <a:lstStyle/>
        <a:p>
          <a:pPr>
            <a:lnSpc>
              <a:spcPct val="100000"/>
            </a:lnSpc>
          </a:pPr>
          <a:r>
            <a:rPr lang="en-US"/>
            <a:t>Boundaries, ownership, integration</a:t>
          </a:r>
        </a:p>
      </dgm:t>
    </dgm:pt>
    <dgm:pt modelId="{2CEEB63D-F1DB-438A-B89E-37AAFEC6AE04}" type="parTrans" cxnId="{93B27A7C-87D0-4FE9-A5F8-81945AF121D1}">
      <dgm:prSet/>
      <dgm:spPr/>
      <dgm:t>
        <a:bodyPr/>
        <a:lstStyle/>
        <a:p>
          <a:endParaRPr lang="en-US"/>
        </a:p>
      </dgm:t>
    </dgm:pt>
    <dgm:pt modelId="{34969B17-AA8F-4FED-8CA1-2230EE1342E8}" type="sibTrans" cxnId="{93B27A7C-87D0-4FE9-A5F8-81945AF121D1}">
      <dgm:prSet/>
      <dgm:spPr/>
      <dgm:t>
        <a:bodyPr/>
        <a:lstStyle/>
        <a:p>
          <a:endParaRPr lang="en-US"/>
        </a:p>
      </dgm:t>
    </dgm:pt>
    <dgm:pt modelId="{2AD52E89-0C34-4CE7-B62C-4B56C81F5482}">
      <dgm:prSet/>
      <dgm:spPr/>
      <dgm:t>
        <a:bodyPr/>
        <a:lstStyle/>
        <a:p>
          <a:pPr>
            <a:lnSpc>
              <a:spcPct val="100000"/>
            </a:lnSpc>
            <a:defRPr b="1"/>
          </a:pPr>
          <a:r>
            <a:rPr lang="en-US"/>
            <a:t>Tactical DDD</a:t>
          </a:r>
        </a:p>
      </dgm:t>
    </dgm:pt>
    <dgm:pt modelId="{2A9A5148-BCF6-444C-9B15-6B00B2101406}" type="parTrans" cxnId="{735471EE-4E38-4AA1-91C0-2CF23F7ABE0F}">
      <dgm:prSet/>
      <dgm:spPr/>
      <dgm:t>
        <a:bodyPr/>
        <a:lstStyle/>
        <a:p>
          <a:endParaRPr lang="en-US"/>
        </a:p>
      </dgm:t>
    </dgm:pt>
    <dgm:pt modelId="{46DEDCF5-B105-49B6-A7F3-93511F3ED48F}" type="sibTrans" cxnId="{735471EE-4E38-4AA1-91C0-2CF23F7ABE0F}">
      <dgm:prSet/>
      <dgm:spPr/>
      <dgm:t>
        <a:bodyPr/>
        <a:lstStyle/>
        <a:p>
          <a:endParaRPr lang="en-US"/>
        </a:p>
      </dgm:t>
    </dgm:pt>
    <dgm:pt modelId="{5DB20CAD-1730-4469-ABE0-0B9A89A9A743}">
      <dgm:prSet/>
      <dgm:spPr/>
      <dgm:t>
        <a:bodyPr/>
        <a:lstStyle/>
        <a:p>
          <a:pPr>
            <a:lnSpc>
              <a:spcPct val="100000"/>
            </a:lnSpc>
          </a:pPr>
          <a:r>
            <a:rPr lang="en-US"/>
            <a:t>Modeling inside a boundary (Entities, VOs, Aggregates, …)</a:t>
          </a:r>
        </a:p>
      </dgm:t>
    </dgm:pt>
    <dgm:pt modelId="{770B9C85-8EC2-4E22-8459-7D38573B6929}" type="parTrans" cxnId="{80377BDD-7419-4F2D-A807-3D119C2F20F1}">
      <dgm:prSet/>
      <dgm:spPr/>
      <dgm:t>
        <a:bodyPr/>
        <a:lstStyle/>
        <a:p>
          <a:endParaRPr lang="en-US"/>
        </a:p>
      </dgm:t>
    </dgm:pt>
    <dgm:pt modelId="{12540A91-8F11-4592-9875-AF041A5F448B}" type="sibTrans" cxnId="{80377BDD-7419-4F2D-A807-3D119C2F20F1}">
      <dgm:prSet/>
      <dgm:spPr/>
      <dgm:t>
        <a:bodyPr/>
        <a:lstStyle/>
        <a:p>
          <a:endParaRPr lang="en-US"/>
        </a:p>
      </dgm:t>
    </dgm:pt>
    <dgm:pt modelId="{83E0C135-E865-4E97-895C-8DFEE18E6624}" type="pres">
      <dgm:prSet presAssocID="{D8761825-1F47-421F-BB85-4E37C55516E0}" presName="root" presStyleCnt="0">
        <dgm:presLayoutVars>
          <dgm:dir/>
          <dgm:resizeHandles val="exact"/>
        </dgm:presLayoutVars>
      </dgm:prSet>
      <dgm:spPr/>
    </dgm:pt>
    <dgm:pt modelId="{D7C4A32E-618C-49DC-8D5E-1CD97A942A53}" type="pres">
      <dgm:prSet presAssocID="{9AA85F5F-7086-41B2-9538-0E7270351884}" presName="compNode" presStyleCnt="0"/>
      <dgm:spPr/>
    </dgm:pt>
    <dgm:pt modelId="{B16502A2-9957-4D87-BCF3-569A7383099B}" type="pres">
      <dgm:prSet presAssocID="{9AA85F5F-7086-41B2-9538-0E727035188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andshake"/>
        </a:ext>
      </dgm:extLst>
    </dgm:pt>
    <dgm:pt modelId="{6D3B712E-FF8F-4762-9051-C1647F5EEF52}" type="pres">
      <dgm:prSet presAssocID="{9AA85F5F-7086-41B2-9538-0E7270351884}" presName="iconSpace" presStyleCnt="0"/>
      <dgm:spPr/>
    </dgm:pt>
    <dgm:pt modelId="{727D01C0-FC17-4F62-B623-9C82946443E9}" type="pres">
      <dgm:prSet presAssocID="{9AA85F5F-7086-41B2-9538-0E7270351884}" presName="parTx" presStyleLbl="revTx" presStyleIdx="0" presStyleCnt="4">
        <dgm:presLayoutVars>
          <dgm:chMax val="0"/>
          <dgm:chPref val="0"/>
        </dgm:presLayoutVars>
      </dgm:prSet>
      <dgm:spPr/>
    </dgm:pt>
    <dgm:pt modelId="{605D1E47-BD31-43DD-9C85-BEA45ABDD570}" type="pres">
      <dgm:prSet presAssocID="{9AA85F5F-7086-41B2-9538-0E7270351884}" presName="txSpace" presStyleCnt="0"/>
      <dgm:spPr/>
    </dgm:pt>
    <dgm:pt modelId="{29E91F98-3B5C-4536-BBE3-310D036C50A5}" type="pres">
      <dgm:prSet presAssocID="{9AA85F5F-7086-41B2-9538-0E7270351884}" presName="desTx" presStyleLbl="revTx" presStyleIdx="1" presStyleCnt="4">
        <dgm:presLayoutVars/>
      </dgm:prSet>
      <dgm:spPr/>
    </dgm:pt>
    <dgm:pt modelId="{5BEAA282-025E-44DA-A3F1-758C72E7AA00}" type="pres">
      <dgm:prSet presAssocID="{B8F43D58-7E7F-4FAE-83B3-5FEC74BF525D}" presName="sibTrans" presStyleCnt="0"/>
      <dgm:spPr/>
    </dgm:pt>
    <dgm:pt modelId="{A76E418F-4725-4D59-9AFC-F3BB48A6F8CF}" type="pres">
      <dgm:prSet presAssocID="{2AD52E89-0C34-4CE7-B62C-4B56C81F5482}" presName="compNode" presStyleCnt="0"/>
      <dgm:spPr/>
    </dgm:pt>
    <dgm:pt modelId="{BF2B9B66-AFB7-4CB4-A209-AB9556B8E39B}" type="pres">
      <dgm:prSet presAssocID="{2AD52E89-0C34-4CE7-B62C-4B56C81F548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ierarchy"/>
        </a:ext>
      </dgm:extLst>
    </dgm:pt>
    <dgm:pt modelId="{6F046A4F-9620-465F-929E-A7F6E2368CA8}" type="pres">
      <dgm:prSet presAssocID="{2AD52E89-0C34-4CE7-B62C-4B56C81F5482}" presName="iconSpace" presStyleCnt="0"/>
      <dgm:spPr/>
    </dgm:pt>
    <dgm:pt modelId="{5CCF5256-BF19-40E5-A987-2B8F56F3FD7E}" type="pres">
      <dgm:prSet presAssocID="{2AD52E89-0C34-4CE7-B62C-4B56C81F5482}" presName="parTx" presStyleLbl="revTx" presStyleIdx="2" presStyleCnt="4">
        <dgm:presLayoutVars>
          <dgm:chMax val="0"/>
          <dgm:chPref val="0"/>
        </dgm:presLayoutVars>
      </dgm:prSet>
      <dgm:spPr/>
    </dgm:pt>
    <dgm:pt modelId="{8781828E-ABD7-4817-ABC0-6BC8EBAF6218}" type="pres">
      <dgm:prSet presAssocID="{2AD52E89-0C34-4CE7-B62C-4B56C81F5482}" presName="txSpace" presStyleCnt="0"/>
      <dgm:spPr/>
    </dgm:pt>
    <dgm:pt modelId="{08EF2E4E-5D17-4B33-9E0F-B6A8E8E90B42}" type="pres">
      <dgm:prSet presAssocID="{2AD52E89-0C34-4CE7-B62C-4B56C81F5482}" presName="desTx" presStyleLbl="revTx" presStyleIdx="3" presStyleCnt="4">
        <dgm:presLayoutVars/>
      </dgm:prSet>
      <dgm:spPr/>
    </dgm:pt>
  </dgm:ptLst>
  <dgm:cxnLst>
    <dgm:cxn modelId="{F9D3DB0B-22F0-47CE-83B8-0EA5914DE125}" type="presOf" srcId="{5DB20CAD-1730-4469-ABE0-0B9A89A9A743}" destId="{08EF2E4E-5D17-4B33-9E0F-B6A8E8E90B42}" srcOrd="0" destOrd="0" presId="urn:microsoft.com/office/officeart/2018/5/layout/CenteredIconLabelDescriptionList"/>
    <dgm:cxn modelId="{D21E0B29-4822-4740-8E45-CB50FE5B29BF}" type="presOf" srcId="{D8761825-1F47-421F-BB85-4E37C55516E0}" destId="{83E0C135-E865-4E97-895C-8DFEE18E6624}" srcOrd="0" destOrd="0" presId="urn:microsoft.com/office/officeart/2018/5/layout/CenteredIconLabelDescriptionList"/>
    <dgm:cxn modelId="{93B27A7C-87D0-4FE9-A5F8-81945AF121D1}" srcId="{9AA85F5F-7086-41B2-9538-0E7270351884}" destId="{1B8A033C-AA2B-4B6B-82FD-0D50E9702E38}" srcOrd="0" destOrd="0" parTransId="{2CEEB63D-F1DB-438A-B89E-37AAFEC6AE04}" sibTransId="{34969B17-AA8F-4FED-8CA1-2230EE1342E8}"/>
    <dgm:cxn modelId="{1D527B8C-57A0-44C3-BB8D-54FC9C1FBAD6}" type="presOf" srcId="{1B8A033C-AA2B-4B6B-82FD-0D50E9702E38}" destId="{29E91F98-3B5C-4536-BBE3-310D036C50A5}" srcOrd="0" destOrd="0" presId="urn:microsoft.com/office/officeart/2018/5/layout/CenteredIconLabelDescriptionList"/>
    <dgm:cxn modelId="{8B49679A-6E78-4669-9BD9-514D83D5F7C5}" type="presOf" srcId="{2AD52E89-0C34-4CE7-B62C-4B56C81F5482}" destId="{5CCF5256-BF19-40E5-A987-2B8F56F3FD7E}" srcOrd="0" destOrd="0" presId="urn:microsoft.com/office/officeart/2018/5/layout/CenteredIconLabelDescriptionList"/>
    <dgm:cxn modelId="{534119AA-EF5C-4FE0-88C4-DFF1D9E0FE15}" type="presOf" srcId="{9AA85F5F-7086-41B2-9538-0E7270351884}" destId="{727D01C0-FC17-4F62-B623-9C82946443E9}" srcOrd="0" destOrd="0" presId="urn:microsoft.com/office/officeart/2018/5/layout/CenteredIconLabelDescriptionList"/>
    <dgm:cxn modelId="{F27F5BC9-1B11-4E42-8E7A-74BBF8FC20A9}" srcId="{D8761825-1F47-421F-BB85-4E37C55516E0}" destId="{9AA85F5F-7086-41B2-9538-0E7270351884}" srcOrd="0" destOrd="0" parTransId="{B7B9FAAC-609C-4A5B-9505-468391D215CF}" sibTransId="{B8F43D58-7E7F-4FAE-83B3-5FEC74BF525D}"/>
    <dgm:cxn modelId="{80377BDD-7419-4F2D-A807-3D119C2F20F1}" srcId="{2AD52E89-0C34-4CE7-B62C-4B56C81F5482}" destId="{5DB20CAD-1730-4469-ABE0-0B9A89A9A743}" srcOrd="0" destOrd="0" parTransId="{770B9C85-8EC2-4E22-8459-7D38573B6929}" sibTransId="{12540A91-8F11-4592-9875-AF041A5F448B}"/>
    <dgm:cxn modelId="{735471EE-4E38-4AA1-91C0-2CF23F7ABE0F}" srcId="{D8761825-1F47-421F-BB85-4E37C55516E0}" destId="{2AD52E89-0C34-4CE7-B62C-4B56C81F5482}" srcOrd="1" destOrd="0" parTransId="{2A9A5148-BCF6-444C-9B15-6B00B2101406}" sibTransId="{46DEDCF5-B105-49B6-A7F3-93511F3ED48F}"/>
    <dgm:cxn modelId="{82F99CBE-58D6-4178-AE0C-94CED5277BA6}" type="presParOf" srcId="{83E0C135-E865-4E97-895C-8DFEE18E6624}" destId="{D7C4A32E-618C-49DC-8D5E-1CD97A942A53}" srcOrd="0" destOrd="0" presId="urn:microsoft.com/office/officeart/2018/5/layout/CenteredIconLabelDescriptionList"/>
    <dgm:cxn modelId="{E5162F63-629A-4B7A-88DA-6BD7B706823A}" type="presParOf" srcId="{D7C4A32E-618C-49DC-8D5E-1CD97A942A53}" destId="{B16502A2-9957-4D87-BCF3-569A7383099B}" srcOrd="0" destOrd="0" presId="urn:microsoft.com/office/officeart/2018/5/layout/CenteredIconLabelDescriptionList"/>
    <dgm:cxn modelId="{4FEE552D-B6F7-4444-8B3A-72F9B0F93EBD}" type="presParOf" srcId="{D7C4A32E-618C-49DC-8D5E-1CD97A942A53}" destId="{6D3B712E-FF8F-4762-9051-C1647F5EEF52}" srcOrd="1" destOrd="0" presId="urn:microsoft.com/office/officeart/2018/5/layout/CenteredIconLabelDescriptionList"/>
    <dgm:cxn modelId="{BFB73C25-4F34-45E8-AF95-3762E2CFB103}" type="presParOf" srcId="{D7C4A32E-618C-49DC-8D5E-1CD97A942A53}" destId="{727D01C0-FC17-4F62-B623-9C82946443E9}" srcOrd="2" destOrd="0" presId="urn:microsoft.com/office/officeart/2018/5/layout/CenteredIconLabelDescriptionList"/>
    <dgm:cxn modelId="{2F297A75-6D12-4F3B-9FAE-27CE9059ACA9}" type="presParOf" srcId="{D7C4A32E-618C-49DC-8D5E-1CD97A942A53}" destId="{605D1E47-BD31-43DD-9C85-BEA45ABDD570}" srcOrd="3" destOrd="0" presId="urn:microsoft.com/office/officeart/2018/5/layout/CenteredIconLabelDescriptionList"/>
    <dgm:cxn modelId="{FA812C30-B646-4B60-8A5C-850E01CC152D}" type="presParOf" srcId="{D7C4A32E-618C-49DC-8D5E-1CD97A942A53}" destId="{29E91F98-3B5C-4536-BBE3-310D036C50A5}" srcOrd="4" destOrd="0" presId="urn:microsoft.com/office/officeart/2018/5/layout/CenteredIconLabelDescriptionList"/>
    <dgm:cxn modelId="{1F1834A8-EA8D-49FC-951D-1F39F5160DCD}" type="presParOf" srcId="{83E0C135-E865-4E97-895C-8DFEE18E6624}" destId="{5BEAA282-025E-44DA-A3F1-758C72E7AA00}" srcOrd="1" destOrd="0" presId="urn:microsoft.com/office/officeart/2018/5/layout/CenteredIconLabelDescriptionList"/>
    <dgm:cxn modelId="{A1B145A0-17DB-4029-9C15-87D5D2A82B2B}" type="presParOf" srcId="{83E0C135-E865-4E97-895C-8DFEE18E6624}" destId="{A76E418F-4725-4D59-9AFC-F3BB48A6F8CF}" srcOrd="2" destOrd="0" presId="urn:microsoft.com/office/officeart/2018/5/layout/CenteredIconLabelDescriptionList"/>
    <dgm:cxn modelId="{21C25E24-F835-482F-993A-06A95A077BC0}" type="presParOf" srcId="{A76E418F-4725-4D59-9AFC-F3BB48A6F8CF}" destId="{BF2B9B66-AFB7-4CB4-A209-AB9556B8E39B}" srcOrd="0" destOrd="0" presId="urn:microsoft.com/office/officeart/2018/5/layout/CenteredIconLabelDescriptionList"/>
    <dgm:cxn modelId="{D559D325-A23A-4F04-9180-B910C8C4BB1F}" type="presParOf" srcId="{A76E418F-4725-4D59-9AFC-F3BB48A6F8CF}" destId="{6F046A4F-9620-465F-929E-A7F6E2368CA8}" srcOrd="1" destOrd="0" presId="urn:microsoft.com/office/officeart/2018/5/layout/CenteredIconLabelDescriptionList"/>
    <dgm:cxn modelId="{717BB7ED-2551-456A-BD1E-E991E1FBF349}" type="presParOf" srcId="{A76E418F-4725-4D59-9AFC-F3BB48A6F8CF}" destId="{5CCF5256-BF19-40E5-A987-2B8F56F3FD7E}" srcOrd="2" destOrd="0" presId="urn:microsoft.com/office/officeart/2018/5/layout/CenteredIconLabelDescriptionList"/>
    <dgm:cxn modelId="{C5939FDF-EBCD-44D1-B7CC-21D0B14096C5}" type="presParOf" srcId="{A76E418F-4725-4D59-9AFC-F3BB48A6F8CF}" destId="{8781828E-ABD7-4817-ABC0-6BC8EBAF6218}" srcOrd="3" destOrd="0" presId="urn:microsoft.com/office/officeart/2018/5/layout/CenteredIconLabelDescriptionList"/>
    <dgm:cxn modelId="{DB0247A9-2406-4218-85DB-2A953752B381}" type="presParOf" srcId="{A76E418F-4725-4D59-9AFC-F3BB48A6F8CF}" destId="{08EF2E4E-5D17-4B33-9E0F-B6A8E8E90B42}"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CD1FEB4-34DF-4905-B010-413271E7E514}" type="doc">
      <dgm:prSet loTypeId="urn:microsoft.com/office/officeart/2016/7/layout/LinearBlockProcessNumbered" loCatId="process" qsTypeId="urn:microsoft.com/office/officeart/2005/8/quickstyle/simple2" qsCatId="simple" csTypeId="urn:microsoft.com/office/officeart/2005/8/colors/colorful1" csCatId="colorful"/>
      <dgm:spPr/>
      <dgm:t>
        <a:bodyPr/>
        <a:lstStyle/>
        <a:p>
          <a:endParaRPr lang="en-US"/>
        </a:p>
      </dgm:t>
    </dgm:pt>
    <dgm:pt modelId="{90EEBF8F-5E2A-418B-ADD2-1ECEC44D58A6}">
      <dgm:prSet/>
      <dgm:spPr/>
      <dgm:t>
        <a:bodyPr/>
        <a:lstStyle/>
        <a:p>
          <a:r>
            <a:rPr lang="en-US"/>
            <a:t>A simplified representation of the business rules</a:t>
          </a:r>
        </a:p>
      </dgm:t>
    </dgm:pt>
    <dgm:pt modelId="{0E94741B-CABB-48DF-A7FA-5F43A68EEB0B}" type="parTrans" cxnId="{1E81C673-40E4-466C-90DF-1E4EAF32C3C1}">
      <dgm:prSet/>
      <dgm:spPr/>
      <dgm:t>
        <a:bodyPr/>
        <a:lstStyle/>
        <a:p>
          <a:endParaRPr lang="en-US"/>
        </a:p>
      </dgm:t>
    </dgm:pt>
    <dgm:pt modelId="{3F1A45FD-DC8C-45FA-8FA3-B0C87E3B7770}" type="sibTrans" cxnId="{1E81C673-40E4-466C-90DF-1E4EAF32C3C1}">
      <dgm:prSet phldrT="01" phldr="0"/>
      <dgm:spPr/>
      <dgm:t>
        <a:bodyPr/>
        <a:lstStyle/>
        <a:p>
          <a:r>
            <a:rPr lang="en-US"/>
            <a:t>01</a:t>
          </a:r>
        </a:p>
      </dgm:t>
    </dgm:pt>
    <dgm:pt modelId="{A4A0004E-196F-459D-82B4-5BEE6A2C31F3}">
      <dgm:prSet/>
      <dgm:spPr/>
      <dgm:t>
        <a:bodyPr/>
        <a:lstStyle/>
        <a:p>
          <a:r>
            <a:rPr lang="en-US"/>
            <a:t>Not equal to the database schema</a:t>
          </a:r>
        </a:p>
      </dgm:t>
    </dgm:pt>
    <dgm:pt modelId="{631EC5C6-5127-4606-BEF7-8A8088D949A3}" type="parTrans" cxnId="{E3385B83-AFA6-4AD6-B3EE-3A9A7FC9C23B}">
      <dgm:prSet/>
      <dgm:spPr/>
      <dgm:t>
        <a:bodyPr/>
        <a:lstStyle/>
        <a:p>
          <a:endParaRPr lang="en-US"/>
        </a:p>
      </dgm:t>
    </dgm:pt>
    <dgm:pt modelId="{7F8EC0E9-2F4B-48BD-8B28-B15001D4DFC5}" type="sibTrans" cxnId="{E3385B83-AFA6-4AD6-B3EE-3A9A7FC9C23B}">
      <dgm:prSet phldrT="02" phldr="0"/>
      <dgm:spPr/>
      <dgm:t>
        <a:bodyPr/>
        <a:lstStyle/>
        <a:p>
          <a:r>
            <a:rPr lang="en-US"/>
            <a:t>02</a:t>
          </a:r>
        </a:p>
      </dgm:t>
    </dgm:pt>
    <dgm:pt modelId="{38DB4891-BCC2-409F-B21E-D5D1766FF1AF}">
      <dgm:prSet/>
      <dgm:spPr/>
      <dgm:t>
        <a:bodyPr/>
        <a:lstStyle/>
        <a:p>
          <a:r>
            <a:rPr lang="en-US"/>
            <a:t>Lives in code: names + behaviors + invariants</a:t>
          </a:r>
        </a:p>
      </dgm:t>
    </dgm:pt>
    <dgm:pt modelId="{C288D1A3-0924-412D-AC24-CBBFE645ACA8}" type="parTrans" cxnId="{7D401FE3-5B18-4F6D-AEEF-FC2D32EF0FDB}">
      <dgm:prSet/>
      <dgm:spPr/>
      <dgm:t>
        <a:bodyPr/>
        <a:lstStyle/>
        <a:p>
          <a:endParaRPr lang="en-US"/>
        </a:p>
      </dgm:t>
    </dgm:pt>
    <dgm:pt modelId="{5641CE55-1E35-4E4C-B157-5AB883D72C60}" type="sibTrans" cxnId="{7D401FE3-5B18-4F6D-AEEF-FC2D32EF0FDB}">
      <dgm:prSet phldrT="03" phldr="0"/>
      <dgm:spPr/>
      <dgm:t>
        <a:bodyPr/>
        <a:lstStyle/>
        <a:p>
          <a:r>
            <a:rPr lang="en-US"/>
            <a:t>03</a:t>
          </a:r>
        </a:p>
      </dgm:t>
    </dgm:pt>
    <dgm:pt modelId="{ABAC46E2-005C-5E4B-A9E5-C7AA4FEC57E0}" type="pres">
      <dgm:prSet presAssocID="{1CD1FEB4-34DF-4905-B010-413271E7E514}" presName="Name0" presStyleCnt="0">
        <dgm:presLayoutVars>
          <dgm:animLvl val="lvl"/>
          <dgm:resizeHandles val="exact"/>
        </dgm:presLayoutVars>
      </dgm:prSet>
      <dgm:spPr/>
    </dgm:pt>
    <dgm:pt modelId="{FE731BF9-C5DA-5C4E-AF6E-BB9C3929D821}" type="pres">
      <dgm:prSet presAssocID="{90EEBF8F-5E2A-418B-ADD2-1ECEC44D58A6}" presName="compositeNode" presStyleCnt="0">
        <dgm:presLayoutVars>
          <dgm:bulletEnabled val="1"/>
        </dgm:presLayoutVars>
      </dgm:prSet>
      <dgm:spPr/>
    </dgm:pt>
    <dgm:pt modelId="{D32E8DC9-9C05-7B40-AF3E-EC748AF9766D}" type="pres">
      <dgm:prSet presAssocID="{90EEBF8F-5E2A-418B-ADD2-1ECEC44D58A6}" presName="bgRect" presStyleLbl="alignNode1" presStyleIdx="0" presStyleCnt="3"/>
      <dgm:spPr/>
    </dgm:pt>
    <dgm:pt modelId="{42589DB3-AC8D-3949-8BA6-692EA26ABB22}" type="pres">
      <dgm:prSet presAssocID="{3F1A45FD-DC8C-45FA-8FA3-B0C87E3B7770}" presName="sibTransNodeRect" presStyleLbl="alignNode1" presStyleIdx="0" presStyleCnt="3">
        <dgm:presLayoutVars>
          <dgm:chMax val="0"/>
          <dgm:bulletEnabled val="1"/>
        </dgm:presLayoutVars>
      </dgm:prSet>
      <dgm:spPr/>
    </dgm:pt>
    <dgm:pt modelId="{90535CDD-58C8-AD40-8286-A8FED230E7B4}" type="pres">
      <dgm:prSet presAssocID="{90EEBF8F-5E2A-418B-ADD2-1ECEC44D58A6}" presName="nodeRect" presStyleLbl="alignNode1" presStyleIdx="0" presStyleCnt="3">
        <dgm:presLayoutVars>
          <dgm:bulletEnabled val="1"/>
        </dgm:presLayoutVars>
      </dgm:prSet>
      <dgm:spPr/>
    </dgm:pt>
    <dgm:pt modelId="{2B06E29C-86D9-2048-84C7-2A1E9011849D}" type="pres">
      <dgm:prSet presAssocID="{3F1A45FD-DC8C-45FA-8FA3-B0C87E3B7770}" presName="sibTrans" presStyleCnt="0"/>
      <dgm:spPr/>
    </dgm:pt>
    <dgm:pt modelId="{9DB2EA6F-3A47-7247-B2CC-8E726587296B}" type="pres">
      <dgm:prSet presAssocID="{A4A0004E-196F-459D-82B4-5BEE6A2C31F3}" presName="compositeNode" presStyleCnt="0">
        <dgm:presLayoutVars>
          <dgm:bulletEnabled val="1"/>
        </dgm:presLayoutVars>
      </dgm:prSet>
      <dgm:spPr/>
    </dgm:pt>
    <dgm:pt modelId="{6E79870C-FCE1-1D42-9090-75E0E5C59B2E}" type="pres">
      <dgm:prSet presAssocID="{A4A0004E-196F-459D-82B4-5BEE6A2C31F3}" presName="bgRect" presStyleLbl="alignNode1" presStyleIdx="1" presStyleCnt="3"/>
      <dgm:spPr/>
    </dgm:pt>
    <dgm:pt modelId="{7764924F-5B1E-0842-8747-8C91B9F64E09}" type="pres">
      <dgm:prSet presAssocID="{7F8EC0E9-2F4B-48BD-8B28-B15001D4DFC5}" presName="sibTransNodeRect" presStyleLbl="alignNode1" presStyleIdx="1" presStyleCnt="3">
        <dgm:presLayoutVars>
          <dgm:chMax val="0"/>
          <dgm:bulletEnabled val="1"/>
        </dgm:presLayoutVars>
      </dgm:prSet>
      <dgm:spPr/>
    </dgm:pt>
    <dgm:pt modelId="{44D3388D-646A-F547-BCDC-71854D3AAB0C}" type="pres">
      <dgm:prSet presAssocID="{A4A0004E-196F-459D-82B4-5BEE6A2C31F3}" presName="nodeRect" presStyleLbl="alignNode1" presStyleIdx="1" presStyleCnt="3">
        <dgm:presLayoutVars>
          <dgm:bulletEnabled val="1"/>
        </dgm:presLayoutVars>
      </dgm:prSet>
      <dgm:spPr/>
    </dgm:pt>
    <dgm:pt modelId="{14396007-4A6F-8B4E-85D3-8D70BDC84CA9}" type="pres">
      <dgm:prSet presAssocID="{7F8EC0E9-2F4B-48BD-8B28-B15001D4DFC5}" presName="sibTrans" presStyleCnt="0"/>
      <dgm:spPr/>
    </dgm:pt>
    <dgm:pt modelId="{94ACB1A2-D6B8-1E43-9AB6-604D8529F5C4}" type="pres">
      <dgm:prSet presAssocID="{38DB4891-BCC2-409F-B21E-D5D1766FF1AF}" presName="compositeNode" presStyleCnt="0">
        <dgm:presLayoutVars>
          <dgm:bulletEnabled val="1"/>
        </dgm:presLayoutVars>
      </dgm:prSet>
      <dgm:spPr/>
    </dgm:pt>
    <dgm:pt modelId="{39CBF26B-DEF2-FD4F-9EB1-82D133241363}" type="pres">
      <dgm:prSet presAssocID="{38DB4891-BCC2-409F-B21E-D5D1766FF1AF}" presName="bgRect" presStyleLbl="alignNode1" presStyleIdx="2" presStyleCnt="3"/>
      <dgm:spPr/>
    </dgm:pt>
    <dgm:pt modelId="{A76E3E75-BE3C-A740-93C3-1C9DBB63E63A}" type="pres">
      <dgm:prSet presAssocID="{5641CE55-1E35-4E4C-B157-5AB883D72C60}" presName="sibTransNodeRect" presStyleLbl="alignNode1" presStyleIdx="2" presStyleCnt="3">
        <dgm:presLayoutVars>
          <dgm:chMax val="0"/>
          <dgm:bulletEnabled val="1"/>
        </dgm:presLayoutVars>
      </dgm:prSet>
      <dgm:spPr/>
    </dgm:pt>
    <dgm:pt modelId="{6A185CF6-B09E-A444-8320-A32469EEC0F6}" type="pres">
      <dgm:prSet presAssocID="{38DB4891-BCC2-409F-B21E-D5D1766FF1AF}" presName="nodeRect" presStyleLbl="alignNode1" presStyleIdx="2" presStyleCnt="3">
        <dgm:presLayoutVars>
          <dgm:bulletEnabled val="1"/>
        </dgm:presLayoutVars>
      </dgm:prSet>
      <dgm:spPr/>
    </dgm:pt>
  </dgm:ptLst>
  <dgm:cxnLst>
    <dgm:cxn modelId="{876B4E01-BD8D-334B-86BE-E7EA0B28F03B}" type="presOf" srcId="{38DB4891-BCC2-409F-B21E-D5D1766FF1AF}" destId="{39CBF26B-DEF2-FD4F-9EB1-82D133241363}" srcOrd="0" destOrd="0" presId="urn:microsoft.com/office/officeart/2016/7/layout/LinearBlockProcessNumbered"/>
    <dgm:cxn modelId="{CA492C04-E7DD-EC4B-9195-2307A62DFF5C}" type="presOf" srcId="{90EEBF8F-5E2A-418B-ADD2-1ECEC44D58A6}" destId="{D32E8DC9-9C05-7B40-AF3E-EC748AF9766D}" srcOrd="0" destOrd="0" presId="urn:microsoft.com/office/officeart/2016/7/layout/LinearBlockProcessNumbered"/>
    <dgm:cxn modelId="{B701F840-57DE-9A4A-A833-AFD01ABBE5AC}" type="presOf" srcId="{A4A0004E-196F-459D-82B4-5BEE6A2C31F3}" destId="{44D3388D-646A-F547-BCDC-71854D3AAB0C}" srcOrd="1" destOrd="0" presId="urn:microsoft.com/office/officeart/2016/7/layout/LinearBlockProcessNumbered"/>
    <dgm:cxn modelId="{ABB0B94D-D9D0-2A45-8549-F67C222FACD9}" type="presOf" srcId="{A4A0004E-196F-459D-82B4-5BEE6A2C31F3}" destId="{6E79870C-FCE1-1D42-9090-75E0E5C59B2E}" srcOrd="0" destOrd="0" presId="urn:microsoft.com/office/officeart/2016/7/layout/LinearBlockProcessNumbered"/>
    <dgm:cxn modelId="{EEA86B72-6132-5342-BD5A-C54456CE3E06}" type="presOf" srcId="{7F8EC0E9-2F4B-48BD-8B28-B15001D4DFC5}" destId="{7764924F-5B1E-0842-8747-8C91B9F64E09}" srcOrd="0" destOrd="0" presId="urn:microsoft.com/office/officeart/2016/7/layout/LinearBlockProcessNumbered"/>
    <dgm:cxn modelId="{1E81C673-40E4-466C-90DF-1E4EAF32C3C1}" srcId="{1CD1FEB4-34DF-4905-B010-413271E7E514}" destId="{90EEBF8F-5E2A-418B-ADD2-1ECEC44D58A6}" srcOrd="0" destOrd="0" parTransId="{0E94741B-CABB-48DF-A7FA-5F43A68EEB0B}" sibTransId="{3F1A45FD-DC8C-45FA-8FA3-B0C87E3B7770}"/>
    <dgm:cxn modelId="{E3385B83-AFA6-4AD6-B3EE-3A9A7FC9C23B}" srcId="{1CD1FEB4-34DF-4905-B010-413271E7E514}" destId="{A4A0004E-196F-459D-82B4-5BEE6A2C31F3}" srcOrd="1" destOrd="0" parTransId="{631EC5C6-5127-4606-BEF7-8A8088D949A3}" sibTransId="{7F8EC0E9-2F4B-48BD-8B28-B15001D4DFC5}"/>
    <dgm:cxn modelId="{60DA6586-FCD4-5440-874B-E050F586970A}" type="presOf" srcId="{3F1A45FD-DC8C-45FA-8FA3-B0C87E3B7770}" destId="{42589DB3-AC8D-3949-8BA6-692EA26ABB22}" srcOrd="0" destOrd="0" presId="urn:microsoft.com/office/officeart/2016/7/layout/LinearBlockProcessNumbered"/>
    <dgm:cxn modelId="{3C2B2C93-8DFC-6F42-803B-68BDA463CCEB}" type="presOf" srcId="{1CD1FEB4-34DF-4905-B010-413271E7E514}" destId="{ABAC46E2-005C-5E4B-A9E5-C7AA4FEC57E0}" srcOrd="0" destOrd="0" presId="urn:microsoft.com/office/officeart/2016/7/layout/LinearBlockProcessNumbered"/>
    <dgm:cxn modelId="{58C150C7-8E8D-F043-A0EA-1657800A88B8}" type="presOf" srcId="{5641CE55-1E35-4E4C-B157-5AB883D72C60}" destId="{A76E3E75-BE3C-A740-93C3-1C9DBB63E63A}" srcOrd="0" destOrd="0" presId="urn:microsoft.com/office/officeart/2016/7/layout/LinearBlockProcessNumbered"/>
    <dgm:cxn modelId="{79270DD7-0D1E-AF40-902A-44D6477FA179}" type="presOf" srcId="{38DB4891-BCC2-409F-B21E-D5D1766FF1AF}" destId="{6A185CF6-B09E-A444-8320-A32469EEC0F6}" srcOrd="1" destOrd="0" presId="urn:microsoft.com/office/officeart/2016/7/layout/LinearBlockProcessNumbered"/>
    <dgm:cxn modelId="{7D401FE3-5B18-4F6D-AEEF-FC2D32EF0FDB}" srcId="{1CD1FEB4-34DF-4905-B010-413271E7E514}" destId="{38DB4891-BCC2-409F-B21E-D5D1766FF1AF}" srcOrd="2" destOrd="0" parTransId="{C288D1A3-0924-412D-AC24-CBBFE645ACA8}" sibTransId="{5641CE55-1E35-4E4C-B157-5AB883D72C60}"/>
    <dgm:cxn modelId="{40597BE3-19D8-B845-8BBD-A42872CEDDFA}" type="presOf" srcId="{90EEBF8F-5E2A-418B-ADD2-1ECEC44D58A6}" destId="{90535CDD-58C8-AD40-8286-A8FED230E7B4}" srcOrd="1" destOrd="0" presId="urn:microsoft.com/office/officeart/2016/7/layout/LinearBlockProcessNumbered"/>
    <dgm:cxn modelId="{6763AD82-D8DE-494D-8BD3-E5535889FE83}" type="presParOf" srcId="{ABAC46E2-005C-5E4B-A9E5-C7AA4FEC57E0}" destId="{FE731BF9-C5DA-5C4E-AF6E-BB9C3929D821}" srcOrd="0" destOrd="0" presId="urn:microsoft.com/office/officeart/2016/7/layout/LinearBlockProcessNumbered"/>
    <dgm:cxn modelId="{255609F6-B17D-1743-B290-9917D7188C70}" type="presParOf" srcId="{FE731BF9-C5DA-5C4E-AF6E-BB9C3929D821}" destId="{D32E8DC9-9C05-7B40-AF3E-EC748AF9766D}" srcOrd="0" destOrd="0" presId="urn:microsoft.com/office/officeart/2016/7/layout/LinearBlockProcessNumbered"/>
    <dgm:cxn modelId="{6AB507E8-E3C4-194B-9526-34BB0E981A0B}" type="presParOf" srcId="{FE731BF9-C5DA-5C4E-AF6E-BB9C3929D821}" destId="{42589DB3-AC8D-3949-8BA6-692EA26ABB22}" srcOrd="1" destOrd="0" presId="urn:microsoft.com/office/officeart/2016/7/layout/LinearBlockProcessNumbered"/>
    <dgm:cxn modelId="{AF1CE3D4-566A-8C48-A3B3-97EA4A28F1F3}" type="presParOf" srcId="{FE731BF9-C5DA-5C4E-AF6E-BB9C3929D821}" destId="{90535CDD-58C8-AD40-8286-A8FED230E7B4}" srcOrd="2" destOrd="0" presId="urn:microsoft.com/office/officeart/2016/7/layout/LinearBlockProcessNumbered"/>
    <dgm:cxn modelId="{3075FC55-3C4C-524B-BBF5-53EA249D40E5}" type="presParOf" srcId="{ABAC46E2-005C-5E4B-A9E5-C7AA4FEC57E0}" destId="{2B06E29C-86D9-2048-84C7-2A1E9011849D}" srcOrd="1" destOrd="0" presId="urn:microsoft.com/office/officeart/2016/7/layout/LinearBlockProcessNumbered"/>
    <dgm:cxn modelId="{93B7FB93-3B1C-AD4B-8468-9D3940C94FEF}" type="presParOf" srcId="{ABAC46E2-005C-5E4B-A9E5-C7AA4FEC57E0}" destId="{9DB2EA6F-3A47-7247-B2CC-8E726587296B}" srcOrd="2" destOrd="0" presId="urn:microsoft.com/office/officeart/2016/7/layout/LinearBlockProcessNumbered"/>
    <dgm:cxn modelId="{DF9C8D44-8A6C-FB44-A29B-1800879EB8EF}" type="presParOf" srcId="{9DB2EA6F-3A47-7247-B2CC-8E726587296B}" destId="{6E79870C-FCE1-1D42-9090-75E0E5C59B2E}" srcOrd="0" destOrd="0" presId="urn:microsoft.com/office/officeart/2016/7/layout/LinearBlockProcessNumbered"/>
    <dgm:cxn modelId="{00162AF2-7C3D-1342-8586-000237B48B2E}" type="presParOf" srcId="{9DB2EA6F-3A47-7247-B2CC-8E726587296B}" destId="{7764924F-5B1E-0842-8747-8C91B9F64E09}" srcOrd="1" destOrd="0" presId="urn:microsoft.com/office/officeart/2016/7/layout/LinearBlockProcessNumbered"/>
    <dgm:cxn modelId="{6DD797C1-CFD9-0240-98DA-56DF8FAB94AE}" type="presParOf" srcId="{9DB2EA6F-3A47-7247-B2CC-8E726587296B}" destId="{44D3388D-646A-F547-BCDC-71854D3AAB0C}" srcOrd="2" destOrd="0" presId="urn:microsoft.com/office/officeart/2016/7/layout/LinearBlockProcessNumbered"/>
    <dgm:cxn modelId="{AF81F437-5E61-CC49-A5E0-0F788A4826CA}" type="presParOf" srcId="{ABAC46E2-005C-5E4B-A9E5-C7AA4FEC57E0}" destId="{14396007-4A6F-8B4E-85D3-8D70BDC84CA9}" srcOrd="3" destOrd="0" presId="urn:microsoft.com/office/officeart/2016/7/layout/LinearBlockProcessNumbered"/>
    <dgm:cxn modelId="{F202519A-9834-A54E-989D-87A2554A06C3}" type="presParOf" srcId="{ABAC46E2-005C-5E4B-A9E5-C7AA4FEC57E0}" destId="{94ACB1A2-D6B8-1E43-9AB6-604D8529F5C4}" srcOrd="4" destOrd="0" presId="urn:microsoft.com/office/officeart/2016/7/layout/LinearBlockProcessNumbered"/>
    <dgm:cxn modelId="{260D66D3-3DE7-FF4B-802D-7087FF55E30A}" type="presParOf" srcId="{94ACB1A2-D6B8-1E43-9AB6-604D8529F5C4}" destId="{39CBF26B-DEF2-FD4F-9EB1-82D133241363}" srcOrd="0" destOrd="0" presId="urn:microsoft.com/office/officeart/2016/7/layout/LinearBlockProcessNumbered"/>
    <dgm:cxn modelId="{226C4905-F56C-3D48-A92F-DF7BCD2982D8}" type="presParOf" srcId="{94ACB1A2-D6B8-1E43-9AB6-604D8529F5C4}" destId="{A76E3E75-BE3C-A740-93C3-1C9DBB63E63A}" srcOrd="1" destOrd="0" presId="urn:microsoft.com/office/officeart/2016/7/layout/LinearBlockProcessNumbered"/>
    <dgm:cxn modelId="{6703F3C3-BBF5-C444-8265-BB725B41117F}" type="presParOf" srcId="{94ACB1A2-D6B8-1E43-9AB6-604D8529F5C4}" destId="{6A185CF6-B09E-A444-8320-A32469EEC0F6}"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DF80328-3983-4805-BBF4-1EF1160A5BC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9B8E8AA8-5E4C-46BD-B3F2-AB521A163FA7}">
      <dgm:prSet/>
      <dgm:spPr/>
      <dgm:t>
        <a:bodyPr/>
        <a:lstStyle/>
        <a:p>
          <a:pPr>
            <a:lnSpc>
              <a:spcPct val="100000"/>
            </a:lnSpc>
          </a:pPr>
          <a:r>
            <a:rPr lang="en-US"/>
            <a:t>Talk to domain experts regularly (short sessions)</a:t>
          </a:r>
        </a:p>
      </dgm:t>
    </dgm:pt>
    <dgm:pt modelId="{A2C7BB07-03EF-47DF-9AEA-3DC70036AD33}" type="parTrans" cxnId="{ECF44756-9060-4A04-B811-E7A84D49F6D8}">
      <dgm:prSet/>
      <dgm:spPr/>
      <dgm:t>
        <a:bodyPr/>
        <a:lstStyle/>
        <a:p>
          <a:endParaRPr lang="en-US"/>
        </a:p>
      </dgm:t>
    </dgm:pt>
    <dgm:pt modelId="{48ADE166-40D0-4D51-9503-1507F5542857}" type="sibTrans" cxnId="{ECF44756-9060-4A04-B811-E7A84D49F6D8}">
      <dgm:prSet/>
      <dgm:spPr/>
      <dgm:t>
        <a:bodyPr/>
        <a:lstStyle/>
        <a:p>
          <a:endParaRPr lang="en-US"/>
        </a:p>
      </dgm:t>
    </dgm:pt>
    <dgm:pt modelId="{CF395572-8780-4312-88F6-EB4FED887CFA}">
      <dgm:prSet/>
      <dgm:spPr/>
      <dgm:t>
        <a:bodyPr/>
        <a:lstStyle/>
        <a:p>
          <a:pPr>
            <a:lnSpc>
              <a:spcPct val="100000"/>
            </a:lnSpc>
          </a:pPr>
          <a:r>
            <a:rPr lang="en-US"/>
            <a:t>Capture glossary: terms + examples + edge cases</a:t>
          </a:r>
        </a:p>
      </dgm:t>
    </dgm:pt>
    <dgm:pt modelId="{19A15BA4-A763-43D2-A507-28AA09C0964E}" type="parTrans" cxnId="{0AF97746-ABD8-47DA-8A1C-25DCD54FBA05}">
      <dgm:prSet/>
      <dgm:spPr/>
      <dgm:t>
        <a:bodyPr/>
        <a:lstStyle/>
        <a:p>
          <a:endParaRPr lang="en-US"/>
        </a:p>
      </dgm:t>
    </dgm:pt>
    <dgm:pt modelId="{D05DDCDF-7D21-424A-AE14-D8BAC90906B0}" type="sibTrans" cxnId="{0AF97746-ABD8-47DA-8A1C-25DCD54FBA05}">
      <dgm:prSet/>
      <dgm:spPr/>
      <dgm:t>
        <a:bodyPr/>
        <a:lstStyle/>
        <a:p>
          <a:endParaRPr lang="en-US"/>
        </a:p>
      </dgm:t>
    </dgm:pt>
    <dgm:pt modelId="{DF8707E6-93D7-4D80-8DFA-604B0AD65554}">
      <dgm:prSet/>
      <dgm:spPr/>
      <dgm:t>
        <a:bodyPr/>
        <a:lstStyle/>
        <a:p>
          <a:pPr>
            <a:lnSpc>
              <a:spcPct val="100000"/>
            </a:lnSpc>
          </a:pPr>
          <a:r>
            <a:rPr lang="en-US"/>
            <a:t>Rename code when language changes (refactor!)</a:t>
          </a:r>
        </a:p>
      </dgm:t>
    </dgm:pt>
    <dgm:pt modelId="{B6BE0D1F-1266-4070-A0E5-BAEC4D4242A7}" type="parTrans" cxnId="{277C72F1-06E4-43E5-BB30-772CA54499EA}">
      <dgm:prSet/>
      <dgm:spPr/>
      <dgm:t>
        <a:bodyPr/>
        <a:lstStyle/>
        <a:p>
          <a:endParaRPr lang="en-US"/>
        </a:p>
      </dgm:t>
    </dgm:pt>
    <dgm:pt modelId="{9AD99617-664E-4DCF-8FAC-8E8F642F66D3}" type="sibTrans" cxnId="{277C72F1-06E4-43E5-BB30-772CA54499EA}">
      <dgm:prSet/>
      <dgm:spPr/>
      <dgm:t>
        <a:bodyPr/>
        <a:lstStyle/>
        <a:p>
          <a:endParaRPr lang="en-US"/>
        </a:p>
      </dgm:t>
    </dgm:pt>
    <dgm:pt modelId="{59AF1D1F-7026-4C99-A234-79F6A5A28DC2}">
      <dgm:prSet/>
      <dgm:spPr/>
      <dgm:t>
        <a:bodyPr/>
        <a:lstStyle/>
        <a:p>
          <a:pPr>
            <a:lnSpc>
              <a:spcPct val="100000"/>
            </a:lnSpc>
          </a:pPr>
          <a:r>
            <a:rPr lang="en-US"/>
            <a:t>Put language into tests as scenarios</a:t>
          </a:r>
        </a:p>
      </dgm:t>
    </dgm:pt>
    <dgm:pt modelId="{29E77CED-CDED-432B-9C2A-D9AB4EB24B31}" type="parTrans" cxnId="{7C020052-9527-4A5A-BCDF-10D9F1294995}">
      <dgm:prSet/>
      <dgm:spPr/>
      <dgm:t>
        <a:bodyPr/>
        <a:lstStyle/>
        <a:p>
          <a:endParaRPr lang="en-US"/>
        </a:p>
      </dgm:t>
    </dgm:pt>
    <dgm:pt modelId="{B6841F7B-5A67-46D3-9A9A-08A0AEDF7D28}" type="sibTrans" cxnId="{7C020052-9527-4A5A-BCDF-10D9F1294995}">
      <dgm:prSet/>
      <dgm:spPr/>
      <dgm:t>
        <a:bodyPr/>
        <a:lstStyle/>
        <a:p>
          <a:endParaRPr lang="en-US"/>
        </a:p>
      </dgm:t>
    </dgm:pt>
    <dgm:pt modelId="{310607F7-F953-4BC3-9EBE-30EEF1563EFB}" type="pres">
      <dgm:prSet presAssocID="{CDF80328-3983-4805-BBF4-1EF1160A5BC3}" presName="root" presStyleCnt="0">
        <dgm:presLayoutVars>
          <dgm:dir/>
          <dgm:resizeHandles val="exact"/>
        </dgm:presLayoutVars>
      </dgm:prSet>
      <dgm:spPr/>
    </dgm:pt>
    <dgm:pt modelId="{1A1D6F2E-FCFF-4584-B97E-7DC12721E75F}" type="pres">
      <dgm:prSet presAssocID="{9B8E8AA8-5E4C-46BD-B3F2-AB521A163FA7}" presName="compNode" presStyleCnt="0"/>
      <dgm:spPr/>
    </dgm:pt>
    <dgm:pt modelId="{DD577A19-3F37-427E-B410-9A9D052600CE}" type="pres">
      <dgm:prSet presAssocID="{9B8E8AA8-5E4C-46BD-B3F2-AB521A163FA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at Bubble"/>
        </a:ext>
      </dgm:extLst>
    </dgm:pt>
    <dgm:pt modelId="{3C78CFA2-488B-43E6-BE2A-F4B9D0BC8E75}" type="pres">
      <dgm:prSet presAssocID="{9B8E8AA8-5E4C-46BD-B3F2-AB521A163FA7}" presName="spaceRect" presStyleCnt="0"/>
      <dgm:spPr/>
    </dgm:pt>
    <dgm:pt modelId="{55C144A2-993B-4242-86D4-8484823721C8}" type="pres">
      <dgm:prSet presAssocID="{9B8E8AA8-5E4C-46BD-B3F2-AB521A163FA7}" presName="textRect" presStyleLbl="revTx" presStyleIdx="0" presStyleCnt="4">
        <dgm:presLayoutVars>
          <dgm:chMax val="1"/>
          <dgm:chPref val="1"/>
        </dgm:presLayoutVars>
      </dgm:prSet>
      <dgm:spPr/>
    </dgm:pt>
    <dgm:pt modelId="{F9111114-F744-4ECF-979C-A594966ABA34}" type="pres">
      <dgm:prSet presAssocID="{48ADE166-40D0-4D51-9503-1507F5542857}" presName="sibTrans" presStyleCnt="0"/>
      <dgm:spPr/>
    </dgm:pt>
    <dgm:pt modelId="{D03C60C1-C16D-4C31-A8B6-425691C42ABD}" type="pres">
      <dgm:prSet presAssocID="{CF395572-8780-4312-88F6-EB4FED887CFA}" presName="compNode" presStyleCnt="0"/>
      <dgm:spPr/>
    </dgm:pt>
    <dgm:pt modelId="{6CC1FD08-D54D-42AA-8E5E-428FE78ACF0A}" type="pres">
      <dgm:prSet presAssocID="{CF395572-8780-4312-88F6-EB4FED887CF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cument"/>
        </a:ext>
      </dgm:extLst>
    </dgm:pt>
    <dgm:pt modelId="{766749FF-0FC1-44A0-B90C-D12FA380CE15}" type="pres">
      <dgm:prSet presAssocID="{CF395572-8780-4312-88F6-EB4FED887CFA}" presName="spaceRect" presStyleCnt="0"/>
      <dgm:spPr/>
    </dgm:pt>
    <dgm:pt modelId="{CDD5BEF2-36AF-4F29-9266-C215B2362C5D}" type="pres">
      <dgm:prSet presAssocID="{CF395572-8780-4312-88F6-EB4FED887CFA}" presName="textRect" presStyleLbl="revTx" presStyleIdx="1" presStyleCnt="4">
        <dgm:presLayoutVars>
          <dgm:chMax val="1"/>
          <dgm:chPref val="1"/>
        </dgm:presLayoutVars>
      </dgm:prSet>
      <dgm:spPr/>
    </dgm:pt>
    <dgm:pt modelId="{74E4EA1E-024D-45D9-9053-96B10F635CB8}" type="pres">
      <dgm:prSet presAssocID="{D05DDCDF-7D21-424A-AE14-D8BAC90906B0}" presName="sibTrans" presStyleCnt="0"/>
      <dgm:spPr/>
    </dgm:pt>
    <dgm:pt modelId="{EEB9F23D-59B8-4B89-929A-D2AC1548E046}" type="pres">
      <dgm:prSet presAssocID="{DF8707E6-93D7-4D80-8DFA-604B0AD65554}" presName="compNode" presStyleCnt="0"/>
      <dgm:spPr/>
    </dgm:pt>
    <dgm:pt modelId="{CF093554-51DB-4448-9CA3-695E90B00294}" type="pres">
      <dgm:prSet presAssocID="{DF8707E6-93D7-4D80-8DFA-604B0AD6555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3F5EF684-7E30-4E84-A9DF-A99C978A1283}" type="pres">
      <dgm:prSet presAssocID="{DF8707E6-93D7-4D80-8DFA-604B0AD65554}" presName="spaceRect" presStyleCnt="0"/>
      <dgm:spPr/>
    </dgm:pt>
    <dgm:pt modelId="{5F91CC3B-F373-404C-9B08-18541CBD2384}" type="pres">
      <dgm:prSet presAssocID="{DF8707E6-93D7-4D80-8DFA-604B0AD65554}" presName="textRect" presStyleLbl="revTx" presStyleIdx="2" presStyleCnt="4">
        <dgm:presLayoutVars>
          <dgm:chMax val="1"/>
          <dgm:chPref val="1"/>
        </dgm:presLayoutVars>
      </dgm:prSet>
      <dgm:spPr/>
    </dgm:pt>
    <dgm:pt modelId="{8FBC8F70-FF51-4F7B-9B45-801CEA019C7C}" type="pres">
      <dgm:prSet presAssocID="{9AD99617-664E-4DCF-8FAC-8E8F642F66D3}" presName="sibTrans" presStyleCnt="0"/>
      <dgm:spPr/>
    </dgm:pt>
    <dgm:pt modelId="{D129184E-75A4-48CE-BCCB-E87F86C5D768}" type="pres">
      <dgm:prSet presAssocID="{59AF1D1F-7026-4C99-A234-79F6A5A28DC2}" presName="compNode" presStyleCnt="0"/>
      <dgm:spPr/>
    </dgm:pt>
    <dgm:pt modelId="{49365837-CFDC-4E6D-B17B-FC9E19C34A44}" type="pres">
      <dgm:prSet presAssocID="{59AF1D1F-7026-4C99-A234-79F6A5A28DC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encil"/>
        </a:ext>
      </dgm:extLst>
    </dgm:pt>
    <dgm:pt modelId="{3FE7D721-DF50-4E11-BBE0-B789768937F1}" type="pres">
      <dgm:prSet presAssocID="{59AF1D1F-7026-4C99-A234-79F6A5A28DC2}" presName="spaceRect" presStyleCnt="0"/>
      <dgm:spPr/>
    </dgm:pt>
    <dgm:pt modelId="{04F5A3D9-DD0E-45A8-8075-66A8B2F7377E}" type="pres">
      <dgm:prSet presAssocID="{59AF1D1F-7026-4C99-A234-79F6A5A28DC2}" presName="textRect" presStyleLbl="revTx" presStyleIdx="3" presStyleCnt="4">
        <dgm:presLayoutVars>
          <dgm:chMax val="1"/>
          <dgm:chPref val="1"/>
        </dgm:presLayoutVars>
      </dgm:prSet>
      <dgm:spPr/>
    </dgm:pt>
  </dgm:ptLst>
  <dgm:cxnLst>
    <dgm:cxn modelId="{6C780E27-41CE-4107-9439-DE06A6DDB35C}" type="presOf" srcId="{DF8707E6-93D7-4D80-8DFA-604B0AD65554}" destId="{5F91CC3B-F373-404C-9B08-18541CBD2384}" srcOrd="0" destOrd="0" presId="urn:microsoft.com/office/officeart/2018/2/layout/IconLabelList"/>
    <dgm:cxn modelId="{0AF97746-ABD8-47DA-8A1C-25DCD54FBA05}" srcId="{CDF80328-3983-4805-BBF4-1EF1160A5BC3}" destId="{CF395572-8780-4312-88F6-EB4FED887CFA}" srcOrd="1" destOrd="0" parTransId="{19A15BA4-A763-43D2-A507-28AA09C0964E}" sibTransId="{D05DDCDF-7D21-424A-AE14-D8BAC90906B0}"/>
    <dgm:cxn modelId="{7C020052-9527-4A5A-BCDF-10D9F1294995}" srcId="{CDF80328-3983-4805-BBF4-1EF1160A5BC3}" destId="{59AF1D1F-7026-4C99-A234-79F6A5A28DC2}" srcOrd="3" destOrd="0" parTransId="{29E77CED-CDED-432B-9C2A-D9AB4EB24B31}" sibTransId="{B6841F7B-5A67-46D3-9A9A-08A0AEDF7D28}"/>
    <dgm:cxn modelId="{ECF44756-9060-4A04-B811-E7A84D49F6D8}" srcId="{CDF80328-3983-4805-BBF4-1EF1160A5BC3}" destId="{9B8E8AA8-5E4C-46BD-B3F2-AB521A163FA7}" srcOrd="0" destOrd="0" parTransId="{A2C7BB07-03EF-47DF-9AEA-3DC70036AD33}" sibTransId="{48ADE166-40D0-4D51-9503-1507F5542857}"/>
    <dgm:cxn modelId="{7DBE7D62-2362-4F20-87CF-AF502F7B7872}" type="presOf" srcId="{59AF1D1F-7026-4C99-A234-79F6A5A28DC2}" destId="{04F5A3D9-DD0E-45A8-8075-66A8B2F7377E}" srcOrd="0" destOrd="0" presId="urn:microsoft.com/office/officeart/2018/2/layout/IconLabelList"/>
    <dgm:cxn modelId="{690F8EBD-F513-4716-9261-F3851D3B85C7}" type="presOf" srcId="{CDF80328-3983-4805-BBF4-1EF1160A5BC3}" destId="{310607F7-F953-4BC3-9EBE-30EEF1563EFB}" srcOrd="0" destOrd="0" presId="urn:microsoft.com/office/officeart/2018/2/layout/IconLabelList"/>
    <dgm:cxn modelId="{E1CACFC1-25FB-4765-802F-438AB5185FA1}" type="presOf" srcId="{CF395572-8780-4312-88F6-EB4FED887CFA}" destId="{CDD5BEF2-36AF-4F29-9266-C215B2362C5D}" srcOrd="0" destOrd="0" presId="urn:microsoft.com/office/officeart/2018/2/layout/IconLabelList"/>
    <dgm:cxn modelId="{F6AC6FC7-8AF6-4021-83DD-DFFFEF20E542}" type="presOf" srcId="{9B8E8AA8-5E4C-46BD-B3F2-AB521A163FA7}" destId="{55C144A2-993B-4242-86D4-8484823721C8}" srcOrd="0" destOrd="0" presId="urn:microsoft.com/office/officeart/2018/2/layout/IconLabelList"/>
    <dgm:cxn modelId="{277C72F1-06E4-43E5-BB30-772CA54499EA}" srcId="{CDF80328-3983-4805-BBF4-1EF1160A5BC3}" destId="{DF8707E6-93D7-4D80-8DFA-604B0AD65554}" srcOrd="2" destOrd="0" parTransId="{B6BE0D1F-1266-4070-A0E5-BAEC4D4242A7}" sibTransId="{9AD99617-664E-4DCF-8FAC-8E8F642F66D3}"/>
    <dgm:cxn modelId="{B251274E-A9EA-4C2B-9F60-6CEBBE36ED98}" type="presParOf" srcId="{310607F7-F953-4BC3-9EBE-30EEF1563EFB}" destId="{1A1D6F2E-FCFF-4584-B97E-7DC12721E75F}" srcOrd="0" destOrd="0" presId="urn:microsoft.com/office/officeart/2018/2/layout/IconLabelList"/>
    <dgm:cxn modelId="{04143B0B-AF31-4E53-ADBD-D3A9225ABD05}" type="presParOf" srcId="{1A1D6F2E-FCFF-4584-B97E-7DC12721E75F}" destId="{DD577A19-3F37-427E-B410-9A9D052600CE}" srcOrd="0" destOrd="0" presId="urn:microsoft.com/office/officeart/2018/2/layout/IconLabelList"/>
    <dgm:cxn modelId="{03116D5A-DE1F-41E4-97E2-94955C31203D}" type="presParOf" srcId="{1A1D6F2E-FCFF-4584-B97E-7DC12721E75F}" destId="{3C78CFA2-488B-43E6-BE2A-F4B9D0BC8E75}" srcOrd="1" destOrd="0" presId="urn:microsoft.com/office/officeart/2018/2/layout/IconLabelList"/>
    <dgm:cxn modelId="{2BB02E76-79B1-40D9-AB7D-3B17BC844D4B}" type="presParOf" srcId="{1A1D6F2E-FCFF-4584-B97E-7DC12721E75F}" destId="{55C144A2-993B-4242-86D4-8484823721C8}" srcOrd="2" destOrd="0" presId="urn:microsoft.com/office/officeart/2018/2/layout/IconLabelList"/>
    <dgm:cxn modelId="{EB99B83A-5E23-48EA-BCFC-F337EFD4F97B}" type="presParOf" srcId="{310607F7-F953-4BC3-9EBE-30EEF1563EFB}" destId="{F9111114-F744-4ECF-979C-A594966ABA34}" srcOrd="1" destOrd="0" presId="urn:microsoft.com/office/officeart/2018/2/layout/IconLabelList"/>
    <dgm:cxn modelId="{67A5DA57-F7E1-4DD7-A2D6-63E0F92D4A4D}" type="presParOf" srcId="{310607F7-F953-4BC3-9EBE-30EEF1563EFB}" destId="{D03C60C1-C16D-4C31-A8B6-425691C42ABD}" srcOrd="2" destOrd="0" presId="urn:microsoft.com/office/officeart/2018/2/layout/IconLabelList"/>
    <dgm:cxn modelId="{6F325B86-7127-4155-887C-F126B8285D59}" type="presParOf" srcId="{D03C60C1-C16D-4C31-A8B6-425691C42ABD}" destId="{6CC1FD08-D54D-42AA-8E5E-428FE78ACF0A}" srcOrd="0" destOrd="0" presId="urn:microsoft.com/office/officeart/2018/2/layout/IconLabelList"/>
    <dgm:cxn modelId="{818BB138-F071-4BE0-98DF-1392C8697550}" type="presParOf" srcId="{D03C60C1-C16D-4C31-A8B6-425691C42ABD}" destId="{766749FF-0FC1-44A0-B90C-D12FA380CE15}" srcOrd="1" destOrd="0" presId="urn:microsoft.com/office/officeart/2018/2/layout/IconLabelList"/>
    <dgm:cxn modelId="{C4732093-EAE0-45F4-89C0-D6A9A39A44CF}" type="presParOf" srcId="{D03C60C1-C16D-4C31-A8B6-425691C42ABD}" destId="{CDD5BEF2-36AF-4F29-9266-C215B2362C5D}" srcOrd="2" destOrd="0" presId="urn:microsoft.com/office/officeart/2018/2/layout/IconLabelList"/>
    <dgm:cxn modelId="{CBBC83EA-50C1-4A0B-9C77-73C3776646D7}" type="presParOf" srcId="{310607F7-F953-4BC3-9EBE-30EEF1563EFB}" destId="{74E4EA1E-024D-45D9-9053-96B10F635CB8}" srcOrd="3" destOrd="0" presId="urn:microsoft.com/office/officeart/2018/2/layout/IconLabelList"/>
    <dgm:cxn modelId="{3B5BD317-3019-4A4D-8FC1-2ABEEFFFCCB8}" type="presParOf" srcId="{310607F7-F953-4BC3-9EBE-30EEF1563EFB}" destId="{EEB9F23D-59B8-4B89-929A-D2AC1548E046}" srcOrd="4" destOrd="0" presId="urn:microsoft.com/office/officeart/2018/2/layout/IconLabelList"/>
    <dgm:cxn modelId="{BA9CA172-1326-4C9D-B257-ADDA141A7B39}" type="presParOf" srcId="{EEB9F23D-59B8-4B89-929A-D2AC1548E046}" destId="{CF093554-51DB-4448-9CA3-695E90B00294}" srcOrd="0" destOrd="0" presId="urn:microsoft.com/office/officeart/2018/2/layout/IconLabelList"/>
    <dgm:cxn modelId="{584497F4-02AB-41BB-A044-7BD558839581}" type="presParOf" srcId="{EEB9F23D-59B8-4B89-929A-D2AC1548E046}" destId="{3F5EF684-7E30-4E84-A9DF-A99C978A1283}" srcOrd="1" destOrd="0" presId="urn:microsoft.com/office/officeart/2018/2/layout/IconLabelList"/>
    <dgm:cxn modelId="{5FAC08A0-A731-4C13-AE85-4A0CDE7384F6}" type="presParOf" srcId="{EEB9F23D-59B8-4B89-929A-D2AC1548E046}" destId="{5F91CC3B-F373-404C-9B08-18541CBD2384}" srcOrd="2" destOrd="0" presId="urn:microsoft.com/office/officeart/2018/2/layout/IconLabelList"/>
    <dgm:cxn modelId="{0747A91E-1BA1-4F8D-9493-CAF307F46A9D}" type="presParOf" srcId="{310607F7-F953-4BC3-9EBE-30EEF1563EFB}" destId="{8FBC8F70-FF51-4F7B-9B45-801CEA019C7C}" srcOrd="5" destOrd="0" presId="urn:microsoft.com/office/officeart/2018/2/layout/IconLabelList"/>
    <dgm:cxn modelId="{CC73D89A-C0E3-4438-B962-6EB45584EAD8}" type="presParOf" srcId="{310607F7-F953-4BC3-9EBE-30EEF1563EFB}" destId="{D129184E-75A4-48CE-BCCB-E87F86C5D768}" srcOrd="6" destOrd="0" presId="urn:microsoft.com/office/officeart/2018/2/layout/IconLabelList"/>
    <dgm:cxn modelId="{9793AB0C-2C2C-4462-B67A-3880930D1618}" type="presParOf" srcId="{D129184E-75A4-48CE-BCCB-E87F86C5D768}" destId="{49365837-CFDC-4E6D-B17B-FC9E19C34A44}" srcOrd="0" destOrd="0" presId="urn:microsoft.com/office/officeart/2018/2/layout/IconLabelList"/>
    <dgm:cxn modelId="{A3EF66A4-4B54-4635-9388-1CFCE04E8EBD}" type="presParOf" srcId="{D129184E-75A4-48CE-BCCB-E87F86C5D768}" destId="{3FE7D721-DF50-4E11-BBE0-B789768937F1}" srcOrd="1" destOrd="0" presId="urn:microsoft.com/office/officeart/2018/2/layout/IconLabelList"/>
    <dgm:cxn modelId="{2D73561A-2C37-4A2D-AE9E-F07C88CFE814}" type="presParOf" srcId="{D129184E-75A4-48CE-BCCB-E87F86C5D768}" destId="{04F5A3D9-DD0E-45A8-8075-66A8B2F7377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BFBBD30-F093-466F-9BCB-CD608617A7A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CCD265F-AD3F-4FDE-AF87-CCDC8AC500A7}">
      <dgm:prSet/>
      <dgm:spPr/>
      <dgm:t>
        <a:bodyPr/>
        <a:lstStyle/>
        <a:p>
          <a:r>
            <a:rPr lang="en-US"/>
            <a:t>Big domains contain smaller problem areas</a:t>
          </a:r>
        </a:p>
      </dgm:t>
    </dgm:pt>
    <dgm:pt modelId="{FD0B9B2D-7D13-4F80-9AB4-074EF61517FB}" type="parTrans" cxnId="{39AE1F75-3220-4BF8-B9A3-B0A7DCA72423}">
      <dgm:prSet/>
      <dgm:spPr/>
      <dgm:t>
        <a:bodyPr/>
        <a:lstStyle/>
        <a:p>
          <a:endParaRPr lang="en-US"/>
        </a:p>
      </dgm:t>
    </dgm:pt>
    <dgm:pt modelId="{4936AB83-79CD-4A0E-85BE-85BD16A2B9C8}" type="sibTrans" cxnId="{39AE1F75-3220-4BF8-B9A3-B0A7DCA72423}">
      <dgm:prSet/>
      <dgm:spPr/>
      <dgm:t>
        <a:bodyPr/>
        <a:lstStyle/>
        <a:p>
          <a:endParaRPr lang="en-US"/>
        </a:p>
      </dgm:t>
    </dgm:pt>
    <dgm:pt modelId="{7B790D00-1228-4D47-B79E-4754F6983995}">
      <dgm:prSet/>
      <dgm:spPr/>
      <dgm:t>
        <a:bodyPr/>
        <a:lstStyle/>
        <a:p>
          <a:r>
            <a:rPr lang="en-US"/>
            <a:t>Example (bank): Payments, Loans, Onboarding, Risk, Reporting</a:t>
          </a:r>
        </a:p>
      </dgm:t>
    </dgm:pt>
    <dgm:pt modelId="{A509BECC-BF0A-46DB-828F-69849425C3E9}" type="parTrans" cxnId="{DFC102FE-BAB0-49BE-9E2B-AAD058A33602}">
      <dgm:prSet/>
      <dgm:spPr/>
      <dgm:t>
        <a:bodyPr/>
        <a:lstStyle/>
        <a:p>
          <a:endParaRPr lang="en-US"/>
        </a:p>
      </dgm:t>
    </dgm:pt>
    <dgm:pt modelId="{C4375E2D-3DDC-4AA7-8997-907759A9D699}" type="sibTrans" cxnId="{DFC102FE-BAB0-49BE-9E2B-AAD058A33602}">
      <dgm:prSet/>
      <dgm:spPr/>
      <dgm:t>
        <a:bodyPr/>
        <a:lstStyle/>
        <a:p>
          <a:endParaRPr lang="en-US"/>
        </a:p>
      </dgm:t>
    </dgm:pt>
    <dgm:pt modelId="{5EA6C09B-3AEA-47BD-A6B5-B5FF42549ACD}">
      <dgm:prSet/>
      <dgm:spPr/>
      <dgm:t>
        <a:bodyPr/>
        <a:lstStyle/>
        <a:p>
          <a:r>
            <a:rPr lang="en-US"/>
            <a:t>Subdomain types</a:t>
          </a:r>
        </a:p>
      </dgm:t>
    </dgm:pt>
    <dgm:pt modelId="{C5E7E93A-B7FF-44C3-9D07-E3E5CE32D901}" type="parTrans" cxnId="{565BFBAA-6CCF-48EB-89A0-A3BD79C1A923}">
      <dgm:prSet/>
      <dgm:spPr/>
      <dgm:t>
        <a:bodyPr/>
        <a:lstStyle/>
        <a:p>
          <a:endParaRPr lang="en-US"/>
        </a:p>
      </dgm:t>
    </dgm:pt>
    <dgm:pt modelId="{799F7540-74BA-4E3D-8051-538215C89CBD}" type="sibTrans" cxnId="{565BFBAA-6CCF-48EB-89A0-A3BD79C1A923}">
      <dgm:prSet/>
      <dgm:spPr/>
      <dgm:t>
        <a:bodyPr/>
        <a:lstStyle/>
        <a:p>
          <a:endParaRPr lang="en-US"/>
        </a:p>
      </dgm:t>
    </dgm:pt>
    <dgm:pt modelId="{5ED2A57C-3507-4BFD-9258-CCF673739305}">
      <dgm:prSet/>
      <dgm:spPr/>
      <dgm:t>
        <a:bodyPr/>
        <a:lstStyle/>
        <a:p>
          <a:r>
            <a:rPr lang="en-US"/>
            <a:t>Core</a:t>
          </a:r>
        </a:p>
      </dgm:t>
    </dgm:pt>
    <dgm:pt modelId="{E06D604A-E783-4766-B07B-EA44A00AE7F4}" type="parTrans" cxnId="{5524E14B-B1E2-46C5-A8CA-58B997A3CE67}">
      <dgm:prSet/>
      <dgm:spPr/>
      <dgm:t>
        <a:bodyPr/>
        <a:lstStyle/>
        <a:p>
          <a:endParaRPr lang="en-US"/>
        </a:p>
      </dgm:t>
    </dgm:pt>
    <dgm:pt modelId="{EA7460B7-2727-4292-9D4A-F9A3DC29BB1F}" type="sibTrans" cxnId="{5524E14B-B1E2-46C5-A8CA-58B997A3CE67}">
      <dgm:prSet/>
      <dgm:spPr/>
      <dgm:t>
        <a:bodyPr/>
        <a:lstStyle/>
        <a:p>
          <a:endParaRPr lang="en-US"/>
        </a:p>
      </dgm:t>
    </dgm:pt>
    <dgm:pt modelId="{62AC767D-6763-4C25-8FDC-7052319349D5}">
      <dgm:prSet/>
      <dgm:spPr/>
      <dgm:t>
        <a:bodyPr/>
        <a:lstStyle/>
        <a:p>
          <a:r>
            <a:rPr lang="en-US"/>
            <a:t>Supporting</a:t>
          </a:r>
        </a:p>
      </dgm:t>
    </dgm:pt>
    <dgm:pt modelId="{A1C9B2F7-C6D6-4151-B6EE-E12FD1995931}" type="parTrans" cxnId="{04DE1F69-E08E-422C-AFCC-FE4DA975317A}">
      <dgm:prSet/>
      <dgm:spPr/>
      <dgm:t>
        <a:bodyPr/>
        <a:lstStyle/>
        <a:p>
          <a:endParaRPr lang="en-US"/>
        </a:p>
      </dgm:t>
    </dgm:pt>
    <dgm:pt modelId="{69858735-C9E6-4E7F-AE96-C499A3CCD204}" type="sibTrans" cxnId="{04DE1F69-E08E-422C-AFCC-FE4DA975317A}">
      <dgm:prSet/>
      <dgm:spPr/>
      <dgm:t>
        <a:bodyPr/>
        <a:lstStyle/>
        <a:p>
          <a:endParaRPr lang="en-US"/>
        </a:p>
      </dgm:t>
    </dgm:pt>
    <dgm:pt modelId="{6EC1E2B0-8113-413C-AB29-A3CEF918E503}">
      <dgm:prSet/>
      <dgm:spPr/>
      <dgm:t>
        <a:bodyPr/>
        <a:lstStyle/>
        <a:p>
          <a:r>
            <a:rPr lang="en-US"/>
            <a:t>Generic</a:t>
          </a:r>
        </a:p>
      </dgm:t>
    </dgm:pt>
    <dgm:pt modelId="{1315A3B9-2DAF-4A90-9DC3-8839D3C70DD6}" type="parTrans" cxnId="{55E656EE-A5F2-4CEA-A293-7187CDEC778B}">
      <dgm:prSet/>
      <dgm:spPr/>
      <dgm:t>
        <a:bodyPr/>
        <a:lstStyle/>
        <a:p>
          <a:endParaRPr lang="en-US"/>
        </a:p>
      </dgm:t>
    </dgm:pt>
    <dgm:pt modelId="{BFDD20CD-24E7-4324-B65A-86C6F0301D74}" type="sibTrans" cxnId="{55E656EE-A5F2-4CEA-A293-7187CDEC778B}">
      <dgm:prSet/>
      <dgm:spPr/>
      <dgm:t>
        <a:bodyPr/>
        <a:lstStyle/>
        <a:p>
          <a:endParaRPr lang="en-US"/>
        </a:p>
      </dgm:t>
    </dgm:pt>
    <dgm:pt modelId="{2C542E4F-FE41-4862-AC9B-F8257DFFC32D}" type="pres">
      <dgm:prSet presAssocID="{6BFBBD30-F093-466F-9BCB-CD608617A7A3}" presName="root" presStyleCnt="0">
        <dgm:presLayoutVars>
          <dgm:dir/>
          <dgm:resizeHandles val="exact"/>
        </dgm:presLayoutVars>
      </dgm:prSet>
      <dgm:spPr/>
    </dgm:pt>
    <dgm:pt modelId="{5AE0C312-CF2C-42C8-8ED0-4452FC49B350}" type="pres">
      <dgm:prSet presAssocID="{ECCD265F-AD3F-4FDE-AF87-CCDC8AC500A7}" presName="compNode" presStyleCnt="0"/>
      <dgm:spPr/>
    </dgm:pt>
    <dgm:pt modelId="{9D1160E4-FB40-4A63-B6DA-24540E86B580}" type="pres">
      <dgm:prSet presAssocID="{ECCD265F-AD3F-4FDE-AF87-CCDC8AC500A7}" presName="bgRect" presStyleLbl="bgShp" presStyleIdx="0" presStyleCnt="3"/>
      <dgm:spPr/>
    </dgm:pt>
    <dgm:pt modelId="{4A5C094F-DA33-47A8-AC8C-07F29236702A}" type="pres">
      <dgm:prSet presAssocID="{ECCD265F-AD3F-4FDE-AF87-CCDC8AC500A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ightBrain"/>
        </a:ext>
      </dgm:extLst>
    </dgm:pt>
    <dgm:pt modelId="{D5836ACD-FD55-4100-A146-32FF45A50353}" type="pres">
      <dgm:prSet presAssocID="{ECCD265F-AD3F-4FDE-AF87-CCDC8AC500A7}" presName="spaceRect" presStyleCnt="0"/>
      <dgm:spPr/>
    </dgm:pt>
    <dgm:pt modelId="{81E0F47D-875A-4C09-991F-5679389A78C3}" type="pres">
      <dgm:prSet presAssocID="{ECCD265F-AD3F-4FDE-AF87-CCDC8AC500A7}" presName="parTx" presStyleLbl="revTx" presStyleIdx="0" presStyleCnt="4">
        <dgm:presLayoutVars>
          <dgm:chMax val="0"/>
          <dgm:chPref val="0"/>
        </dgm:presLayoutVars>
      </dgm:prSet>
      <dgm:spPr/>
    </dgm:pt>
    <dgm:pt modelId="{ED4FE254-1CB3-4DE0-86D1-A4273D2036F0}" type="pres">
      <dgm:prSet presAssocID="{4936AB83-79CD-4A0E-85BE-85BD16A2B9C8}" presName="sibTrans" presStyleCnt="0"/>
      <dgm:spPr/>
    </dgm:pt>
    <dgm:pt modelId="{35A386F4-36F3-4A0F-AC4F-F3A74EFE7F3A}" type="pres">
      <dgm:prSet presAssocID="{7B790D00-1228-4D47-B79E-4754F6983995}" presName="compNode" presStyleCnt="0"/>
      <dgm:spPr/>
    </dgm:pt>
    <dgm:pt modelId="{FB3BA41C-57D5-426A-8085-F512447603EE}" type="pres">
      <dgm:prSet presAssocID="{7B790D00-1228-4D47-B79E-4754F6983995}" presName="bgRect" presStyleLbl="bgShp" presStyleIdx="1" presStyleCnt="3"/>
      <dgm:spPr/>
    </dgm:pt>
    <dgm:pt modelId="{F03C9964-88B5-48C3-832D-2AADAE5391E7}" type="pres">
      <dgm:prSet presAssocID="{7B790D00-1228-4D47-B79E-4754F698399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714635CD-7EFF-4A8B-BDE2-E58A8791D63B}" type="pres">
      <dgm:prSet presAssocID="{7B790D00-1228-4D47-B79E-4754F6983995}" presName="spaceRect" presStyleCnt="0"/>
      <dgm:spPr/>
    </dgm:pt>
    <dgm:pt modelId="{C6D8126C-6CB7-4306-A6DB-9306F25161A2}" type="pres">
      <dgm:prSet presAssocID="{7B790D00-1228-4D47-B79E-4754F6983995}" presName="parTx" presStyleLbl="revTx" presStyleIdx="1" presStyleCnt="4">
        <dgm:presLayoutVars>
          <dgm:chMax val="0"/>
          <dgm:chPref val="0"/>
        </dgm:presLayoutVars>
      </dgm:prSet>
      <dgm:spPr/>
    </dgm:pt>
    <dgm:pt modelId="{6ABAEFBB-3BE6-46C9-B0F9-BA6BB63E106A}" type="pres">
      <dgm:prSet presAssocID="{C4375E2D-3DDC-4AA7-8997-907759A9D699}" presName="sibTrans" presStyleCnt="0"/>
      <dgm:spPr/>
    </dgm:pt>
    <dgm:pt modelId="{DD154E85-D1BE-4249-9C52-5675FECAFA00}" type="pres">
      <dgm:prSet presAssocID="{5EA6C09B-3AEA-47BD-A6B5-B5FF42549ACD}" presName="compNode" presStyleCnt="0"/>
      <dgm:spPr/>
    </dgm:pt>
    <dgm:pt modelId="{EB676046-6E72-4300-B1F0-8D24E964257A}" type="pres">
      <dgm:prSet presAssocID="{5EA6C09B-3AEA-47BD-A6B5-B5FF42549ACD}" presName="bgRect" presStyleLbl="bgShp" presStyleIdx="2" presStyleCnt="3"/>
      <dgm:spPr/>
    </dgm:pt>
    <dgm:pt modelId="{896EEE84-C206-40FF-AE73-15D472968CFC}" type="pres">
      <dgm:prSet presAssocID="{5EA6C09B-3AEA-47BD-A6B5-B5FF42549AC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12219F57-1189-47A7-9ABD-945FC58C271F}" type="pres">
      <dgm:prSet presAssocID="{5EA6C09B-3AEA-47BD-A6B5-B5FF42549ACD}" presName="spaceRect" presStyleCnt="0"/>
      <dgm:spPr/>
    </dgm:pt>
    <dgm:pt modelId="{1F3B9A06-CC49-432C-B9B4-703516B61268}" type="pres">
      <dgm:prSet presAssocID="{5EA6C09B-3AEA-47BD-A6B5-B5FF42549ACD}" presName="parTx" presStyleLbl="revTx" presStyleIdx="2" presStyleCnt="4">
        <dgm:presLayoutVars>
          <dgm:chMax val="0"/>
          <dgm:chPref val="0"/>
        </dgm:presLayoutVars>
      </dgm:prSet>
      <dgm:spPr/>
    </dgm:pt>
    <dgm:pt modelId="{8D477D07-4803-413F-8135-A290F793BB0A}" type="pres">
      <dgm:prSet presAssocID="{5EA6C09B-3AEA-47BD-A6B5-B5FF42549ACD}" presName="desTx" presStyleLbl="revTx" presStyleIdx="3" presStyleCnt="4">
        <dgm:presLayoutVars/>
      </dgm:prSet>
      <dgm:spPr/>
    </dgm:pt>
  </dgm:ptLst>
  <dgm:cxnLst>
    <dgm:cxn modelId="{15885615-C5FF-4FC8-856E-B2BA28322200}" type="presOf" srcId="{ECCD265F-AD3F-4FDE-AF87-CCDC8AC500A7}" destId="{81E0F47D-875A-4C09-991F-5679389A78C3}" srcOrd="0" destOrd="0" presId="urn:microsoft.com/office/officeart/2018/2/layout/IconVerticalSolidList"/>
    <dgm:cxn modelId="{5524E14B-B1E2-46C5-A8CA-58B997A3CE67}" srcId="{5EA6C09B-3AEA-47BD-A6B5-B5FF42549ACD}" destId="{5ED2A57C-3507-4BFD-9258-CCF673739305}" srcOrd="0" destOrd="0" parTransId="{E06D604A-E783-4766-B07B-EA44A00AE7F4}" sibTransId="{EA7460B7-2727-4292-9D4A-F9A3DC29BB1F}"/>
    <dgm:cxn modelId="{534D1D55-0E9D-4AD8-BB7C-1BABE2478BFB}" type="presOf" srcId="{6BFBBD30-F093-466F-9BCB-CD608617A7A3}" destId="{2C542E4F-FE41-4862-AC9B-F8257DFFC32D}" srcOrd="0" destOrd="0" presId="urn:microsoft.com/office/officeart/2018/2/layout/IconVerticalSolidList"/>
    <dgm:cxn modelId="{5694345B-4D6C-4B9A-BDFD-20AEA82BECA3}" type="presOf" srcId="{7B790D00-1228-4D47-B79E-4754F6983995}" destId="{C6D8126C-6CB7-4306-A6DB-9306F25161A2}" srcOrd="0" destOrd="0" presId="urn:microsoft.com/office/officeart/2018/2/layout/IconVerticalSolidList"/>
    <dgm:cxn modelId="{3118AB61-91B9-424A-8E27-C4E1EB40876F}" type="presOf" srcId="{62AC767D-6763-4C25-8FDC-7052319349D5}" destId="{8D477D07-4803-413F-8135-A290F793BB0A}" srcOrd="0" destOrd="1" presId="urn:microsoft.com/office/officeart/2018/2/layout/IconVerticalSolidList"/>
    <dgm:cxn modelId="{04DE1F69-E08E-422C-AFCC-FE4DA975317A}" srcId="{5EA6C09B-3AEA-47BD-A6B5-B5FF42549ACD}" destId="{62AC767D-6763-4C25-8FDC-7052319349D5}" srcOrd="1" destOrd="0" parTransId="{A1C9B2F7-C6D6-4151-B6EE-E12FD1995931}" sibTransId="{69858735-C9E6-4E7F-AE96-C499A3CCD204}"/>
    <dgm:cxn modelId="{39AE1F75-3220-4BF8-B9A3-B0A7DCA72423}" srcId="{6BFBBD30-F093-466F-9BCB-CD608617A7A3}" destId="{ECCD265F-AD3F-4FDE-AF87-CCDC8AC500A7}" srcOrd="0" destOrd="0" parTransId="{FD0B9B2D-7D13-4F80-9AB4-074EF61517FB}" sibTransId="{4936AB83-79CD-4A0E-85BE-85BD16A2B9C8}"/>
    <dgm:cxn modelId="{565BFBAA-6CCF-48EB-89A0-A3BD79C1A923}" srcId="{6BFBBD30-F093-466F-9BCB-CD608617A7A3}" destId="{5EA6C09B-3AEA-47BD-A6B5-B5FF42549ACD}" srcOrd="2" destOrd="0" parTransId="{C5E7E93A-B7FF-44C3-9D07-E3E5CE32D901}" sibTransId="{799F7540-74BA-4E3D-8051-538215C89CBD}"/>
    <dgm:cxn modelId="{C8636CBA-B332-4C1B-98E7-BDCD554B3F16}" type="presOf" srcId="{5EA6C09B-3AEA-47BD-A6B5-B5FF42549ACD}" destId="{1F3B9A06-CC49-432C-B9B4-703516B61268}" srcOrd="0" destOrd="0" presId="urn:microsoft.com/office/officeart/2018/2/layout/IconVerticalSolidList"/>
    <dgm:cxn modelId="{9CAF23D2-8262-43DB-A1FF-8EA795CAEDDF}" type="presOf" srcId="{5ED2A57C-3507-4BFD-9258-CCF673739305}" destId="{8D477D07-4803-413F-8135-A290F793BB0A}" srcOrd="0" destOrd="0" presId="urn:microsoft.com/office/officeart/2018/2/layout/IconVerticalSolidList"/>
    <dgm:cxn modelId="{70A3BFD4-7069-48FC-AFEB-32F3787C9C1E}" type="presOf" srcId="{6EC1E2B0-8113-413C-AB29-A3CEF918E503}" destId="{8D477D07-4803-413F-8135-A290F793BB0A}" srcOrd="0" destOrd="2" presId="urn:microsoft.com/office/officeart/2018/2/layout/IconVerticalSolidList"/>
    <dgm:cxn modelId="{55E656EE-A5F2-4CEA-A293-7187CDEC778B}" srcId="{5EA6C09B-3AEA-47BD-A6B5-B5FF42549ACD}" destId="{6EC1E2B0-8113-413C-AB29-A3CEF918E503}" srcOrd="2" destOrd="0" parTransId="{1315A3B9-2DAF-4A90-9DC3-8839D3C70DD6}" sibTransId="{BFDD20CD-24E7-4324-B65A-86C6F0301D74}"/>
    <dgm:cxn modelId="{DFC102FE-BAB0-49BE-9E2B-AAD058A33602}" srcId="{6BFBBD30-F093-466F-9BCB-CD608617A7A3}" destId="{7B790D00-1228-4D47-B79E-4754F6983995}" srcOrd="1" destOrd="0" parTransId="{A509BECC-BF0A-46DB-828F-69849425C3E9}" sibTransId="{C4375E2D-3DDC-4AA7-8997-907759A9D699}"/>
    <dgm:cxn modelId="{2E0FDC62-5A35-41EF-8A9B-6881D41C0131}" type="presParOf" srcId="{2C542E4F-FE41-4862-AC9B-F8257DFFC32D}" destId="{5AE0C312-CF2C-42C8-8ED0-4452FC49B350}" srcOrd="0" destOrd="0" presId="urn:microsoft.com/office/officeart/2018/2/layout/IconVerticalSolidList"/>
    <dgm:cxn modelId="{FD23526C-A9F6-415F-8623-A81D76B43389}" type="presParOf" srcId="{5AE0C312-CF2C-42C8-8ED0-4452FC49B350}" destId="{9D1160E4-FB40-4A63-B6DA-24540E86B580}" srcOrd="0" destOrd="0" presId="urn:microsoft.com/office/officeart/2018/2/layout/IconVerticalSolidList"/>
    <dgm:cxn modelId="{66C4D782-D63E-455E-BF17-DA656448AE69}" type="presParOf" srcId="{5AE0C312-CF2C-42C8-8ED0-4452FC49B350}" destId="{4A5C094F-DA33-47A8-AC8C-07F29236702A}" srcOrd="1" destOrd="0" presId="urn:microsoft.com/office/officeart/2018/2/layout/IconVerticalSolidList"/>
    <dgm:cxn modelId="{F7D59F80-3242-44DE-B271-2C6EBB630D2D}" type="presParOf" srcId="{5AE0C312-CF2C-42C8-8ED0-4452FC49B350}" destId="{D5836ACD-FD55-4100-A146-32FF45A50353}" srcOrd="2" destOrd="0" presId="urn:microsoft.com/office/officeart/2018/2/layout/IconVerticalSolidList"/>
    <dgm:cxn modelId="{5E298448-BA38-496D-A0D1-4CBEAB72D238}" type="presParOf" srcId="{5AE0C312-CF2C-42C8-8ED0-4452FC49B350}" destId="{81E0F47D-875A-4C09-991F-5679389A78C3}" srcOrd="3" destOrd="0" presId="urn:microsoft.com/office/officeart/2018/2/layout/IconVerticalSolidList"/>
    <dgm:cxn modelId="{F79E9272-7851-4DB0-A3AE-B0FFE8AD9595}" type="presParOf" srcId="{2C542E4F-FE41-4862-AC9B-F8257DFFC32D}" destId="{ED4FE254-1CB3-4DE0-86D1-A4273D2036F0}" srcOrd="1" destOrd="0" presId="urn:microsoft.com/office/officeart/2018/2/layout/IconVerticalSolidList"/>
    <dgm:cxn modelId="{55FBD984-B860-4FB1-9279-0763080DF6E0}" type="presParOf" srcId="{2C542E4F-FE41-4862-AC9B-F8257DFFC32D}" destId="{35A386F4-36F3-4A0F-AC4F-F3A74EFE7F3A}" srcOrd="2" destOrd="0" presId="urn:microsoft.com/office/officeart/2018/2/layout/IconVerticalSolidList"/>
    <dgm:cxn modelId="{FB98ABC5-DB24-4FF2-BCA6-B0A397491805}" type="presParOf" srcId="{35A386F4-36F3-4A0F-AC4F-F3A74EFE7F3A}" destId="{FB3BA41C-57D5-426A-8085-F512447603EE}" srcOrd="0" destOrd="0" presId="urn:microsoft.com/office/officeart/2018/2/layout/IconVerticalSolidList"/>
    <dgm:cxn modelId="{0823F83D-9E43-466C-8B8F-52059F4850CB}" type="presParOf" srcId="{35A386F4-36F3-4A0F-AC4F-F3A74EFE7F3A}" destId="{F03C9964-88B5-48C3-832D-2AADAE5391E7}" srcOrd="1" destOrd="0" presId="urn:microsoft.com/office/officeart/2018/2/layout/IconVerticalSolidList"/>
    <dgm:cxn modelId="{0BEC1D68-689D-4CDB-AE41-5A0F0DDBFEE0}" type="presParOf" srcId="{35A386F4-36F3-4A0F-AC4F-F3A74EFE7F3A}" destId="{714635CD-7EFF-4A8B-BDE2-E58A8791D63B}" srcOrd="2" destOrd="0" presId="urn:microsoft.com/office/officeart/2018/2/layout/IconVerticalSolidList"/>
    <dgm:cxn modelId="{4F2A9AF8-D9F6-4BCE-B353-12A3719A0743}" type="presParOf" srcId="{35A386F4-36F3-4A0F-AC4F-F3A74EFE7F3A}" destId="{C6D8126C-6CB7-4306-A6DB-9306F25161A2}" srcOrd="3" destOrd="0" presId="urn:microsoft.com/office/officeart/2018/2/layout/IconVerticalSolidList"/>
    <dgm:cxn modelId="{9E686982-E575-4E22-8A70-C7609EE171DB}" type="presParOf" srcId="{2C542E4F-FE41-4862-AC9B-F8257DFFC32D}" destId="{6ABAEFBB-3BE6-46C9-B0F9-BA6BB63E106A}" srcOrd="3" destOrd="0" presId="urn:microsoft.com/office/officeart/2018/2/layout/IconVerticalSolidList"/>
    <dgm:cxn modelId="{2F6CD644-A523-4573-82A8-95655C3FF354}" type="presParOf" srcId="{2C542E4F-FE41-4862-AC9B-F8257DFFC32D}" destId="{DD154E85-D1BE-4249-9C52-5675FECAFA00}" srcOrd="4" destOrd="0" presId="urn:microsoft.com/office/officeart/2018/2/layout/IconVerticalSolidList"/>
    <dgm:cxn modelId="{F7612330-342E-4C40-82BD-D7410C4C4A53}" type="presParOf" srcId="{DD154E85-D1BE-4249-9C52-5675FECAFA00}" destId="{EB676046-6E72-4300-B1F0-8D24E964257A}" srcOrd="0" destOrd="0" presId="urn:microsoft.com/office/officeart/2018/2/layout/IconVerticalSolidList"/>
    <dgm:cxn modelId="{44A284C0-A435-48E9-880D-6E834703907B}" type="presParOf" srcId="{DD154E85-D1BE-4249-9C52-5675FECAFA00}" destId="{896EEE84-C206-40FF-AE73-15D472968CFC}" srcOrd="1" destOrd="0" presId="urn:microsoft.com/office/officeart/2018/2/layout/IconVerticalSolidList"/>
    <dgm:cxn modelId="{4D7077F3-9995-4BDB-999D-4AC34F95EF79}" type="presParOf" srcId="{DD154E85-D1BE-4249-9C52-5675FECAFA00}" destId="{12219F57-1189-47A7-9ABD-945FC58C271F}" srcOrd="2" destOrd="0" presId="urn:microsoft.com/office/officeart/2018/2/layout/IconVerticalSolidList"/>
    <dgm:cxn modelId="{EDF68911-C15C-49BC-8493-FD1BA62ABFC6}" type="presParOf" srcId="{DD154E85-D1BE-4249-9C52-5675FECAFA00}" destId="{1F3B9A06-CC49-432C-B9B4-703516B61268}" srcOrd="3" destOrd="0" presId="urn:microsoft.com/office/officeart/2018/2/layout/IconVerticalSolidList"/>
    <dgm:cxn modelId="{09C1BB1D-4D1E-479B-8D66-4E90342336CE}" type="presParOf" srcId="{DD154E85-D1BE-4249-9C52-5675FECAFA00}" destId="{8D477D07-4803-413F-8135-A290F793BB0A}"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F45AD80-FA65-4820-BFC2-8915A494206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5DAFC7FB-20AA-44DF-9686-3C391B4367AD}">
      <dgm:prSet/>
      <dgm:spPr/>
      <dgm:t>
        <a:bodyPr/>
        <a:lstStyle/>
        <a:p>
          <a:r>
            <a:rPr lang="en-US"/>
            <a:t>A boundary where a model and language are consistent</a:t>
          </a:r>
        </a:p>
      </dgm:t>
    </dgm:pt>
    <dgm:pt modelId="{281577ED-613A-44CB-A3FF-1619E1AEF0FF}" type="parTrans" cxnId="{CC7B666C-8CE1-444A-A943-3AF6B3E38D77}">
      <dgm:prSet/>
      <dgm:spPr/>
      <dgm:t>
        <a:bodyPr/>
        <a:lstStyle/>
        <a:p>
          <a:endParaRPr lang="en-US"/>
        </a:p>
      </dgm:t>
    </dgm:pt>
    <dgm:pt modelId="{66F368A2-BFA6-4FE5-B3C1-09AA4200F5FC}" type="sibTrans" cxnId="{CC7B666C-8CE1-444A-A943-3AF6B3E38D77}">
      <dgm:prSet/>
      <dgm:spPr/>
      <dgm:t>
        <a:bodyPr/>
        <a:lstStyle/>
        <a:p>
          <a:endParaRPr lang="en-US"/>
        </a:p>
      </dgm:t>
    </dgm:pt>
    <dgm:pt modelId="{9B58A627-FC75-4325-AF78-925A504A131E}">
      <dgm:prSet/>
      <dgm:spPr/>
      <dgm:t>
        <a:bodyPr/>
        <a:lstStyle/>
        <a:p>
          <a:r>
            <a:rPr lang="en-US"/>
            <a:t>Same word may mean different things in different contexts</a:t>
          </a:r>
        </a:p>
      </dgm:t>
    </dgm:pt>
    <dgm:pt modelId="{DB0E7127-2357-466A-AE2A-DA1F2C41B0BC}" type="parTrans" cxnId="{E4DB944A-15B0-4CFF-B34B-F5BF75B1A132}">
      <dgm:prSet/>
      <dgm:spPr/>
      <dgm:t>
        <a:bodyPr/>
        <a:lstStyle/>
        <a:p>
          <a:endParaRPr lang="en-US"/>
        </a:p>
      </dgm:t>
    </dgm:pt>
    <dgm:pt modelId="{C1B8A679-4AED-4CF8-9742-6176BBC7F6F9}" type="sibTrans" cxnId="{E4DB944A-15B0-4CFF-B34B-F5BF75B1A132}">
      <dgm:prSet/>
      <dgm:spPr/>
      <dgm:t>
        <a:bodyPr/>
        <a:lstStyle/>
        <a:p>
          <a:endParaRPr lang="en-US"/>
        </a:p>
      </dgm:t>
    </dgm:pt>
    <dgm:pt modelId="{6AC5A582-A8CD-4E4D-84BA-2D09DCDE447B}">
      <dgm:prSet/>
      <dgm:spPr/>
      <dgm:t>
        <a:bodyPr/>
        <a:lstStyle/>
        <a:p>
          <a:r>
            <a:rPr lang="en-US"/>
            <a:t>You can have multiple valid models (by context)</a:t>
          </a:r>
        </a:p>
      </dgm:t>
    </dgm:pt>
    <dgm:pt modelId="{6E5F31F1-701F-4041-887D-4E078EDFCF12}" type="parTrans" cxnId="{3E7C8CC2-0CED-4940-95AD-93CA80EC0EB2}">
      <dgm:prSet/>
      <dgm:spPr/>
      <dgm:t>
        <a:bodyPr/>
        <a:lstStyle/>
        <a:p>
          <a:endParaRPr lang="en-US"/>
        </a:p>
      </dgm:t>
    </dgm:pt>
    <dgm:pt modelId="{7B2E3BC4-499E-4942-B3DE-8245C5C5924B}" type="sibTrans" cxnId="{3E7C8CC2-0CED-4940-95AD-93CA80EC0EB2}">
      <dgm:prSet/>
      <dgm:spPr/>
      <dgm:t>
        <a:bodyPr/>
        <a:lstStyle/>
        <a:p>
          <a:endParaRPr lang="en-US"/>
        </a:p>
      </dgm:t>
    </dgm:pt>
    <dgm:pt modelId="{76689AB2-0AA2-EE49-9B84-7D3F66520B8A}" type="pres">
      <dgm:prSet presAssocID="{CF45AD80-FA65-4820-BFC2-8915A4942069}" presName="linear" presStyleCnt="0">
        <dgm:presLayoutVars>
          <dgm:animLvl val="lvl"/>
          <dgm:resizeHandles val="exact"/>
        </dgm:presLayoutVars>
      </dgm:prSet>
      <dgm:spPr/>
    </dgm:pt>
    <dgm:pt modelId="{A82DF36B-AED3-3D48-8353-EFFB73B8B8C9}" type="pres">
      <dgm:prSet presAssocID="{5DAFC7FB-20AA-44DF-9686-3C391B4367AD}" presName="parentText" presStyleLbl="node1" presStyleIdx="0" presStyleCnt="3">
        <dgm:presLayoutVars>
          <dgm:chMax val="0"/>
          <dgm:bulletEnabled val="1"/>
        </dgm:presLayoutVars>
      </dgm:prSet>
      <dgm:spPr/>
    </dgm:pt>
    <dgm:pt modelId="{3D3A71B5-A52B-7646-B590-ED1F8B7C39A1}" type="pres">
      <dgm:prSet presAssocID="{66F368A2-BFA6-4FE5-B3C1-09AA4200F5FC}" presName="spacer" presStyleCnt="0"/>
      <dgm:spPr/>
    </dgm:pt>
    <dgm:pt modelId="{842F3CD0-32F6-BC4E-916B-E9A4C42AD730}" type="pres">
      <dgm:prSet presAssocID="{9B58A627-FC75-4325-AF78-925A504A131E}" presName="parentText" presStyleLbl="node1" presStyleIdx="1" presStyleCnt="3">
        <dgm:presLayoutVars>
          <dgm:chMax val="0"/>
          <dgm:bulletEnabled val="1"/>
        </dgm:presLayoutVars>
      </dgm:prSet>
      <dgm:spPr/>
    </dgm:pt>
    <dgm:pt modelId="{EB3A4568-BD28-D64D-ADC3-399B1B6C0CE6}" type="pres">
      <dgm:prSet presAssocID="{C1B8A679-4AED-4CF8-9742-6176BBC7F6F9}" presName="spacer" presStyleCnt="0"/>
      <dgm:spPr/>
    </dgm:pt>
    <dgm:pt modelId="{0087FEFE-98F8-2547-8B64-9C0F0B7E3F46}" type="pres">
      <dgm:prSet presAssocID="{6AC5A582-A8CD-4E4D-84BA-2D09DCDE447B}" presName="parentText" presStyleLbl="node1" presStyleIdx="2" presStyleCnt="3">
        <dgm:presLayoutVars>
          <dgm:chMax val="0"/>
          <dgm:bulletEnabled val="1"/>
        </dgm:presLayoutVars>
      </dgm:prSet>
      <dgm:spPr/>
    </dgm:pt>
  </dgm:ptLst>
  <dgm:cxnLst>
    <dgm:cxn modelId="{34A10342-6CD5-A643-9555-1E67438B9F85}" type="presOf" srcId="{5DAFC7FB-20AA-44DF-9686-3C391B4367AD}" destId="{A82DF36B-AED3-3D48-8353-EFFB73B8B8C9}" srcOrd="0" destOrd="0" presId="urn:microsoft.com/office/officeart/2005/8/layout/vList2"/>
    <dgm:cxn modelId="{E4DB944A-15B0-4CFF-B34B-F5BF75B1A132}" srcId="{CF45AD80-FA65-4820-BFC2-8915A4942069}" destId="{9B58A627-FC75-4325-AF78-925A504A131E}" srcOrd="1" destOrd="0" parTransId="{DB0E7127-2357-466A-AE2A-DA1F2C41B0BC}" sibTransId="{C1B8A679-4AED-4CF8-9742-6176BBC7F6F9}"/>
    <dgm:cxn modelId="{CC7B666C-8CE1-444A-A943-3AF6B3E38D77}" srcId="{CF45AD80-FA65-4820-BFC2-8915A4942069}" destId="{5DAFC7FB-20AA-44DF-9686-3C391B4367AD}" srcOrd="0" destOrd="0" parTransId="{281577ED-613A-44CB-A3FF-1619E1AEF0FF}" sibTransId="{66F368A2-BFA6-4FE5-B3C1-09AA4200F5FC}"/>
    <dgm:cxn modelId="{1DBAA79B-B977-3A43-AA46-D351CBFB4C71}" type="presOf" srcId="{9B58A627-FC75-4325-AF78-925A504A131E}" destId="{842F3CD0-32F6-BC4E-916B-E9A4C42AD730}" srcOrd="0" destOrd="0" presId="urn:microsoft.com/office/officeart/2005/8/layout/vList2"/>
    <dgm:cxn modelId="{7F4E1A9E-E657-3E49-8480-5AF57A629CEC}" type="presOf" srcId="{CF45AD80-FA65-4820-BFC2-8915A4942069}" destId="{76689AB2-0AA2-EE49-9B84-7D3F66520B8A}" srcOrd="0" destOrd="0" presId="urn:microsoft.com/office/officeart/2005/8/layout/vList2"/>
    <dgm:cxn modelId="{9920C6A8-66F5-5646-92E9-F114280B5913}" type="presOf" srcId="{6AC5A582-A8CD-4E4D-84BA-2D09DCDE447B}" destId="{0087FEFE-98F8-2547-8B64-9C0F0B7E3F46}" srcOrd="0" destOrd="0" presId="urn:microsoft.com/office/officeart/2005/8/layout/vList2"/>
    <dgm:cxn modelId="{3E7C8CC2-0CED-4940-95AD-93CA80EC0EB2}" srcId="{CF45AD80-FA65-4820-BFC2-8915A4942069}" destId="{6AC5A582-A8CD-4E4D-84BA-2D09DCDE447B}" srcOrd="2" destOrd="0" parTransId="{6E5F31F1-701F-4041-887D-4E078EDFCF12}" sibTransId="{7B2E3BC4-499E-4942-B3DE-8245C5C5924B}"/>
    <dgm:cxn modelId="{4FACBE3E-67D0-3C4F-A9D0-196C39DB1B5B}" type="presParOf" srcId="{76689AB2-0AA2-EE49-9B84-7D3F66520B8A}" destId="{A82DF36B-AED3-3D48-8353-EFFB73B8B8C9}" srcOrd="0" destOrd="0" presId="urn:microsoft.com/office/officeart/2005/8/layout/vList2"/>
    <dgm:cxn modelId="{5900570A-1150-7C45-AB3A-C0AD3FB79F6C}" type="presParOf" srcId="{76689AB2-0AA2-EE49-9B84-7D3F66520B8A}" destId="{3D3A71B5-A52B-7646-B590-ED1F8B7C39A1}" srcOrd="1" destOrd="0" presId="urn:microsoft.com/office/officeart/2005/8/layout/vList2"/>
    <dgm:cxn modelId="{5D396603-4140-9A4D-9342-B93EDF789856}" type="presParOf" srcId="{76689AB2-0AA2-EE49-9B84-7D3F66520B8A}" destId="{842F3CD0-32F6-BC4E-916B-E9A4C42AD730}" srcOrd="2" destOrd="0" presId="urn:microsoft.com/office/officeart/2005/8/layout/vList2"/>
    <dgm:cxn modelId="{B1263C9A-57D5-6A4B-B6C3-EC9128821897}" type="presParOf" srcId="{76689AB2-0AA2-EE49-9B84-7D3F66520B8A}" destId="{EB3A4568-BD28-D64D-ADC3-399B1B6C0CE6}" srcOrd="3" destOrd="0" presId="urn:microsoft.com/office/officeart/2005/8/layout/vList2"/>
    <dgm:cxn modelId="{D8F2C0FB-23B3-F342-A4A6-71D9D622C626}" type="presParOf" srcId="{76689AB2-0AA2-EE49-9B84-7D3F66520B8A}" destId="{0087FEFE-98F8-2547-8B64-9C0F0B7E3F46}"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B4D6ED4-141D-489D-BBC8-D0D2ED4DC09A}" type="doc">
      <dgm:prSet loTypeId="urn:microsoft.com/office/officeart/2018/2/layout/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0391A273-BFD7-4F35-A530-2C09B81B8145}">
      <dgm:prSet/>
      <dgm:spPr/>
      <dgm:t>
        <a:bodyPr/>
        <a:lstStyle/>
        <a:p>
          <a:pPr>
            <a:defRPr b="1"/>
          </a:pPr>
          <a:r>
            <a:rPr lang="en-US"/>
            <a:t>Customer/Supplier</a:t>
          </a:r>
        </a:p>
      </dgm:t>
    </dgm:pt>
    <dgm:pt modelId="{2C34A294-9175-4E3C-BEBC-3120726011EE}" type="parTrans" cxnId="{CC94107C-6C28-4710-BBE5-1848B32027BB}">
      <dgm:prSet/>
      <dgm:spPr/>
      <dgm:t>
        <a:bodyPr/>
        <a:lstStyle/>
        <a:p>
          <a:endParaRPr lang="en-US"/>
        </a:p>
      </dgm:t>
    </dgm:pt>
    <dgm:pt modelId="{F1D0A4DB-2B15-448D-AF50-E46AA82C7A19}" type="sibTrans" cxnId="{CC94107C-6C28-4710-BBE5-1848B32027BB}">
      <dgm:prSet/>
      <dgm:spPr/>
      <dgm:t>
        <a:bodyPr/>
        <a:lstStyle/>
        <a:p>
          <a:endParaRPr lang="en-US"/>
        </a:p>
      </dgm:t>
    </dgm:pt>
    <dgm:pt modelId="{ABD9E86F-A18C-4B25-80D9-3ECB06F40A78}">
      <dgm:prSet/>
      <dgm:spPr/>
      <dgm:t>
        <a:bodyPr/>
        <a:lstStyle/>
        <a:p>
          <a:r>
            <a:rPr lang="en-US"/>
            <a:t>Upstream provides; downstream depends on contract</a:t>
          </a:r>
        </a:p>
      </dgm:t>
    </dgm:pt>
    <dgm:pt modelId="{29993005-518E-43A3-893D-D6CDA3D662A0}" type="parTrans" cxnId="{7C52C5D0-FCCC-4F78-B424-212E2BB5AAD3}">
      <dgm:prSet/>
      <dgm:spPr/>
      <dgm:t>
        <a:bodyPr/>
        <a:lstStyle/>
        <a:p>
          <a:endParaRPr lang="en-US"/>
        </a:p>
      </dgm:t>
    </dgm:pt>
    <dgm:pt modelId="{3C917962-90C6-4C3E-AA16-E959D96FC3FF}" type="sibTrans" cxnId="{7C52C5D0-FCCC-4F78-B424-212E2BB5AAD3}">
      <dgm:prSet/>
      <dgm:spPr/>
      <dgm:t>
        <a:bodyPr/>
        <a:lstStyle/>
        <a:p>
          <a:endParaRPr lang="en-US"/>
        </a:p>
      </dgm:t>
    </dgm:pt>
    <dgm:pt modelId="{34030257-0FA3-43E9-8C1B-A4820E0F2FBF}">
      <dgm:prSet/>
      <dgm:spPr/>
      <dgm:t>
        <a:bodyPr/>
        <a:lstStyle/>
        <a:p>
          <a:pPr>
            <a:defRPr b="1"/>
          </a:pPr>
          <a:r>
            <a:rPr lang="en-US"/>
            <a:t>Conformist</a:t>
          </a:r>
        </a:p>
      </dgm:t>
    </dgm:pt>
    <dgm:pt modelId="{51BFAF83-4E90-43BA-AB8A-9A26085FA84B}" type="parTrans" cxnId="{1ACFD95C-4FA7-425C-A612-D9A753B57B68}">
      <dgm:prSet/>
      <dgm:spPr/>
      <dgm:t>
        <a:bodyPr/>
        <a:lstStyle/>
        <a:p>
          <a:endParaRPr lang="en-US"/>
        </a:p>
      </dgm:t>
    </dgm:pt>
    <dgm:pt modelId="{861D53FC-E61E-4DB9-AC68-DA2F2323E9BB}" type="sibTrans" cxnId="{1ACFD95C-4FA7-425C-A612-D9A753B57B68}">
      <dgm:prSet/>
      <dgm:spPr/>
      <dgm:t>
        <a:bodyPr/>
        <a:lstStyle/>
        <a:p>
          <a:endParaRPr lang="en-US"/>
        </a:p>
      </dgm:t>
    </dgm:pt>
    <dgm:pt modelId="{D14CD870-093C-4856-B8CC-17F033D1A4DC}">
      <dgm:prSet/>
      <dgm:spPr/>
      <dgm:t>
        <a:bodyPr/>
        <a:lstStyle/>
        <a:p>
          <a:r>
            <a:rPr lang="en-US"/>
            <a:t>Downstream adopts upstream model as-is (fast but risky)</a:t>
          </a:r>
        </a:p>
      </dgm:t>
    </dgm:pt>
    <dgm:pt modelId="{741A902D-EE39-4603-AFDF-F24768134E84}" type="parTrans" cxnId="{F074E67C-25FE-428A-A1FB-96E85CD4B9BA}">
      <dgm:prSet/>
      <dgm:spPr/>
      <dgm:t>
        <a:bodyPr/>
        <a:lstStyle/>
        <a:p>
          <a:endParaRPr lang="en-US"/>
        </a:p>
      </dgm:t>
    </dgm:pt>
    <dgm:pt modelId="{22AD5974-47D5-4E5B-BC06-79E3B01E6775}" type="sibTrans" cxnId="{F074E67C-25FE-428A-A1FB-96E85CD4B9BA}">
      <dgm:prSet/>
      <dgm:spPr/>
      <dgm:t>
        <a:bodyPr/>
        <a:lstStyle/>
        <a:p>
          <a:endParaRPr lang="en-US"/>
        </a:p>
      </dgm:t>
    </dgm:pt>
    <dgm:pt modelId="{9BB26D37-4010-4993-9129-A6A003F48BF2}" type="pres">
      <dgm:prSet presAssocID="{1B4D6ED4-141D-489D-BBC8-D0D2ED4DC09A}" presName="root" presStyleCnt="0">
        <dgm:presLayoutVars>
          <dgm:dir/>
          <dgm:resizeHandles val="exact"/>
        </dgm:presLayoutVars>
      </dgm:prSet>
      <dgm:spPr/>
    </dgm:pt>
    <dgm:pt modelId="{11FE3AD8-348E-47A8-B667-B9343C22DA53}" type="pres">
      <dgm:prSet presAssocID="{0391A273-BFD7-4F35-A530-2C09B81B8145}" presName="compNode" presStyleCnt="0"/>
      <dgm:spPr/>
    </dgm:pt>
    <dgm:pt modelId="{051BD194-B968-44C1-83EB-6A497FCB0D4F}" type="pres">
      <dgm:prSet presAssocID="{0391A273-BFD7-4F35-A530-2C09B81B814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actory"/>
        </a:ext>
      </dgm:extLst>
    </dgm:pt>
    <dgm:pt modelId="{3DD8FB67-1167-4150-AF80-60BFBB4BD49A}" type="pres">
      <dgm:prSet presAssocID="{0391A273-BFD7-4F35-A530-2C09B81B8145}" presName="iconSpace" presStyleCnt="0"/>
      <dgm:spPr/>
    </dgm:pt>
    <dgm:pt modelId="{2D9F9015-0E98-4D1C-BB1E-C3BA03ABCFE5}" type="pres">
      <dgm:prSet presAssocID="{0391A273-BFD7-4F35-A530-2C09B81B8145}" presName="parTx" presStyleLbl="revTx" presStyleIdx="0" presStyleCnt="4">
        <dgm:presLayoutVars>
          <dgm:chMax val="0"/>
          <dgm:chPref val="0"/>
        </dgm:presLayoutVars>
      </dgm:prSet>
      <dgm:spPr/>
    </dgm:pt>
    <dgm:pt modelId="{53BAA6ED-B463-4D89-BB6E-956BE50908EB}" type="pres">
      <dgm:prSet presAssocID="{0391A273-BFD7-4F35-A530-2C09B81B8145}" presName="txSpace" presStyleCnt="0"/>
      <dgm:spPr/>
    </dgm:pt>
    <dgm:pt modelId="{08366420-A5A8-4094-B5F8-BD05529D4638}" type="pres">
      <dgm:prSet presAssocID="{0391A273-BFD7-4F35-A530-2C09B81B8145}" presName="desTx" presStyleLbl="revTx" presStyleIdx="1" presStyleCnt="4">
        <dgm:presLayoutVars/>
      </dgm:prSet>
      <dgm:spPr/>
    </dgm:pt>
    <dgm:pt modelId="{0E873075-20E4-4CE5-9046-9BBDC5D8F99C}" type="pres">
      <dgm:prSet presAssocID="{F1D0A4DB-2B15-448D-AF50-E46AA82C7A19}" presName="sibTrans" presStyleCnt="0"/>
      <dgm:spPr/>
    </dgm:pt>
    <dgm:pt modelId="{E4A617E5-78BB-48F5-8ABB-93BAEF1B419A}" type="pres">
      <dgm:prSet presAssocID="{34030257-0FA3-43E9-8C1B-A4820E0F2FBF}" presName="compNode" presStyleCnt="0"/>
      <dgm:spPr/>
    </dgm:pt>
    <dgm:pt modelId="{52722838-0778-42CB-B610-877C3CB18404}" type="pres">
      <dgm:prSet presAssocID="{34030257-0FA3-43E9-8C1B-A4820E0F2FB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ransfer"/>
        </a:ext>
      </dgm:extLst>
    </dgm:pt>
    <dgm:pt modelId="{B5564628-648E-4386-9D66-7C4BD7A3EF10}" type="pres">
      <dgm:prSet presAssocID="{34030257-0FA3-43E9-8C1B-A4820E0F2FBF}" presName="iconSpace" presStyleCnt="0"/>
      <dgm:spPr/>
    </dgm:pt>
    <dgm:pt modelId="{10AD69C7-A144-4A80-9721-8CE499ECA825}" type="pres">
      <dgm:prSet presAssocID="{34030257-0FA3-43E9-8C1B-A4820E0F2FBF}" presName="parTx" presStyleLbl="revTx" presStyleIdx="2" presStyleCnt="4">
        <dgm:presLayoutVars>
          <dgm:chMax val="0"/>
          <dgm:chPref val="0"/>
        </dgm:presLayoutVars>
      </dgm:prSet>
      <dgm:spPr/>
    </dgm:pt>
    <dgm:pt modelId="{C73F7B58-90B0-482F-802F-222202526D4B}" type="pres">
      <dgm:prSet presAssocID="{34030257-0FA3-43E9-8C1B-A4820E0F2FBF}" presName="txSpace" presStyleCnt="0"/>
      <dgm:spPr/>
    </dgm:pt>
    <dgm:pt modelId="{4AE071FE-9018-4959-A167-3B0223367A7F}" type="pres">
      <dgm:prSet presAssocID="{34030257-0FA3-43E9-8C1B-A4820E0F2FBF}" presName="desTx" presStyleLbl="revTx" presStyleIdx="3" presStyleCnt="4">
        <dgm:presLayoutVars/>
      </dgm:prSet>
      <dgm:spPr/>
    </dgm:pt>
  </dgm:ptLst>
  <dgm:cxnLst>
    <dgm:cxn modelId="{ADE2ED49-F2D2-4D43-94A9-F507087567A2}" type="presOf" srcId="{ABD9E86F-A18C-4B25-80D9-3ECB06F40A78}" destId="{08366420-A5A8-4094-B5F8-BD05529D4638}" srcOrd="0" destOrd="0" presId="urn:microsoft.com/office/officeart/2018/2/layout/IconLabelDescriptionList"/>
    <dgm:cxn modelId="{1ACFD95C-4FA7-425C-A612-D9A753B57B68}" srcId="{1B4D6ED4-141D-489D-BBC8-D0D2ED4DC09A}" destId="{34030257-0FA3-43E9-8C1B-A4820E0F2FBF}" srcOrd="1" destOrd="0" parTransId="{51BFAF83-4E90-43BA-AB8A-9A26085FA84B}" sibTransId="{861D53FC-E61E-4DB9-AC68-DA2F2323E9BB}"/>
    <dgm:cxn modelId="{BB2B2070-E599-46E0-A31F-4B2F1D879F1B}" type="presOf" srcId="{1B4D6ED4-141D-489D-BBC8-D0D2ED4DC09A}" destId="{9BB26D37-4010-4993-9129-A6A003F48BF2}" srcOrd="0" destOrd="0" presId="urn:microsoft.com/office/officeart/2018/2/layout/IconLabelDescriptionList"/>
    <dgm:cxn modelId="{C4B02872-178C-446D-AB68-AD763EDE4D57}" type="presOf" srcId="{0391A273-BFD7-4F35-A530-2C09B81B8145}" destId="{2D9F9015-0E98-4D1C-BB1E-C3BA03ABCFE5}" srcOrd="0" destOrd="0" presId="urn:microsoft.com/office/officeart/2018/2/layout/IconLabelDescriptionList"/>
    <dgm:cxn modelId="{CC94107C-6C28-4710-BBE5-1848B32027BB}" srcId="{1B4D6ED4-141D-489D-BBC8-D0D2ED4DC09A}" destId="{0391A273-BFD7-4F35-A530-2C09B81B8145}" srcOrd="0" destOrd="0" parTransId="{2C34A294-9175-4E3C-BEBC-3120726011EE}" sibTransId="{F1D0A4DB-2B15-448D-AF50-E46AA82C7A19}"/>
    <dgm:cxn modelId="{F074E67C-25FE-428A-A1FB-96E85CD4B9BA}" srcId="{34030257-0FA3-43E9-8C1B-A4820E0F2FBF}" destId="{D14CD870-093C-4856-B8CC-17F033D1A4DC}" srcOrd="0" destOrd="0" parTransId="{741A902D-EE39-4603-AFDF-F24768134E84}" sibTransId="{22AD5974-47D5-4E5B-BC06-79E3B01E6775}"/>
    <dgm:cxn modelId="{A31A69B2-EEE7-4665-8C40-16527B255ABE}" type="presOf" srcId="{34030257-0FA3-43E9-8C1B-A4820E0F2FBF}" destId="{10AD69C7-A144-4A80-9721-8CE499ECA825}" srcOrd="0" destOrd="0" presId="urn:microsoft.com/office/officeart/2018/2/layout/IconLabelDescriptionList"/>
    <dgm:cxn modelId="{7C52C5D0-FCCC-4F78-B424-212E2BB5AAD3}" srcId="{0391A273-BFD7-4F35-A530-2C09B81B8145}" destId="{ABD9E86F-A18C-4B25-80D9-3ECB06F40A78}" srcOrd="0" destOrd="0" parTransId="{29993005-518E-43A3-893D-D6CDA3D662A0}" sibTransId="{3C917962-90C6-4C3E-AA16-E959D96FC3FF}"/>
    <dgm:cxn modelId="{F6A5EEE4-F2D0-4D94-B37D-2F2ECFF0DB82}" type="presOf" srcId="{D14CD870-093C-4856-B8CC-17F033D1A4DC}" destId="{4AE071FE-9018-4959-A167-3B0223367A7F}" srcOrd="0" destOrd="0" presId="urn:microsoft.com/office/officeart/2018/2/layout/IconLabelDescriptionList"/>
    <dgm:cxn modelId="{C5F81A62-8CC5-45C2-A163-A7BC29036CE6}" type="presParOf" srcId="{9BB26D37-4010-4993-9129-A6A003F48BF2}" destId="{11FE3AD8-348E-47A8-B667-B9343C22DA53}" srcOrd="0" destOrd="0" presId="urn:microsoft.com/office/officeart/2018/2/layout/IconLabelDescriptionList"/>
    <dgm:cxn modelId="{07E952C4-F36F-49F1-A39C-83B13034F38B}" type="presParOf" srcId="{11FE3AD8-348E-47A8-B667-B9343C22DA53}" destId="{051BD194-B968-44C1-83EB-6A497FCB0D4F}" srcOrd="0" destOrd="0" presId="urn:microsoft.com/office/officeart/2018/2/layout/IconLabelDescriptionList"/>
    <dgm:cxn modelId="{2A96FA3E-4EE2-4BD0-BA80-B4C6108E8660}" type="presParOf" srcId="{11FE3AD8-348E-47A8-B667-B9343C22DA53}" destId="{3DD8FB67-1167-4150-AF80-60BFBB4BD49A}" srcOrd="1" destOrd="0" presId="urn:microsoft.com/office/officeart/2018/2/layout/IconLabelDescriptionList"/>
    <dgm:cxn modelId="{46382448-CB24-4440-B7D0-FF6B4915A5AC}" type="presParOf" srcId="{11FE3AD8-348E-47A8-B667-B9343C22DA53}" destId="{2D9F9015-0E98-4D1C-BB1E-C3BA03ABCFE5}" srcOrd="2" destOrd="0" presId="urn:microsoft.com/office/officeart/2018/2/layout/IconLabelDescriptionList"/>
    <dgm:cxn modelId="{339B291C-6C7F-4E0D-B030-D9BD9E699A0E}" type="presParOf" srcId="{11FE3AD8-348E-47A8-B667-B9343C22DA53}" destId="{53BAA6ED-B463-4D89-BB6E-956BE50908EB}" srcOrd="3" destOrd="0" presId="urn:microsoft.com/office/officeart/2018/2/layout/IconLabelDescriptionList"/>
    <dgm:cxn modelId="{8A0CAA06-808A-46D1-9138-502DBC91103C}" type="presParOf" srcId="{11FE3AD8-348E-47A8-B667-B9343C22DA53}" destId="{08366420-A5A8-4094-B5F8-BD05529D4638}" srcOrd="4" destOrd="0" presId="urn:microsoft.com/office/officeart/2018/2/layout/IconLabelDescriptionList"/>
    <dgm:cxn modelId="{60EDF098-F7DC-439F-931E-A4B7AB552B80}" type="presParOf" srcId="{9BB26D37-4010-4993-9129-A6A003F48BF2}" destId="{0E873075-20E4-4CE5-9046-9BBDC5D8F99C}" srcOrd="1" destOrd="0" presId="urn:microsoft.com/office/officeart/2018/2/layout/IconLabelDescriptionList"/>
    <dgm:cxn modelId="{E2B6885C-EE14-4285-8622-CDC1889A4C10}" type="presParOf" srcId="{9BB26D37-4010-4993-9129-A6A003F48BF2}" destId="{E4A617E5-78BB-48F5-8ABB-93BAEF1B419A}" srcOrd="2" destOrd="0" presId="urn:microsoft.com/office/officeart/2018/2/layout/IconLabelDescriptionList"/>
    <dgm:cxn modelId="{BFEE4DAB-ABAA-4A4D-A884-7C6F2187270A}" type="presParOf" srcId="{E4A617E5-78BB-48F5-8ABB-93BAEF1B419A}" destId="{52722838-0778-42CB-B610-877C3CB18404}" srcOrd="0" destOrd="0" presId="urn:microsoft.com/office/officeart/2018/2/layout/IconLabelDescriptionList"/>
    <dgm:cxn modelId="{F8F1E87B-C486-49C2-B912-79001279A864}" type="presParOf" srcId="{E4A617E5-78BB-48F5-8ABB-93BAEF1B419A}" destId="{B5564628-648E-4386-9D66-7C4BD7A3EF10}" srcOrd="1" destOrd="0" presId="urn:microsoft.com/office/officeart/2018/2/layout/IconLabelDescriptionList"/>
    <dgm:cxn modelId="{CD457A9C-7E93-4BA7-9DF7-DEBCD6344DB1}" type="presParOf" srcId="{E4A617E5-78BB-48F5-8ABB-93BAEF1B419A}" destId="{10AD69C7-A144-4A80-9721-8CE499ECA825}" srcOrd="2" destOrd="0" presId="urn:microsoft.com/office/officeart/2018/2/layout/IconLabelDescriptionList"/>
    <dgm:cxn modelId="{BAE8D371-B9F9-450B-94A7-B5C277BE7447}" type="presParOf" srcId="{E4A617E5-78BB-48F5-8ABB-93BAEF1B419A}" destId="{C73F7B58-90B0-482F-802F-222202526D4B}" srcOrd="3" destOrd="0" presId="urn:microsoft.com/office/officeart/2018/2/layout/IconLabelDescriptionList"/>
    <dgm:cxn modelId="{3ACD2417-D7D8-4C5F-9640-C88903F26987}" type="presParOf" srcId="{E4A617E5-78BB-48F5-8ABB-93BAEF1B419A}" destId="{4AE071FE-9018-4959-A167-3B0223367A7F}"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2F13635-B1AF-4F9F-8AB7-BE74FF793998}" type="doc">
      <dgm:prSet loTypeId="urn:microsoft.com/office/officeart/2005/8/layout/hList1" loCatId="list" qsTypeId="urn:microsoft.com/office/officeart/2005/8/quickstyle/simple4" qsCatId="simple" csTypeId="urn:microsoft.com/office/officeart/2005/8/colors/colorful1" csCatId="colorful"/>
      <dgm:spPr/>
      <dgm:t>
        <a:bodyPr/>
        <a:lstStyle/>
        <a:p>
          <a:endParaRPr lang="en-US"/>
        </a:p>
      </dgm:t>
    </dgm:pt>
    <dgm:pt modelId="{37D5B3F7-005E-4145-B0E4-FF454EEB5CC5}">
      <dgm:prSet/>
      <dgm:spPr/>
      <dgm:t>
        <a:bodyPr/>
        <a:lstStyle/>
        <a:p>
          <a:r>
            <a:rPr lang="en-US"/>
            <a:t>Shared Kernel</a:t>
          </a:r>
        </a:p>
      </dgm:t>
    </dgm:pt>
    <dgm:pt modelId="{43E5E2D5-F5C6-4D92-88CE-D2CE7F76B99A}" type="parTrans" cxnId="{F87A10A3-032F-485B-AAAD-F0ADAFEB4F79}">
      <dgm:prSet/>
      <dgm:spPr/>
      <dgm:t>
        <a:bodyPr/>
        <a:lstStyle/>
        <a:p>
          <a:endParaRPr lang="en-US"/>
        </a:p>
      </dgm:t>
    </dgm:pt>
    <dgm:pt modelId="{020E350E-D797-419E-AE04-0EC210E1D47C}" type="sibTrans" cxnId="{F87A10A3-032F-485B-AAAD-F0ADAFEB4F79}">
      <dgm:prSet/>
      <dgm:spPr/>
      <dgm:t>
        <a:bodyPr/>
        <a:lstStyle/>
        <a:p>
          <a:endParaRPr lang="en-US"/>
        </a:p>
      </dgm:t>
    </dgm:pt>
    <dgm:pt modelId="{9BC64CF3-0662-4693-B9A8-D41D6F850378}">
      <dgm:prSet/>
      <dgm:spPr/>
      <dgm:t>
        <a:bodyPr/>
        <a:lstStyle/>
        <a:p>
          <a:r>
            <a:rPr lang="en-US"/>
            <a:t>Small shared model with joint ownership (use sparingly)</a:t>
          </a:r>
        </a:p>
      </dgm:t>
    </dgm:pt>
    <dgm:pt modelId="{BB900CE5-D1E8-4C2C-9410-B512BEE6CE14}" type="parTrans" cxnId="{26435650-F3A4-415A-9F2B-7224EE0C2EB2}">
      <dgm:prSet/>
      <dgm:spPr/>
      <dgm:t>
        <a:bodyPr/>
        <a:lstStyle/>
        <a:p>
          <a:endParaRPr lang="en-US"/>
        </a:p>
      </dgm:t>
    </dgm:pt>
    <dgm:pt modelId="{5FF998AD-CC46-439E-BAA1-4F1E8F397E63}" type="sibTrans" cxnId="{26435650-F3A4-415A-9F2B-7224EE0C2EB2}">
      <dgm:prSet/>
      <dgm:spPr/>
      <dgm:t>
        <a:bodyPr/>
        <a:lstStyle/>
        <a:p>
          <a:endParaRPr lang="en-US"/>
        </a:p>
      </dgm:t>
    </dgm:pt>
    <dgm:pt modelId="{C6C23AB4-B5EF-40F6-B9AA-B51DCAFAB67C}">
      <dgm:prSet/>
      <dgm:spPr/>
      <dgm:t>
        <a:bodyPr/>
        <a:lstStyle/>
        <a:p>
          <a:r>
            <a:rPr lang="en-US"/>
            <a:t>Published Language</a:t>
          </a:r>
        </a:p>
      </dgm:t>
    </dgm:pt>
    <dgm:pt modelId="{5F8D4A83-D0A0-4E0B-A532-6036BE90F70A}" type="parTrans" cxnId="{33C100A2-32D3-42AA-A043-57D667F8FACD}">
      <dgm:prSet/>
      <dgm:spPr/>
      <dgm:t>
        <a:bodyPr/>
        <a:lstStyle/>
        <a:p>
          <a:endParaRPr lang="en-US"/>
        </a:p>
      </dgm:t>
    </dgm:pt>
    <dgm:pt modelId="{5756A199-E83A-4FF1-8951-BC50A80E1F93}" type="sibTrans" cxnId="{33C100A2-32D3-42AA-A043-57D667F8FACD}">
      <dgm:prSet/>
      <dgm:spPr/>
      <dgm:t>
        <a:bodyPr/>
        <a:lstStyle/>
        <a:p>
          <a:endParaRPr lang="en-US"/>
        </a:p>
      </dgm:t>
    </dgm:pt>
    <dgm:pt modelId="{57FE0E82-2E3B-4D12-BAFC-362B02538142}">
      <dgm:prSet/>
      <dgm:spPr/>
      <dgm:t>
        <a:bodyPr/>
        <a:lstStyle/>
        <a:p>
          <a:r>
            <a:rPr lang="en-US"/>
            <a:t>Stable integration contract (events/APIs)</a:t>
          </a:r>
        </a:p>
      </dgm:t>
    </dgm:pt>
    <dgm:pt modelId="{55C94155-9706-482C-80F7-D5E7D4366E6A}" type="parTrans" cxnId="{C1EA9B74-5CAB-4F0B-A5A2-FFC3D38E53A6}">
      <dgm:prSet/>
      <dgm:spPr/>
      <dgm:t>
        <a:bodyPr/>
        <a:lstStyle/>
        <a:p>
          <a:endParaRPr lang="en-US"/>
        </a:p>
      </dgm:t>
    </dgm:pt>
    <dgm:pt modelId="{C5D7FA67-1978-4020-AB51-1A5A55FE063F}" type="sibTrans" cxnId="{C1EA9B74-5CAB-4F0B-A5A2-FFC3D38E53A6}">
      <dgm:prSet/>
      <dgm:spPr/>
      <dgm:t>
        <a:bodyPr/>
        <a:lstStyle/>
        <a:p>
          <a:endParaRPr lang="en-US"/>
        </a:p>
      </dgm:t>
    </dgm:pt>
    <dgm:pt modelId="{C20EBB79-CABD-0C4C-A762-4787422215AA}" type="pres">
      <dgm:prSet presAssocID="{02F13635-B1AF-4F9F-8AB7-BE74FF793998}" presName="Name0" presStyleCnt="0">
        <dgm:presLayoutVars>
          <dgm:dir/>
          <dgm:animLvl val="lvl"/>
          <dgm:resizeHandles val="exact"/>
        </dgm:presLayoutVars>
      </dgm:prSet>
      <dgm:spPr/>
    </dgm:pt>
    <dgm:pt modelId="{99FFBE62-69A3-C84D-A65C-14E4ACD9E280}" type="pres">
      <dgm:prSet presAssocID="{37D5B3F7-005E-4145-B0E4-FF454EEB5CC5}" presName="composite" presStyleCnt="0"/>
      <dgm:spPr/>
    </dgm:pt>
    <dgm:pt modelId="{C8D3A762-54B3-1B43-9889-9F8EB5E4409E}" type="pres">
      <dgm:prSet presAssocID="{37D5B3F7-005E-4145-B0E4-FF454EEB5CC5}" presName="parTx" presStyleLbl="alignNode1" presStyleIdx="0" presStyleCnt="2">
        <dgm:presLayoutVars>
          <dgm:chMax val="0"/>
          <dgm:chPref val="0"/>
          <dgm:bulletEnabled val="1"/>
        </dgm:presLayoutVars>
      </dgm:prSet>
      <dgm:spPr/>
    </dgm:pt>
    <dgm:pt modelId="{E794A5D0-0E15-1248-B8B4-A4B12819C7FF}" type="pres">
      <dgm:prSet presAssocID="{37D5B3F7-005E-4145-B0E4-FF454EEB5CC5}" presName="desTx" presStyleLbl="alignAccFollowNode1" presStyleIdx="0" presStyleCnt="2">
        <dgm:presLayoutVars>
          <dgm:bulletEnabled val="1"/>
        </dgm:presLayoutVars>
      </dgm:prSet>
      <dgm:spPr/>
    </dgm:pt>
    <dgm:pt modelId="{6334BE05-4D8D-2D4C-B16D-7DC32518EBDE}" type="pres">
      <dgm:prSet presAssocID="{020E350E-D797-419E-AE04-0EC210E1D47C}" presName="space" presStyleCnt="0"/>
      <dgm:spPr/>
    </dgm:pt>
    <dgm:pt modelId="{B9FCB710-ED9C-3F4F-8880-CF0D540316AA}" type="pres">
      <dgm:prSet presAssocID="{C6C23AB4-B5EF-40F6-B9AA-B51DCAFAB67C}" presName="composite" presStyleCnt="0"/>
      <dgm:spPr/>
    </dgm:pt>
    <dgm:pt modelId="{9CBC6482-8F2B-474F-BAA4-46F2862697C9}" type="pres">
      <dgm:prSet presAssocID="{C6C23AB4-B5EF-40F6-B9AA-B51DCAFAB67C}" presName="parTx" presStyleLbl="alignNode1" presStyleIdx="1" presStyleCnt="2">
        <dgm:presLayoutVars>
          <dgm:chMax val="0"/>
          <dgm:chPref val="0"/>
          <dgm:bulletEnabled val="1"/>
        </dgm:presLayoutVars>
      </dgm:prSet>
      <dgm:spPr/>
    </dgm:pt>
    <dgm:pt modelId="{98FD1E6A-E695-AD4F-882A-9987CC9C843D}" type="pres">
      <dgm:prSet presAssocID="{C6C23AB4-B5EF-40F6-B9AA-B51DCAFAB67C}" presName="desTx" presStyleLbl="alignAccFollowNode1" presStyleIdx="1" presStyleCnt="2">
        <dgm:presLayoutVars>
          <dgm:bulletEnabled val="1"/>
        </dgm:presLayoutVars>
      </dgm:prSet>
      <dgm:spPr/>
    </dgm:pt>
  </dgm:ptLst>
  <dgm:cxnLst>
    <dgm:cxn modelId="{26435650-F3A4-415A-9F2B-7224EE0C2EB2}" srcId="{37D5B3F7-005E-4145-B0E4-FF454EEB5CC5}" destId="{9BC64CF3-0662-4693-B9A8-D41D6F850378}" srcOrd="0" destOrd="0" parTransId="{BB900CE5-D1E8-4C2C-9410-B512BEE6CE14}" sibTransId="{5FF998AD-CC46-439E-BAA1-4F1E8F397E63}"/>
    <dgm:cxn modelId="{118CE667-9958-9A43-8317-818E2DEDB3EA}" type="presOf" srcId="{57FE0E82-2E3B-4D12-BAFC-362B02538142}" destId="{98FD1E6A-E695-AD4F-882A-9987CC9C843D}" srcOrd="0" destOrd="0" presId="urn:microsoft.com/office/officeart/2005/8/layout/hList1"/>
    <dgm:cxn modelId="{C1EA9B74-5CAB-4F0B-A5A2-FFC3D38E53A6}" srcId="{C6C23AB4-B5EF-40F6-B9AA-B51DCAFAB67C}" destId="{57FE0E82-2E3B-4D12-BAFC-362B02538142}" srcOrd="0" destOrd="0" parTransId="{55C94155-9706-482C-80F7-D5E7D4366E6A}" sibTransId="{C5D7FA67-1978-4020-AB51-1A5A55FE063F}"/>
    <dgm:cxn modelId="{BAB26090-A21F-BD49-805A-431D3DF1D4F6}" type="presOf" srcId="{37D5B3F7-005E-4145-B0E4-FF454EEB5CC5}" destId="{C8D3A762-54B3-1B43-9889-9F8EB5E4409E}" srcOrd="0" destOrd="0" presId="urn:microsoft.com/office/officeart/2005/8/layout/hList1"/>
    <dgm:cxn modelId="{4112BA9A-AD48-EC43-8ED2-FB56F9C7F88C}" type="presOf" srcId="{02F13635-B1AF-4F9F-8AB7-BE74FF793998}" destId="{C20EBB79-CABD-0C4C-A762-4787422215AA}" srcOrd="0" destOrd="0" presId="urn:microsoft.com/office/officeart/2005/8/layout/hList1"/>
    <dgm:cxn modelId="{33C100A2-32D3-42AA-A043-57D667F8FACD}" srcId="{02F13635-B1AF-4F9F-8AB7-BE74FF793998}" destId="{C6C23AB4-B5EF-40F6-B9AA-B51DCAFAB67C}" srcOrd="1" destOrd="0" parTransId="{5F8D4A83-D0A0-4E0B-A532-6036BE90F70A}" sibTransId="{5756A199-E83A-4FF1-8951-BC50A80E1F93}"/>
    <dgm:cxn modelId="{F87A10A3-032F-485B-AAAD-F0ADAFEB4F79}" srcId="{02F13635-B1AF-4F9F-8AB7-BE74FF793998}" destId="{37D5B3F7-005E-4145-B0E4-FF454EEB5CC5}" srcOrd="0" destOrd="0" parTransId="{43E5E2D5-F5C6-4D92-88CE-D2CE7F76B99A}" sibTransId="{020E350E-D797-419E-AE04-0EC210E1D47C}"/>
    <dgm:cxn modelId="{DF856FAE-6349-A040-A434-1F509E6D9190}" type="presOf" srcId="{9BC64CF3-0662-4693-B9A8-D41D6F850378}" destId="{E794A5D0-0E15-1248-B8B4-A4B12819C7FF}" srcOrd="0" destOrd="0" presId="urn:microsoft.com/office/officeart/2005/8/layout/hList1"/>
    <dgm:cxn modelId="{D069CCC0-CB61-EA4F-8B10-C603D9919090}" type="presOf" srcId="{C6C23AB4-B5EF-40F6-B9AA-B51DCAFAB67C}" destId="{9CBC6482-8F2B-474F-BAA4-46F2862697C9}" srcOrd="0" destOrd="0" presId="urn:microsoft.com/office/officeart/2005/8/layout/hList1"/>
    <dgm:cxn modelId="{768E48BF-2DE0-6846-BEF5-9B6BE86784D5}" type="presParOf" srcId="{C20EBB79-CABD-0C4C-A762-4787422215AA}" destId="{99FFBE62-69A3-C84D-A65C-14E4ACD9E280}" srcOrd="0" destOrd="0" presId="urn:microsoft.com/office/officeart/2005/8/layout/hList1"/>
    <dgm:cxn modelId="{4B0530EA-33DF-4646-95B5-83CD5CEA283D}" type="presParOf" srcId="{99FFBE62-69A3-C84D-A65C-14E4ACD9E280}" destId="{C8D3A762-54B3-1B43-9889-9F8EB5E4409E}" srcOrd="0" destOrd="0" presId="urn:microsoft.com/office/officeart/2005/8/layout/hList1"/>
    <dgm:cxn modelId="{B376544C-AEB1-7241-85C9-D170508FE25B}" type="presParOf" srcId="{99FFBE62-69A3-C84D-A65C-14E4ACD9E280}" destId="{E794A5D0-0E15-1248-B8B4-A4B12819C7FF}" srcOrd="1" destOrd="0" presId="urn:microsoft.com/office/officeart/2005/8/layout/hList1"/>
    <dgm:cxn modelId="{6BB7D5EB-B469-AA42-986C-E280ACE48798}" type="presParOf" srcId="{C20EBB79-CABD-0C4C-A762-4787422215AA}" destId="{6334BE05-4D8D-2D4C-B16D-7DC32518EBDE}" srcOrd="1" destOrd="0" presId="urn:microsoft.com/office/officeart/2005/8/layout/hList1"/>
    <dgm:cxn modelId="{D31BBAD2-9F45-5244-A4D1-DC1FDA8F5E4D}" type="presParOf" srcId="{C20EBB79-CABD-0C4C-A762-4787422215AA}" destId="{B9FCB710-ED9C-3F4F-8880-CF0D540316AA}" srcOrd="2" destOrd="0" presId="urn:microsoft.com/office/officeart/2005/8/layout/hList1"/>
    <dgm:cxn modelId="{16655C5E-1118-544D-B88D-034D9433064D}" type="presParOf" srcId="{B9FCB710-ED9C-3F4F-8880-CF0D540316AA}" destId="{9CBC6482-8F2B-474F-BAA4-46F2862697C9}" srcOrd="0" destOrd="0" presId="urn:microsoft.com/office/officeart/2005/8/layout/hList1"/>
    <dgm:cxn modelId="{ED894A01-51DE-F747-A50B-AF509AE85980}" type="presParOf" srcId="{B9FCB710-ED9C-3F4F-8880-CF0D540316AA}" destId="{98FD1E6A-E695-AD4F-882A-9987CC9C843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B5EAAED-913D-49DF-A1BC-98751C8272B7}" type="doc">
      <dgm:prSet loTypeId="urn:microsoft.com/office/officeart/2005/8/layout/process5" loCatId="process" qsTypeId="urn:microsoft.com/office/officeart/2005/8/quickstyle/simple2" qsCatId="simple" csTypeId="urn:microsoft.com/office/officeart/2005/8/colors/colorful1" csCatId="colorful"/>
      <dgm:spPr/>
      <dgm:t>
        <a:bodyPr/>
        <a:lstStyle/>
        <a:p>
          <a:endParaRPr lang="en-US"/>
        </a:p>
      </dgm:t>
    </dgm:pt>
    <dgm:pt modelId="{8012361B-176A-433F-B218-D281728C26AC}">
      <dgm:prSet/>
      <dgm:spPr/>
      <dgm:t>
        <a:bodyPr/>
        <a:lstStyle/>
        <a:p>
          <a:r>
            <a:rPr lang="en-US"/>
            <a:t>Translate external models into your model</a:t>
          </a:r>
        </a:p>
      </dgm:t>
    </dgm:pt>
    <dgm:pt modelId="{2B3A3C32-D3DE-4E65-938D-D0C95828676F}" type="parTrans" cxnId="{47B579C9-E38B-4859-A3DF-2B4D18D80A6E}">
      <dgm:prSet/>
      <dgm:spPr/>
      <dgm:t>
        <a:bodyPr/>
        <a:lstStyle/>
        <a:p>
          <a:endParaRPr lang="en-US"/>
        </a:p>
      </dgm:t>
    </dgm:pt>
    <dgm:pt modelId="{21CE992D-E362-4203-9662-F97D5067448A}" type="sibTrans" cxnId="{47B579C9-E38B-4859-A3DF-2B4D18D80A6E}">
      <dgm:prSet/>
      <dgm:spPr/>
      <dgm:t>
        <a:bodyPr/>
        <a:lstStyle/>
        <a:p>
          <a:endParaRPr lang="en-US"/>
        </a:p>
      </dgm:t>
    </dgm:pt>
    <dgm:pt modelId="{A63290FE-196A-48FD-B77D-2FECE38F98EC}">
      <dgm:prSet/>
      <dgm:spPr/>
      <dgm:t>
        <a:bodyPr/>
        <a:lstStyle/>
        <a:p>
          <a:r>
            <a:rPr lang="en-US"/>
            <a:t>Protects your domain from messy models</a:t>
          </a:r>
        </a:p>
      </dgm:t>
    </dgm:pt>
    <dgm:pt modelId="{A1D08095-77D5-4B0B-B42E-37F2324B62BE}" type="parTrans" cxnId="{9581D37F-174C-459F-ACF4-345D93605A01}">
      <dgm:prSet/>
      <dgm:spPr/>
      <dgm:t>
        <a:bodyPr/>
        <a:lstStyle/>
        <a:p>
          <a:endParaRPr lang="en-US"/>
        </a:p>
      </dgm:t>
    </dgm:pt>
    <dgm:pt modelId="{6B1AB3D3-7407-4F68-AE88-CB9B3D854995}" type="sibTrans" cxnId="{9581D37F-174C-459F-ACF4-345D93605A01}">
      <dgm:prSet/>
      <dgm:spPr/>
      <dgm:t>
        <a:bodyPr/>
        <a:lstStyle/>
        <a:p>
          <a:endParaRPr lang="en-US"/>
        </a:p>
      </dgm:t>
    </dgm:pt>
    <dgm:pt modelId="{24777898-864B-400E-A84F-D33DC9E96C96}">
      <dgm:prSet/>
      <dgm:spPr/>
      <dgm:t>
        <a:bodyPr/>
        <a:lstStyle/>
        <a:p>
          <a:r>
            <a:rPr lang="en-US"/>
            <a:t>Localizes integration changes</a:t>
          </a:r>
        </a:p>
      </dgm:t>
    </dgm:pt>
    <dgm:pt modelId="{082B5AE3-874B-4440-B342-ABB9E8D397D4}" type="parTrans" cxnId="{B7BAE828-F9E0-450F-9C2F-F19CD9336433}">
      <dgm:prSet/>
      <dgm:spPr/>
      <dgm:t>
        <a:bodyPr/>
        <a:lstStyle/>
        <a:p>
          <a:endParaRPr lang="en-US"/>
        </a:p>
      </dgm:t>
    </dgm:pt>
    <dgm:pt modelId="{5901F495-9165-4E6A-A226-256E49501D18}" type="sibTrans" cxnId="{B7BAE828-F9E0-450F-9C2F-F19CD9336433}">
      <dgm:prSet/>
      <dgm:spPr/>
      <dgm:t>
        <a:bodyPr/>
        <a:lstStyle/>
        <a:p>
          <a:endParaRPr lang="en-US"/>
        </a:p>
      </dgm:t>
    </dgm:pt>
    <dgm:pt modelId="{C2CBBA17-8367-1740-B74C-D1A422BB666C}" type="pres">
      <dgm:prSet presAssocID="{CB5EAAED-913D-49DF-A1BC-98751C8272B7}" presName="diagram" presStyleCnt="0">
        <dgm:presLayoutVars>
          <dgm:dir/>
          <dgm:resizeHandles val="exact"/>
        </dgm:presLayoutVars>
      </dgm:prSet>
      <dgm:spPr/>
    </dgm:pt>
    <dgm:pt modelId="{FCF8D65F-688B-D448-902A-A13DB2898762}" type="pres">
      <dgm:prSet presAssocID="{8012361B-176A-433F-B218-D281728C26AC}" presName="node" presStyleLbl="node1" presStyleIdx="0" presStyleCnt="3">
        <dgm:presLayoutVars>
          <dgm:bulletEnabled val="1"/>
        </dgm:presLayoutVars>
      </dgm:prSet>
      <dgm:spPr/>
    </dgm:pt>
    <dgm:pt modelId="{A9F5874E-A7ED-D849-AA1C-D607A13CAE43}" type="pres">
      <dgm:prSet presAssocID="{21CE992D-E362-4203-9662-F97D5067448A}" presName="sibTrans" presStyleLbl="sibTrans2D1" presStyleIdx="0" presStyleCnt="2"/>
      <dgm:spPr/>
    </dgm:pt>
    <dgm:pt modelId="{32B4B325-D942-4C45-94E5-B73A0D5CBB11}" type="pres">
      <dgm:prSet presAssocID="{21CE992D-E362-4203-9662-F97D5067448A}" presName="connectorText" presStyleLbl="sibTrans2D1" presStyleIdx="0" presStyleCnt="2"/>
      <dgm:spPr/>
    </dgm:pt>
    <dgm:pt modelId="{5D532952-FE97-7E4B-BB26-A339AEC770DA}" type="pres">
      <dgm:prSet presAssocID="{A63290FE-196A-48FD-B77D-2FECE38F98EC}" presName="node" presStyleLbl="node1" presStyleIdx="1" presStyleCnt="3">
        <dgm:presLayoutVars>
          <dgm:bulletEnabled val="1"/>
        </dgm:presLayoutVars>
      </dgm:prSet>
      <dgm:spPr/>
    </dgm:pt>
    <dgm:pt modelId="{D136DDE9-7018-4043-8D4B-9E486DC644B9}" type="pres">
      <dgm:prSet presAssocID="{6B1AB3D3-7407-4F68-AE88-CB9B3D854995}" presName="sibTrans" presStyleLbl="sibTrans2D1" presStyleIdx="1" presStyleCnt="2"/>
      <dgm:spPr/>
    </dgm:pt>
    <dgm:pt modelId="{A24886DF-D905-1149-819C-D01EBC36AB98}" type="pres">
      <dgm:prSet presAssocID="{6B1AB3D3-7407-4F68-AE88-CB9B3D854995}" presName="connectorText" presStyleLbl="sibTrans2D1" presStyleIdx="1" presStyleCnt="2"/>
      <dgm:spPr/>
    </dgm:pt>
    <dgm:pt modelId="{E11830F6-677E-4445-92AF-FC4AA3390544}" type="pres">
      <dgm:prSet presAssocID="{24777898-864B-400E-A84F-D33DC9E96C96}" presName="node" presStyleLbl="node1" presStyleIdx="2" presStyleCnt="3">
        <dgm:presLayoutVars>
          <dgm:bulletEnabled val="1"/>
        </dgm:presLayoutVars>
      </dgm:prSet>
      <dgm:spPr/>
    </dgm:pt>
  </dgm:ptLst>
  <dgm:cxnLst>
    <dgm:cxn modelId="{4AADED24-8D04-7447-9848-95FBFDF3EC3E}" type="presOf" srcId="{6B1AB3D3-7407-4F68-AE88-CB9B3D854995}" destId="{A24886DF-D905-1149-819C-D01EBC36AB98}" srcOrd="1" destOrd="0" presId="urn:microsoft.com/office/officeart/2005/8/layout/process5"/>
    <dgm:cxn modelId="{B7BAE828-F9E0-450F-9C2F-F19CD9336433}" srcId="{CB5EAAED-913D-49DF-A1BC-98751C8272B7}" destId="{24777898-864B-400E-A84F-D33DC9E96C96}" srcOrd="2" destOrd="0" parTransId="{082B5AE3-874B-4440-B342-ABB9E8D397D4}" sibTransId="{5901F495-9165-4E6A-A226-256E49501D18}"/>
    <dgm:cxn modelId="{699F082A-1A80-884F-A29E-5C74FC3D9AEB}" type="presOf" srcId="{CB5EAAED-913D-49DF-A1BC-98751C8272B7}" destId="{C2CBBA17-8367-1740-B74C-D1A422BB666C}" srcOrd="0" destOrd="0" presId="urn:microsoft.com/office/officeart/2005/8/layout/process5"/>
    <dgm:cxn modelId="{20DD3C31-8497-464B-834F-3B61D620DB12}" type="presOf" srcId="{8012361B-176A-433F-B218-D281728C26AC}" destId="{FCF8D65F-688B-D448-902A-A13DB2898762}" srcOrd="0" destOrd="0" presId="urn:microsoft.com/office/officeart/2005/8/layout/process5"/>
    <dgm:cxn modelId="{EA95C038-FC61-3E44-9B01-49146B07600D}" type="presOf" srcId="{A63290FE-196A-48FD-B77D-2FECE38F98EC}" destId="{5D532952-FE97-7E4B-BB26-A339AEC770DA}" srcOrd="0" destOrd="0" presId="urn:microsoft.com/office/officeart/2005/8/layout/process5"/>
    <dgm:cxn modelId="{9581D37F-174C-459F-ACF4-345D93605A01}" srcId="{CB5EAAED-913D-49DF-A1BC-98751C8272B7}" destId="{A63290FE-196A-48FD-B77D-2FECE38F98EC}" srcOrd="1" destOrd="0" parTransId="{A1D08095-77D5-4B0B-B42E-37F2324B62BE}" sibTransId="{6B1AB3D3-7407-4F68-AE88-CB9B3D854995}"/>
    <dgm:cxn modelId="{851E5398-FB93-1B49-9148-D7139CFEBD53}" type="presOf" srcId="{21CE992D-E362-4203-9662-F97D5067448A}" destId="{32B4B325-D942-4C45-94E5-B73A0D5CBB11}" srcOrd="1" destOrd="0" presId="urn:microsoft.com/office/officeart/2005/8/layout/process5"/>
    <dgm:cxn modelId="{5B029EAA-7703-EE45-ACCC-EBBE73CE0425}" type="presOf" srcId="{24777898-864B-400E-A84F-D33DC9E96C96}" destId="{E11830F6-677E-4445-92AF-FC4AA3390544}" srcOrd="0" destOrd="0" presId="urn:microsoft.com/office/officeart/2005/8/layout/process5"/>
    <dgm:cxn modelId="{5272E5B9-D705-A340-9C14-76926674EEC8}" type="presOf" srcId="{6B1AB3D3-7407-4F68-AE88-CB9B3D854995}" destId="{D136DDE9-7018-4043-8D4B-9E486DC644B9}" srcOrd="0" destOrd="0" presId="urn:microsoft.com/office/officeart/2005/8/layout/process5"/>
    <dgm:cxn modelId="{47B579C9-E38B-4859-A3DF-2B4D18D80A6E}" srcId="{CB5EAAED-913D-49DF-A1BC-98751C8272B7}" destId="{8012361B-176A-433F-B218-D281728C26AC}" srcOrd="0" destOrd="0" parTransId="{2B3A3C32-D3DE-4E65-938D-D0C95828676F}" sibTransId="{21CE992D-E362-4203-9662-F97D5067448A}"/>
    <dgm:cxn modelId="{A8D9F0FB-08A8-7845-86E3-BE8CF1755F5E}" type="presOf" srcId="{21CE992D-E362-4203-9662-F97D5067448A}" destId="{A9F5874E-A7ED-D849-AA1C-D607A13CAE43}" srcOrd="0" destOrd="0" presId="urn:microsoft.com/office/officeart/2005/8/layout/process5"/>
    <dgm:cxn modelId="{D47FC1AA-A755-654E-9F56-BDCFBCC19BC4}" type="presParOf" srcId="{C2CBBA17-8367-1740-B74C-D1A422BB666C}" destId="{FCF8D65F-688B-D448-902A-A13DB2898762}" srcOrd="0" destOrd="0" presId="urn:microsoft.com/office/officeart/2005/8/layout/process5"/>
    <dgm:cxn modelId="{A4A519C2-134F-6141-A783-FEC416933665}" type="presParOf" srcId="{C2CBBA17-8367-1740-B74C-D1A422BB666C}" destId="{A9F5874E-A7ED-D849-AA1C-D607A13CAE43}" srcOrd="1" destOrd="0" presId="urn:microsoft.com/office/officeart/2005/8/layout/process5"/>
    <dgm:cxn modelId="{05288057-CAFC-5B4F-A748-9F1366D5B710}" type="presParOf" srcId="{A9F5874E-A7ED-D849-AA1C-D607A13CAE43}" destId="{32B4B325-D942-4C45-94E5-B73A0D5CBB11}" srcOrd="0" destOrd="0" presId="urn:microsoft.com/office/officeart/2005/8/layout/process5"/>
    <dgm:cxn modelId="{2D320F8D-92DB-6040-8D05-EEEE49F4B56A}" type="presParOf" srcId="{C2CBBA17-8367-1740-B74C-D1A422BB666C}" destId="{5D532952-FE97-7E4B-BB26-A339AEC770DA}" srcOrd="2" destOrd="0" presId="urn:microsoft.com/office/officeart/2005/8/layout/process5"/>
    <dgm:cxn modelId="{2C34DF25-9F33-E04D-9B36-D72358815312}" type="presParOf" srcId="{C2CBBA17-8367-1740-B74C-D1A422BB666C}" destId="{D136DDE9-7018-4043-8D4B-9E486DC644B9}" srcOrd="3" destOrd="0" presId="urn:microsoft.com/office/officeart/2005/8/layout/process5"/>
    <dgm:cxn modelId="{25AE1CB7-1AA4-9C44-9487-70ACB8D747E2}" type="presParOf" srcId="{D136DDE9-7018-4043-8D4B-9E486DC644B9}" destId="{A24886DF-D905-1149-819C-D01EBC36AB98}" srcOrd="0" destOrd="0" presId="urn:microsoft.com/office/officeart/2005/8/layout/process5"/>
    <dgm:cxn modelId="{4C84C27E-5772-7D41-9FDD-3BE723D18995}" type="presParOf" srcId="{C2CBBA17-8367-1740-B74C-D1A422BB666C}" destId="{E11830F6-677E-4445-92AF-FC4AA3390544}" srcOrd="4"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432222A-6AD1-4D0F-9E2D-C98F97F8DE85}"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7CB28A0-A9F3-45F0-941B-F1FF70AEDE2A}">
      <dgm:prSet/>
      <dgm:spPr/>
      <dgm:t>
        <a:bodyPr/>
        <a:lstStyle/>
        <a:p>
          <a:pPr>
            <a:defRPr b="1"/>
          </a:pPr>
          <a:r>
            <a:rPr lang="en-US"/>
            <a:t>Application</a:t>
          </a:r>
        </a:p>
      </dgm:t>
    </dgm:pt>
    <dgm:pt modelId="{CE401C11-1EAD-4E63-AA54-11116E0AAEA1}" type="parTrans" cxnId="{E36CE144-5AC7-4C1D-9FC3-A74A1DE5CCBB}">
      <dgm:prSet/>
      <dgm:spPr/>
      <dgm:t>
        <a:bodyPr/>
        <a:lstStyle/>
        <a:p>
          <a:endParaRPr lang="en-US"/>
        </a:p>
      </dgm:t>
    </dgm:pt>
    <dgm:pt modelId="{3CFDEA68-C464-4797-A92A-0B7FDD7F70E4}" type="sibTrans" cxnId="{E36CE144-5AC7-4C1D-9FC3-A74A1DE5CCBB}">
      <dgm:prSet/>
      <dgm:spPr/>
      <dgm:t>
        <a:bodyPr/>
        <a:lstStyle/>
        <a:p>
          <a:endParaRPr lang="en-US"/>
        </a:p>
      </dgm:t>
    </dgm:pt>
    <dgm:pt modelId="{EF2C20D9-AA64-422C-82AB-0B1E56ADD4A5}">
      <dgm:prSet/>
      <dgm:spPr/>
      <dgm:t>
        <a:bodyPr/>
        <a:lstStyle/>
        <a:p>
          <a:r>
            <a:rPr lang="en-US"/>
            <a:t>Orchestrates use cases</a:t>
          </a:r>
        </a:p>
      </dgm:t>
    </dgm:pt>
    <dgm:pt modelId="{261E7222-4E50-4EF9-97FE-ACD70CFB63B0}" type="parTrans" cxnId="{6F4548C8-59C5-497B-95FA-C784A4F61D7A}">
      <dgm:prSet/>
      <dgm:spPr/>
      <dgm:t>
        <a:bodyPr/>
        <a:lstStyle/>
        <a:p>
          <a:endParaRPr lang="en-US"/>
        </a:p>
      </dgm:t>
    </dgm:pt>
    <dgm:pt modelId="{651E248F-B2DB-44F2-A6B3-FEA7F95B4638}" type="sibTrans" cxnId="{6F4548C8-59C5-497B-95FA-C784A4F61D7A}">
      <dgm:prSet/>
      <dgm:spPr/>
      <dgm:t>
        <a:bodyPr/>
        <a:lstStyle/>
        <a:p>
          <a:endParaRPr lang="en-US"/>
        </a:p>
      </dgm:t>
    </dgm:pt>
    <dgm:pt modelId="{35DA1566-FC3F-44A9-B5DA-69B52B14AB0F}">
      <dgm:prSet/>
      <dgm:spPr/>
      <dgm:t>
        <a:bodyPr/>
        <a:lstStyle/>
        <a:p>
          <a:r>
            <a:rPr lang="en-US"/>
            <a:t>Calls domain methods</a:t>
          </a:r>
        </a:p>
      </dgm:t>
    </dgm:pt>
    <dgm:pt modelId="{F9420873-7864-4996-BC2C-ECAD42139DDE}" type="parTrans" cxnId="{EB340164-807E-4438-8AB9-BFC97AEAC468}">
      <dgm:prSet/>
      <dgm:spPr/>
      <dgm:t>
        <a:bodyPr/>
        <a:lstStyle/>
        <a:p>
          <a:endParaRPr lang="en-US"/>
        </a:p>
      </dgm:t>
    </dgm:pt>
    <dgm:pt modelId="{92CABF75-C799-4D19-BB06-53DF7DCEF95A}" type="sibTrans" cxnId="{EB340164-807E-4438-8AB9-BFC97AEAC468}">
      <dgm:prSet/>
      <dgm:spPr/>
      <dgm:t>
        <a:bodyPr/>
        <a:lstStyle/>
        <a:p>
          <a:endParaRPr lang="en-US"/>
        </a:p>
      </dgm:t>
    </dgm:pt>
    <dgm:pt modelId="{4499E06F-DA29-4E11-98C2-627470FB4754}">
      <dgm:prSet/>
      <dgm:spPr/>
      <dgm:t>
        <a:bodyPr/>
        <a:lstStyle/>
        <a:p>
          <a:r>
            <a:rPr lang="en-US"/>
            <a:t>Coordinates transactions</a:t>
          </a:r>
        </a:p>
      </dgm:t>
    </dgm:pt>
    <dgm:pt modelId="{D7761216-FAD9-49C8-A859-F8F5C8AD50D4}" type="parTrans" cxnId="{96F23040-8F2D-487D-99E9-2AF3F49DADC6}">
      <dgm:prSet/>
      <dgm:spPr/>
      <dgm:t>
        <a:bodyPr/>
        <a:lstStyle/>
        <a:p>
          <a:endParaRPr lang="en-US"/>
        </a:p>
      </dgm:t>
    </dgm:pt>
    <dgm:pt modelId="{50BACD02-69C2-4512-A124-3408964DA76B}" type="sibTrans" cxnId="{96F23040-8F2D-487D-99E9-2AF3F49DADC6}">
      <dgm:prSet/>
      <dgm:spPr/>
      <dgm:t>
        <a:bodyPr/>
        <a:lstStyle/>
        <a:p>
          <a:endParaRPr lang="en-US"/>
        </a:p>
      </dgm:t>
    </dgm:pt>
    <dgm:pt modelId="{BCFA4726-85F4-4319-B261-11C16AA5E9E1}">
      <dgm:prSet/>
      <dgm:spPr/>
      <dgm:t>
        <a:bodyPr/>
        <a:lstStyle/>
        <a:p>
          <a:pPr>
            <a:defRPr b="1"/>
          </a:pPr>
          <a:r>
            <a:rPr lang="en-US"/>
            <a:t>Domain</a:t>
          </a:r>
        </a:p>
      </dgm:t>
    </dgm:pt>
    <dgm:pt modelId="{C9A2A4FF-15D4-40F6-937F-DFB19F171F65}" type="parTrans" cxnId="{C23D16F2-D4BD-4DF7-9F3B-D3AECDEFEA7D}">
      <dgm:prSet/>
      <dgm:spPr/>
      <dgm:t>
        <a:bodyPr/>
        <a:lstStyle/>
        <a:p>
          <a:endParaRPr lang="en-US"/>
        </a:p>
      </dgm:t>
    </dgm:pt>
    <dgm:pt modelId="{7FEEBFCE-A1D2-4CEA-9A9D-6F10588BFDC0}" type="sibTrans" cxnId="{C23D16F2-D4BD-4DF7-9F3B-D3AECDEFEA7D}">
      <dgm:prSet/>
      <dgm:spPr/>
      <dgm:t>
        <a:bodyPr/>
        <a:lstStyle/>
        <a:p>
          <a:endParaRPr lang="en-US"/>
        </a:p>
      </dgm:t>
    </dgm:pt>
    <dgm:pt modelId="{D23D90FF-2E10-4AC8-8F17-A15DD9757EB9}">
      <dgm:prSet/>
      <dgm:spPr/>
      <dgm:t>
        <a:bodyPr/>
        <a:lstStyle/>
        <a:p>
          <a:r>
            <a:rPr lang="en-US"/>
            <a:t>Rules, invariants, behaviors</a:t>
          </a:r>
        </a:p>
      </dgm:t>
    </dgm:pt>
    <dgm:pt modelId="{91D6A5CB-77B7-41AA-887A-93F08352B0DD}" type="parTrans" cxnId="{E0D5728D-0E16-4806-9B0F-78385EF45E9D}">
      <dgm:prSet/>
      <dgm:spPr/>
      <dgm:t>
        <a:bodyPr/>
        <a:lstStyle/>
        <a:p>
          <a:endParaRPr lang="en-US"/>
        </a:p>
      </dgm:t>
    </dgm:pt>
    <dgm:pt modelId="{7877B4CE-D192-4B2D-9B19-2E02C6390460}" type="sibTrans" cxnId="{E0D5728D-0E16-4806-9B0F-78385EF45E9D}">
      <dgm:prSet/>
      <dgm:spPr/>
      <dgm:t>
        <a:bodyPr/>
        <a:lstStyle/>
        <a:p>
          <a:endParaRPr lang="en-US"/>
        </a:p>
      </dgm:t>
    </dgm:pt>
    <dgm:pt modelId="{D646B58A-C7B9-4CCC-9E93-7E2BCF34668D}">
      <dgm:prSet/>
      <dgm:spPr/>
      <dgm:t>
        <a:bodyPr/>
        <a:lstStyle/>
        <a:p>
          <a:r>
            <a:rPr lang="en-US"/>
            <a:t>Pure business concepts</a:t>
          </a:r>
        </a:p>
      </dgm:t>
    </dgm:pt>
    <dgm:pt modelId="{6F721D61-AEBD-494E-92C2-E1A3B9D661EB}" type="parTrans" cxnId="{EC0964FA-5C2E-4993-AE1A-E6A16542196B}">
      <dgm:prSet/>
      <dgm:spPr/>
      <dgm:t>
        <a:bodyPr/>
        <a:lstStyle/>
        <a:p>
          <a:endParaRPr lang="en-US"/>
        </a:p>
      </dgm:t>
    </dgm:pt>
    <dgm:pt modelId="{30853033-9EC7-4DC8-B4E3-DBFDD2B8D7A9}" type="sibTrans" cxnId="{EC0964FA-5C2E-4993-AE1A-E6A16542196B}">
      <dgm:prSet/>
      <dgm:spPr/>
      <dgm:t>
        <a:bodyPr/>
        <a:lstStyle/>
        <a:p>
          <a:endParaRPr lang="en-US"/>
        </a:p>
      </dgm:t>
    </dgm:pt>
    <dgm:pt modelId="{2466A3B4-1FFC-4477-8451-A7D79FAFA946}" type="pres">
      <dgm:prSet presAssocID="{4432222A-6AD1-4D0F-9E2D-C98F97F8DE85}" presName="root" presStyleCnt="0">
        <dgm:presLayoutVars>
          <dgm:dir/>
          <dgm:resizeHandles val="exact"/>
        </dgm:presLayoutVars>
      </dgm:prSet>
      <dgm:spPr/>
    </dgm:pt>
    <dgm:pt modelId="{726988BC-A3BC-47A5-87F1-C362BA287E8A}" type="pres">
      <dgm:prSet presAssocID="{D7CB28A0-A9F3-45F0-941B-F1FF70AEDE2A}" presName="compNode" presStyleCnt="0"/>
      <dgm:spPr/>
    </dgm:pt>
    <dgm:pt modelId="{2F76E6EC-715A-476C-8100-A41F5E5969B2}" type="pres">
      <dgm:prSet presAssocID="{D7CB28A0-A9F3-45F0-941B-F1FF70AEDE2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49B416D1-8B8E-456A-ADD6-8D6311409EE5}" type="pres">
      <dgm:prSet presAssocID="{D7CB28A0-A9F3-45F0-941B-F1FF70AEDE2A}" presName="iconSpace" presStyleCnt="0"/>
      <dgm:spPr/>
    </dgm:pt>
    <dgm:pt modelId="{704BB83E-FA1E-47B6-B961-EDCEC7303C95}" type="pres">
      <dgm:prSet presAssocID="{D7CB28A0-A9F3-45F0-941B-F1FF70AEDE2A}" presName="parTx" presStyleLbl="revTx" presStyleIdx="0" presStyleCnt="4">
        <dgm:presLayoutVars>
          <dgm:chMax val="0"/>
          <dgm:chPref val="0"/>
        </dgm:presLayoutVars>
      </dgm:prSet>
      <dgm:spPr/>
    </dgm:pt>
    <dgm:pt modelId="{9B75052C-4EFC-46E5-B774-4691084B970D}" type="pres">
      <dgm:prSet presAssocID="{D7CB28A0-A9F3-45F0-941B-F1FF70AEDE2A}" presName="txSpace" presStyleCnt="0"/>
      <dgm:spPr/>
    </dgm:pt>
    <dgm:pt modelId="{3BD9075C-BCC7-4971-9C21-FC67ABE11DEE}" type="pres">
      <dgm:prSet presAssocID="{D7CB28A0-A9F3-45F0-941B-F1FF70AEDE2A}" presName="desTx" presStyleLbl="revTx" presStyleIdx="1" presStyleCnt="4">
        <dgm:presLayoutVars/>
      </dgm:prSet>
      <dgm:spPr/>
    </dgm:pt>
    <dgm:pt modelId="{C80F290E-1AF6-46BC-B0E6-7170A654EC68}" type="pres">
      <dgm:prSet presAssocID="{3CFDEA68-C464-4797-A92A-0B7FDD7F70E4}" presName="sibTrans" presStyleCnt="0"/>
      <dgm:spPr/>
    </dgm:pt>
    <dgm:pt modelId="{DEB0C074-6134-46A8-A5AF-0D87314F9FF2}" type="pres">
      <dgm:prSet presAssocID="{BCFA4726-85F4-4319-B261-11C16AA5E9E1}" presName="compNode" presStyleCnt="0"/>
      <dgm:spPr/>
    </dgm:pt>
    <dgm:pt modelId="{78B3A582-7152-4113-BDE7-91126FFC1128}" type="pres">
      <dgm:prSet presAssocID="{BCFA4726-85F4-4319-B261-11C16AA5E9E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rcular Flowchart"/>
        </a:ext>
      </dgm:extLst>
    </dgm:pt>
    <dgm:pt modelId="{590D8EED-78D8-4C2E-A18C-1E72365924DF}" type="pres">
      <dgm:prSet presAssocID="{BCFA4726-85F4-4319-B261-11C16AA5E9E1}" presName="iconSpace" presStyleCnt="0"/>
      <dgm:spPr/>
    </dgm:pt>
    <dgm:pt modelId="{68472C03-019E-4E93-8783-40C0EB017145}" type="pres">
      <dgm:prSet presAssocID="{BCFA4726-85F4-4319-B261-11C16AA5E9E1}" presName="parTx" presStyleLbl="revTx" presStyleIdx="2" presStyleCnt="4">
        <dgm:presLayoutVars>
          <dgm:chMax val="0"/>
          <dgm:chPref val="0"/>
        </dgm:presLayoutVars>
      </dgm:prSet>
      <dgm:spPr/>
    </dgm:pt>
    <dgm:pt modelId="{BDF44E56-C422-46B5-B380-2C5034EEAC36}" type="pres">
      <dgm:prSet presAssocID="{BCFA4726-85F4-4319-B261-11C16AA5E9E1}" presName="txSpace" presStyleCnt="0"/>
      <dgm:spPr/>
    </dgm:pt>
    <dgm:pt modelId="{80D713D8-7828-498F-B1AD-78F41743C462}" type="pres">
      <dgm:prSet presAssocID="{BCFA4726-85F4-4319-B261-11C16AA5E9E1}" presName="desTx" presStyleLbl="revTx" presStyleIdx="3" presStyleCnt="4">
        <dgm:presLayoutVars/>
      </dgm:prSet>
      <dgm:spPr/>
    </dgm:pt>
  </dgm:ptLst>
  <dgm:cxnLst>
    <dgm:cxn modelId="{96F23040-8F2D-487D-99E9-2AF3F49DADC6}" srcId="{D7CB28A0-A9F3-45F0-941B-F1FF70AEDE2A}" destId="{4499E06F-DA29-4E11-98C2-627470FB4754}" srcOrd="2" destOrd="0" parTransId="{D7761216-FAD9-49C8-A859-F8F5C8AD50D4}" sibTransId="{50BACD02-69C2-4512-A124-3408964DA76B}"/>
    <dgm:cxn modelId="{E36CE144-5AC7-4C1D-9FC3-A74A1DE5CCBB}" srcId="{4432222A-6AD1-4D0F-9E2D-C98F97F8DE85}" destId="{D7CB28A0-A9F3-45F0-941B-F1FF70AEDE2A}" srcOrd="0" destOrd="0" parTransId="{CE401C11-1EAD-4E63-AA54-11116E0AAEA1}" sibTransId="{3CFDEA68-C464-4797-A92A-0B7FDD7F70E4}"/>
    <dgm:cxn modelId="{949A944D-35CF-437B-ABE9-8168E21810F3}" type="presOf" srcId="{D7CB28A0-A9F3-45F0-941B-F1FF70AEDE2A}" destId="{704BB83E-FA1E-47B6-B961-EDCEC7303C95}" srcOrd="0" destOrd="0" presId="urn:microsoft.com/office/officeart/2018/5/layout/CenteredIconLabelDescriptionList"/>
    <dgm:cxn modelId="{EB340164-807E-4438-8AB9-BFC97AEAC468}" srcId="{D7CB28A0-A9F3-45F0-941B-F1FF70AEDE2A}" destId="{35DA1566-FC3F-44A9-B5DA-69B52B14AB0F}" srcOrd="1" destOrd="0" parTransId="{F9420873-7864-4996-BC2C-ECAD42139DDE}" sibTransId="{92CABF75-C799-4D19-BB06-53DF7DCEF95A}"/>
    <dgm:cxn modelId="{948F4267-DA4F-40EC-9593-0EDA9C1B5EE5}" type="presOf" srcId="{BCFA4726-85F4-4319-B261-11C16AA5E9E1}" destId="{68472C03-019E-4E93-8783-40C0EB017145}" srcOrd="0" destOrd="0" presId="urn:microsoft.com/office/officeart/2018/5/layout/CenteredIconLabelDescriptionList"/>
    <dgm:cxn modelId="{833EBE80-2366-4E7F-AEAA-2A2198FD521E}" type="presOf" srcId="{D23D90FF-2E10-4AC8-8F17-A15DD9757EB9}" destId="{80D713D8-7828-498F-B1AD-78F41743C462}" srcOrd="0" destOrd="0" presId="urn:microsoft.com/office/officeart/2018/5/layout/CenteredIconLabelDescriptionList"/>
    <dgm:cxn modelId="{E0D5728D-0E16-4806-9B0F-78385EF45E9D}" srcId="{BCFA4726-85F4-4319-B261-11C16AA5E9E1}" destId="{D23D90FF-2E10-4AC8-8F17-A15DD9757EB9}" srcOrd="0" destOrd="0" parTransId="{91D6A5CB-77B7-41AA-887A-93F08352B0DD}" sibTransId="{7877B4CE-D192-4B2D-9B19-2E02C6390460}"/>
    <dgm:cxn modelId="{53122EBA-C51A-420C-8B67-B5FA9FA8EE55}" type="presOf" srcId="{4432222A-6AD1-4D0F-9E2D-C98F97F8DE85}" destId="{2466A3B4-1FFC-4477-8451-A7D79FAFA946}" srcOrd="0" destOrd="0" presId="urn:microsoft.com/office/officeart/2018/5/layout/CenteredIconLabelDescriptionList"/>
    <dgm:cxn modelId="{03C57EC1-C57C-4F00-BA45-D2AB739C24DF}" type="presOf" srcId="{D646B58A-C7B9-4CCC-9E93-7E2BCF34668D}" destId="{80D713D8-7828-498F-B1AD-78F41743C462}" srcOrd="0" destOrd="1" presId="urn:microsoft.com/office/officeart/2018/5/layout/CenteredIconLabelDescriptionList"/>
    <dgm:cxn modelId="{6F4548C8-59C5-497B-95FA-C784A4F61D7A}" srcId="{D7CB28A0-A9F3-45F0-941B-F1FF70AEDE2A}" destId="{EF2C20D9-AA64-422C-82AB-0B1E56ADD4A5}" srcOrd="0" destOrd="0" parTransId="{261E7222-4E50-4EF9-97FE-ACD70CFB63B0}" sibTransId="{651E248F-B2DB-44F2-A6B3-FEA7F95B4638}"/>
    <dgm:cxn modelId="{6F7FB5C9-6541-4F16-BCBC-167BFC2E3FF2}" type="presOf" srcId="{4499E06F-DA29-4E11-98C2-627470FB4754}" destId="{3BD9075C-BCC7-4971-9C21-FC67ABE11DEE}" srcOrd="0" destOrd="2" presId="urn:microsoft.com/office/officeart/2018/5/layout/CenteredIconLabelDescriptionList"/>
    <dgm:cxn modelId="{0C4981EC-D832-4638-B793-A356B779B825}" type="presOf" srcId="{EF2C20D9-AA64-422C-82AB-0B1E56ADD4A5}" destId="{3BD9075C-BCC7-4971-9C21-FC67ABE11DEE}" srcOrd="0" destOrd="0" presId="urn:microsoft.com/office/officeart/2018/5/layout/CenteredIconLabelDescriptionList"/>
    <dgm:cxn modelId="{E8B345EE-2FED-4E0D-81DD-CAA93316606E}" type="presOf" srcId="{35DA1566-FC3F-44A9-B5DA-69B52B14AB0F}" destId="{3BD9075C-BCC7-4971-9C21-FC67ABE11DEE}" srcOrd="0" destOrd="1" presId="urn:microsoft.com/office/officeart/2018/5/layout/CenteredIconLabelDescriptionList"/>
    <dgm:cxn modelId="{C23D16F2-D4BD-4DF7-9F3B-D3AECDEFEA7D}" srcId="{4432222A-6AD1-4D0F-9E2D-C98F97F8DE85}" destId="{BCFA4726-85F4-4319-B261-11C16AA5E9E1}" srcOrd="1" destOrd="0" parTransId="{C9A2A4FF-15D4-40F6-937F-DFB19F171F65}" sibTransId="{7FEEBFCE-A1D2-4CEA-9A9D-6F10588BFDC0}"/>
    <dgm:cxn modelId="{EC0964FA-5C2E-4993-AE1A-E6A16542196B}" srcId="{BCFA4726-85F4-4319-B261-11C16AA5E9E1}" destId="{D646B58A-C7B9-4CCC-9E93-7E2BCF34668D}" srcOrd="1" destOrd="0" parTransId="{6F721D61-AEBD-494E-92C2-E1A3B9D661EB}" sibTransId="{30853033-9EC7-4DC8-B4E3-DBFDD2B8D7A9}"/>
    <dgm:cxn modelId="{91FFAC22-B801-4F4E-BBE4-8D507A2D9809}" type="presParOf" srcId="{2466A3B4-1FFC-4477-8451-A7D79FAFA946}" destId="{726988BC-A3BC-47A5-87F1-C362BA287E8A}" srcOrd="0" destOrd="0" presId="urn:microsoft.com/office/officeart/2018/5/layout/CenteredIconLabelDescriptionList"/>
    <dgm:cxn modelId="{32B785E8-F157-4951-9D43-A4C7A4A97536}" type="presParOf" srcId="{726988BC-A3BC-47A5-87F1-C362BA287E8A}" destId="{2F76E6EC-715A-476C-8100-A41F5E5969B2}" srcOrd="0" destOrd="0" presId="urn:microsoft.com/office/officeart/2018/5/layout/CenteredIconLabelDescriptionList"/>
    <dgm:cxn modelId="{8965E81F-2875-4E55-AD58-57AB918548BB}" type="presParOf" srcId="{726988BC-A3BC-47A5-87F1-C362BA287E8A}" destId="{49B416D1-8B8E-456A-ADD6-8D6311409EE5}" srcOrd="1" destOrd="0" presId="urn:microsoft.com/office/officeart/2018/5/layout/CenteredIconLabelDescriptionList"/>
    <dgm:cxn modelId="{5A63757E-5629-4465-AC2E-2899A85B149B}" type="presParOf" srcId="{726988BC-A3BC-47A5-87F1-C362BA287E8A}" destId="{704BB83E-FA1E-47B6-B961-EDCEC7303C95}" srcOrd="2" destOrd="0" presId="urn:microsoft.com/office/officeart/2018/5/layout/CenteredIconLabelDescriptionList"/>
    <dgm:cxn modelId="{F1E7F243-D10D-4BFB-84D2-F79252A3B8C3}" type="presParOf" srcId="{726988BC-A3BC-47A5-87F1-C362BA287E8A}" destId="{9B75052C-4EFC-46E5-B774-4691084B970D}" srcOrd="3" destOrd="0" presId="urn:microsoft.com/office/officeart/2018/5/layout/CenteredIconLabelDescriptionList"/>
    <dgm:cxn modelId="{347DA6F2-339D-482E-9E06-0D7FBB8CEA44}" type="presParOf" srcId="{726988BC-A3BC-47A5-87F1-C362BA287E8A}" destId="{3BD9075C-BCC7-4971-9C21-FC67ABE11DEE}" srcOrd="4" destOrd="0" presId="urn:microsoft.com/office/officeart/2018/5/layout/CenteredIconLabelDescriptionList"/>
    <dgm:cxn modelId="{96B5BCD3-63F3-417E-A9E5-165DCC6E3979}" type="presParOf" srcId="{2466A3B4-1FFC-4477-8451-A7D79FAFA946}" destId="{C80F290E-1AF6-46BC-B0E6-7170A654EC68}" srcOrd="1" destOrd="0" presId="urn:microsoft.com/office/officeart/2018/5/layout/CenteredIconLabelDescriptionList"/>
    <dgm:cxn modelId="{136A0FFA-1AC3-4420-8A20-1A0915539D80}" type="presParOf" srcId="{2466A3B4-1FFC-4477-8451-A7D79FAFA946}" destId="{DEB0C074-6134-46A8-A5AF-0D87314F9FF2}" srcOrd="2" destOrd="0" presId="urn:microsoft.com/office/officeart/2018/5/layout/CenteredIconLabelDescriptionList"/>
    <dgm:cxn modelId="{CD14990C-9C2C-4C77-8688-08052066B533}" type="presParOf" srcId="{DEB0C074-6134-46A8-A5AF-0D87314F9FF2}" destId="{78B3A582-7152-4113-BDE7-91126FFC1128}" srcOrd="0" destOrd="0" presId="urn:microsoft.com/office/officeart/2018/5/layout/CenteredIconLabelDescriptionList"/>
    <dgm:cxn modelId="{F2FE31C0-1F07-4D26-A387-BB6E99C9701B}" type="presParOf" srcId="{DEB0C074-6134-46A8-A5AF-0D87314F9FF2}" destId="{590D8EED-78D8-4C2E-A18C-1E72365924DF}" srcOrd="1" destOrd="0" presId="urn:microsoft.com/office/officeart/2018/5/layout/CenteredIconLabelDescriptionList"/>
    <dgm:cxn modelId="{9F6F29DC-3DCC-423F-8AB4-041485CA9FAB}" type="presParOf" srcId="{DEB0C074-6134-46A8-A5AF-0D87314F9FF2}" destId="{68472C03-019E-4E93-8783-40C0EB017145}" srcOrd="2" destOrd="0" presId="urn:microsoft.com/office/officeart/2018/5/layout/CenteredIconLabelDescriptionList"/>
    <dgm:cxn modelId="{5D2F2119-1F61-4EA5-A223-432DC7BE6C87}" type="presParOf" srcId="{DEB0C074-6134-46A8-A5AF-0D87314F9FF2}" destId="{BDF44E56-C422-46B5-B380-2C5034EEAC36}" srcOrd="3" destOrd="0" presId="urn:microsoft.com/office/officeart/2018/5/layout/CenteredIconLabelDescriptionList"/>
    <dgm:cxn modelId="{DF80E9E3-6809-457F-BDD4-43EF474E0E14}" type="presParOf" srcId="{DEB0C074-6134-46A8-A5AF-0D87314F9FF2}" destId="{80D713D8-7828-498F-B1AD-78F41743C462}"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0640A70-6014-4E95-9488-1C40E44D0D9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A9DE5A6-EA40-42FF-83C9-A57FD8968C5A}">
      <dgm:prSet/>
      <dgm:spPr/>
      <dgm:t>
        <a:bodyPr/>
        <a:lstStyle/>
        <a:p>
          <a:r>
            <a:rPr lang="en-US"/>
            <a:t>Has identity (id) and lifecycle</a:t>
          </a:r>
        </a:p>
      </dgm:t>
    </dgm:pt>
    <dgm:pt modelId="{C1CEA9B3-BBF2-46BA-916B-8524E2F474D7}" type="parTrans" cxnId="{4734AB34-C369-447A-A2DC-33E09C490079}">
      <dgm:prSet/>
      <dgm:spPr/>
      <dgm:t>
        <a:bodyPr/>
        <a:lstStyle/>
        <a:p>
          <a:endParaRPr lang="en-US"/>
        </a:p>
      </dgm:t>
    </dgm:pt>
    <dgm:pt modelId="{7993A716-2032-4508-A6FC-87B71232405F}" type="sibTrans" cxnId="{4734AB34-C369-447A-A2DC-33E09C490079}">
      <dgm:prSet/>
      <dgm:spPr/>
      <dgm:t>
        <a:bodyPr/>
        <a:lstStyle/>
        <a:p>
          <a:endParaRPr lang="en-US"/>
        </a:p>
      </dgm:t>
    </dgm:pt>
    <dgm:pt modelId="{B222A05F-685B-429D-AF46-46092BF1778D}">
      <dgm:prSet/>
      <dgm:spPr/>
      <dgm:t>
        <a:bodyPr/>
        <a:lstStyle/>
        <a:p>
          <a:r>
            <a:rPr lang="en-US"/>
            <a:t>Same entity over time even if attributes change</a:t>
          </a:r>
        </a:p>
      </dgm:t>
    </dgm:pt>
    <dgm:pt modelId="{B9B47E45-1B9C-4A0B-8FA9-2006052E2C0D}" type="parTrans" cxnId="{A0682079-A357-4413-AEAA-0113B45E9E82}">
      <dgm:prSet/>
      <dgm:spPr/>
      <dgm:t>
        <a:bodyPr/>
        <a:lstStyle/>
        <a:p>
          <a:endParaRPr lang="en-US"/>
        </a:p>
      </dgm:t>
    </dgm:pt>
    <dgm:pt modelId="{C618B848-82CF-453A-8178-289FF1CD5ED8}" type="sibTrans" cxnId="{A0682079-A357-4413-AEAA-0113B45E9E82}">
      <dgm:prSet/>
      <dgm:spPr/>
      <dgm:t>
        <a:bodyPr/>
        <a:lstStyle/>
        <a:p>
          <a:endParaRPr lang="en-US"/>
        </a:p>
      </dgm:t>
    </dgm:pt>
    <dgm:pt modelId="{9C173602-2646-4F74-9191-27ADAEDB4341}">
      <dgm:prSet/>
      <dgm:spPr/>
      <dgm:t>
        <a:bodyPr/>
        <a:lstStyle/>
        <a:p>
          <a:r>
            <a:rPr lang="en-US"/>
            <a:t>Put domain behavior on entities (avoid anemic models)</a:t>
          </a:r>
        </a:p>
      </dgm:t>
    </dgm:pt>
    <dgm:pt modelId="{8740F322-B047-409E-8186-38CEEFBC745D}" type="parTrans" cxnId="{2DC4D5EA-88FD-4E1E-BE9D-68862960EF06}">
      <dgm:prSet/>
      <dgm:spPr/>
      <dgm:t>
        <a:bodyPr/>
        <a:lstStyle/>
        <a:p>
          <a:endParaRPr lang="en-US"/>
        </a:p>
      </dgm:t>
    </dgm:pt>
    <dgm:pt modelId="{D6206096-1A32-4CB6-A5B4-2C3C8C3353D1}" type="sibTrans" cxnId="{2DC4D5EA-88FD-4E1E-BE9D-68862960EF06}">
      <dgm:prSet/>
      <dgm:spPr/>
      <dgm:t>
        <a:bodyPr/>
        <a:lstStyle/>
        <a:p>
          <a:endParaRPr lang="en-US"/>
        </a:p>
      </dgm:t>
    </dgm:pt>
    <dgm:pt modelId="{CB8E5BA3-4544-4B90-BB70-2CFCD443C9B5}" type="pres">
      <dgm:prSet presAssocID="{80640A70-6014-4E95-9488-1C40E44D0D93}" presName="root" presStyleCnt="0">
        <dgm:presLayoutVars>
          <dgm:dir/>
          <dgm:resizeHandles val="exact"/>
        </dgm:presLayoutVars>
      </dgm:prSet>
      <dgm:spPr/>
    </dgm:pt>
    <dgm:pt modelId="{056C047B-1461-43F8-9BFA-BC03B1D3A8EA}" type="pres">
      <dgm:prSet presAssocID="{7A9DE5A6-EA40-42FF-83C9-A57FD8968C5A}" presName="compNode" presStyleCnt="0"/>
      <dgm:spPr/>
    </dgm:pt>
    <dgm:pt modelId="{E58BAB63-046C-4C76-9452-FC3987FDEC99}" type="pres">
      <dgm:prSet presAssocID="{7A9DE5A6-EA40-42FF-83C9-A57FD8968C5A}" presName="bgRect" presStyleLbl="bgShp" presStyleIdx="0" presStyleCnt="3"/>
      <dgm:spPr/>
    </dgm:pt>
    <dgm:pt modelId="{DE7F6FC1-0482-4C8B-ACD0-1C649C51802A}" type="pres">
      <dgm:prSet presAssocID="{7A9DE5A6-EA40-42FF-83C9-A57FD8968C5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ployee Badge"/>
        </a:ext>
      </dgm:extLst>
    </dgm:pt>
    <dgm:pt modelId="{9749BA5A-EC5D-4F79-B465-012F5371780C}" type="pres">
      <dgm:prSet presAssocID="{7A9DE5A6-EA40-42FF-83C9-A57FD8968C5A}" presName="spaceRect" presStyleCnt="0"/>
      <dgm:spPr/>
    </dgm:pt>
    <dgm:pt modelId="{CB0659D9-37AF-4A27-9642-5BFB432267A4}" type="pres">
      <dgm:prSet presAssocID="{7A9DE5A6-EA40-42FF-83C9-A57FD8968C5A}" presName="parTx" presStyleLbl="revTx" presStyleIdx="0" presStyleCnt="3">
        <dgm:presLayoutVars>
          <dgm:chMax val="0"/>
          <dgm:chPref val="0"/>
        </dgm:presLayoutVars>
      </dgm:prSet>
      <dgm:spPr/>
    </dgm:pt>
    <dgm:pt modelId="{8BDB6477-C3AF-4AE2-BD48-5450E38FC7E9}" type="pres">
      <dgm:prSet presAssocID="{7993A716-2032-4508-A6FC-87B71232405F}" presName="sibTrans" presStyleCnt="0"/>
      <dgm:spPr/>
    </dgm:pt>
    <dgm:pt modelId="{E91F23CB-3558-4554-A89B-513FAB582A9F}" type="pres">
      <dgm:prSet presAssocID="{B222A05F-685B-429D-AF46-46092BF1778D}" presName="compNode" presStyleCnt="0"/>
      <dgm:spPr/>
    </dgm:pt>
    <dgm:pt modelId="{9B3D00E4-CA27-4579-9D13-B9F6D778905C}" type="pres">
      <dgm:prSet presAssocID="{B222A05F-685B-429D-AF46-46092BF1778D}" presName="bgRect" presStyleLbl="bgShp" presStyleIdx="1" presStyleCnt="3"/>
      <dgm:spPr/>
    </dgm:pt>
    <dgm:pt modelId="{3697EE20-62E5-48C4-89A1-0A7A1253C494}" type="pres">
      <dgm:prSet presAssocID="{B222A05F-685B-429D-AF46-46092BF1778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E89F4A37-548F-4DB6-BA1B-86CD4E75287C}" type="pres">
      <dgm:prSet presAssocID="{B222A05F-685B-429D-AF46-46092BF1778D}" presName="spaceRect" presStyleCnt="0"/>
      <dgm:spPr/>
    </dgm:pt>
    <dgm:pt modelId="{0DB52F68-7AEC-494C-859D-BAE1C3D4C4C5}" type="pres">
      <dgm:prSet presAssocID="{B222A05F-685B-429D-AF46-46092BF1778D}" presName="parTx" presStyleLbl="revTx" presStyleIdx="1" presStyleCnt="3">
        <dgm:presLayoutVars>
          <dgm:chMax val="0"/>
          <dgm:chPref val="0"/>
        </dgm:presLayoutVars>
      </dgm:prSet>
      <dgm:spPr/>
    </dgm:pt>
    <dgm:pt modelId="{D5300880-DA04-4B72-8DD9-CA51203FE390}" type="pres">
      <dgm:prSet presAssocID="{C618B848-82CF-453A-8178-289FF1CD5ED8}" presName="sibTrans" presStyleCnt="0"/>
      <dgm:spPr/>
    </dgm:pt>
    <dgm:pt modelId="{97487F27-4CD6-4180-BB82-A9362A65A242}" type="pres">
      <dgm:prSet presAssocID="{9C173602-2646-4F74-9191-27ADAEDB4341}" presName="compNode" presStyleCnt="0"/>
      <dgm:spPr/>
    </dgm:pt>
    <dgm:pt modelId="{BD60FBC6-1598-446C-B2AA-ECEE3169FE53}" type="pres">
      <dgm:prSet presAssocID="{9C173602-2646-4F74-9191-27ADAEDB4341}" presName="bgRect" presStyleLbl="bgShp" presStyleIdx="2" presStyleCnt="3"/>
      <dgm:spPr/>
    </dgm:pt>
    <dgm:pt modelId="{0601C915-7DB8-4037-88DF-93C5BD860B4A}" type="pres">
      <dgm:prSet presAssocID="{9C173602-2646-4F74-9191-27ADAEDB434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071C00A2-8D87-4355-8E58-DC92C778450B}" type="pres">
      <dgm:prSet presAssocID="{9C173602-2646-4F74-9191-27ADAEDB4341}" presName="spaceRect" presStyleCnt="0"/>
      <dgm:spPr/>
    </dgm:pt>
    <dgm:pt modelId="{1972BF25-3730-4398-B549-3E38DB5D59A8}" type="pres">
      <dgm:prSet presAssocID="{9C173602-2646-4F74-9191-27ADAEDB4341}" presName="parTx" presStyleLbl="revTx" presStyleIdx="2" presStyleCnt="3">
        <dgm:presLayoutVars>
          <dgm:chMax val="0"/>
          <dgm:chPref val="0"/>
        </dgm:presLayoutVars>
      </dgm:prSet>
      <dgm:spPr/>
    </dgm:pt>
  </dgm:ptLst>
  <dgm:cxnLst>
    <dgm:cxn modelId="{9D8DB130-5ADA-488B-B0CD-0B26B7683F0A}" type="presOf" srcId="{7A9DE5A6-EA40-42FF-83C9-A57FD8968C5A}" destId="{CB0659D9-37AF-4A27-9642-5BFB432267A4}" srcOrd="0" destOrd="0" presId="urn:microsoft.com/office/officeart/2018/2/layout/IconVerticalSolidList"/>
    <dgm:cxn modelId="{4734AB34-C369-447A-A2DC-33E09C490079}" srcId="{80640A70-6014-4E95-9488-1C40E44D0D93}" destId="{7A9DE5A6-EA40-42FF-83C9-A57FD8968C5A}" srcOrd="0" destOrd="0" parTransId="{C1CEA9B3-BBF2-46BA-916B-8524E2F474D7}" sibTransId="{7993A716-2032-4508-A6FC-87B71232405F}"/>
    <dgm:cxn modelId="{91C88563-5AF8-4042-8CA3-E130E1593C23}" type="presOf" srcId="{B222A05F-685B-429D-AF46-46092BF1778D}" destId="{0DB52F68-7AEC-494C-859D-BAE1C3D4C4C5}" srcOrd="0" destOrd="0" presId="urn:microsoft.com/office/officeart/2018/2/layout/IconVerticalSolidList"/>
    <dgm:cxn modelId="{A0682079-A357-4413-AEAA-0113B45E9E82}" srcId="{80640A70-6014-4E95-9488-1C40E44D0D93}" destId="{B222A05F-685B-429D-AF46-46092BF1778D}" srcOrd="1" destOrd="0" parTransId="{B9B47E45-1B9C-4A0B-8FA9-2006052E2C0D}" sibTransId="{C618B848-82CF-453A-8178-289FF1CD5ED8}"/>
    <dgm:cxn modelId="{924A40E4-AC69-46FB-83B0-72D7A14387B9}" type="presOf" srcId="{9C173602-2646-4F74-9191-27ADAEDB4341}" destId="{1972BF25-3730-4398-B549-3E38DB5D59A8}" srcOrd="0" destOrd="0" presId="urn:microsoft.com/office/officeart/2018/2/layout/IconVerticalSolidList"/>
    <dgm:cxn modelId="{2DC4D5EA-88FD-4E1E-BE9D-68862960EF06}" srcId="{80640A70-6014-4E95-9488-1C40E44D0D93}" destId="{9C173602-2646-4F74-9191-27ADAEDB4341}" srcOrd="2" destOrd="0" parTransId="{8740F322-B047-409E-8186-38CEEFBC745D}" sibTransId="{D6206096-1A32-4CB6-A5B4-2C3C8C3353D1}"/>
    <dgm:cxn modelId="{FB2D5DFC-AB21-4930-9581-59A6D99A1599}" type="presOf" srcId="{80640A70-6014-4E95-9488-1C40E44D0D93}" destId="{CB8E5BA3-4544-4B90-BB70-2CFCD443C9B5}" srcOrd="0" destOrd="0" presId="urn:microsoft.com/office/officeart/2018/2/layout/IconVerticalSolidList"/>
    <dgm:cxn modelId="{B2F631AF-62E4-43D3-858F-1D904EEC8587}" type="presParOf" srcId="{CB8E5BA3-4544-4B90-BB70-2CFCD443C9B5}" destId="{056C047B-1461-43F8-9BFA-BC03B1D3A8EA}" srcOrd="0" destOrd="0" presId="urn:microsoft.com/office/officeart/2018/2/layout/IconVerticalSolidList"/>
    <dgm:cxn modelId="{4BE60327-F972-444F-8B79-B8EE6E0A46BD}" type="presParOf" srcId="{056C047B-1461-43F8-9BFA-BC03B1D3A8EA}" destId="{E58BAB63-046C-4C76-9452-FC3987FDEC99}" srcOrd="0" destOrd="0" presId="urn:microsoft.com/office/officeart/2018/2/layout/IconVerticalSolidList"/>
    <dgm:cxn modelId="{2D20ACE5-30A4-4B71-8267-76171F404226}" type="presParOf" srcId="{056C047B-1461-43F8-9BFA-BC03B1D3A8EA}" destId="{DE7F6FC1-0482-4C8B-ACD0-1C649C51802A}" srcOrd="1" destOrd="0" presId="urn:microsoft.com/office/officeart/2018/2/layout/IconVerticalSolidList"/>
    <dgm:cxn modelId="{84C84C22-FEE0-42A3-A8DE-BB6243D6921B}" type="presParOf" srcId="{056C047B-1461-43F8-9BFA-BC03B1D3A8EA}" destId="{9749BA5A-EC5D-4F79-B465-012F5371780C}" srcOrd="2" destOrd="0" presId="urn:microsoft.com/office/officeart/2018/2/layout/IconVerticalSolidList"/>
    <dgm:cxn modelId="{999D4060-85F4-4D73-8DE2-A2129D6D723C}" type="presParOf" srcId="{056C047B-1461-43F8-9BFA-BC03B1D3A8EA}" destId="{CB0659D9-37AF-4A27-9642-5BFB432267A4}" srcOrd="3" destOrd="0" presId="urn:microsoft.com/office/officeart/2018/2/layout/IconVerticalSolidList"/>
    <dgm:cxn modelId="{D8120172-7DE6-4F47-BEE8-4CBF5A37E34B}" type="presParOf" srcId="{CB8E5BA3-4544-4B90-BB70-2CFCD443C9B5}" destId="{8BDB6477-C3AF-4AE2-BD48-5450E38FC7E9}" srcOrd="1" destOrd="0" presId="urn:microsoft.com/office/officeart/2018/2/layout/IconVerticalSolidList"/>
    <dgm:cxn modelId="{B62B1CDA-C849-4EEE-A68B-14DD29BE9FCA}" type="presParOf" srcId="{CB8E5BA3-4544-4B90-BB70-2CFCD443C9B5}" destId="{E91F23CB-3558-4554-A89B-513FAB582A9F}" srcOrd="2" destOrd="0" presId="urn:microsoft.com/office/officeart/2018/2/layout/IconVerticalSolidList"/>
    <dgm:cxn modelId="{CEAA217E-89DC-443C-9E5A-7079695D6675}" type="presParOf" srcId="{E91F23CB-3558-4554-A89B-513FAB582A9F}" destId="{9B3D00E4-CA27-4579-9D13-B9F6D778905C}" srcOrd="0" destOrd="0" presId="urn:microsoft.com/office/officeart/2018/2/layout/IconVerticalSolidList"/>
    <dgm:cxn modelId="{C3A21E5A-03EB-484F-BEB6-76CBBF3280A9}" type="presParOf" srcId="{E91F23CB-3558-4554-A89B-513FAB582A9F}" destId="{3697EE20-62E5-48C4-89A1-0A7A1253C494}" srcOrd="1" destOrd="0" presId="urn:microsoft.com/office/officeart/2018/2/layout/IconVerticalSolidList"/>
    <dgm:cxn modelId="{B3A8E879-238B-4214-A356-8D0D9EB2F6CE}" type="presParOf" srcId="{E91F23CB-3558-4554-A89B-513FAB582A9F}" destId="{E89F4A37-548F-4DB6-BA1B-86CD4E75287C}" srcOrd="2" destOrd="0" presId="urn:microsoft.com/office/officeart/2018/2/layout/IconVerticalSolidList"/>
    <dgm:cxn modelId="{B8EDFDF9-173D-4261-85D6-775228C22438}" type="presParOf" srcId="{E91F23CB-3558-4554-A89B-513FAB582A9F}" destId="{0DB52F68-7AEC-494C-859D-BAE1C3D4C4C5}" srcOrd="3" destOrd="0" presId="urn:microsoft.com/office/officeart/2018/2/layout/IconVerticalSolidList"/>
    <dgm:cxn modelId="{461B53E0-D9D1-40FF-AFBF-A46FA904F315}" type="presParOf" srcId="{CB8E5BA3-4544-4B90-BB70-2CFCD443C9B5}" destId="{D5300880-DA04-4B72-8DD9-CA51203FE390}" srcOrd="3" destOrd="0" presId="urn:microsoft.com/office/officeart/2018/2/layout/IconVerticalSolidList"/>
    <dgm:cxn modelId="{A4BBB0F2-E3B6-435E-B333-B753AA72EDEB}" type="presParOf" srcId="{CB8E5BA3-4544-4B90-BB70-2CFCD443C9B5}" destId="{97487F27-4CD6-4180-BB82-A9362A65A242}" srcOrd="4" destOrd="0" presId="urn:microsoft.com/office/officeart/2018/2/layout/IconVerticalSolidList"/>
    <dgm:cxn modelId="{1F890FC3-A646-47BD-B6B0-28603331300A}" type="presParOf" srcId="{97487F27-4CD6-4180-BB82-A9362A65A242}" destId="{BD60FBC6-1598-446C-B2AA-ECEE3169FE53}" srcOrd="0" destOrd="0" presId="urn:microsoft.com/office/officeart/2018/2/layout/IconVerticalSolidList"/>
    <dgm:cxn modelId="{5E801219-ABAF-4C97-B456-E3C858FDB387}" type="presParOf" srcId="{97487F27-4CD6-4180-BB82-A9362A65A242}" destId="{0601C915-7DB8-4037-88DF-93C5BD860B4A}" srcOrd="1" destOrd="0" presId="urn:microsoft.com/office/officeart/2018/2/layout/IconVerticalSolidList"/>
    <dgm:cxn modelId="{A961A342-7BC9-404A-826A-F03BDC91CCFA}" type="presParOf" srcId="{97487F27-4CD6-4180-BB82-A9362A65A242}" destId="{071C00A2-8D87-4355-8E58-DC92C778450B}" srcOrd="2" destOrd="0" presId="urn:microsoft.com/office/officeart/2018/2/layout/IconVerticalSolidList"/>
    <dgm:cxn modelId="{E6AD9075-3E63-440D-9ACD-94E37D855881}" type="presParOf" srcId="{97487F27-4CD6-4180-BB82-A9362A65A242}" destId="{1972BF25-3730-4398-B549-3E38DB5D59A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3381726-2270-4036-86BC-03E839006085}"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0EA9CA75-D214-4798-A0E0-E0E0996B9A4C}">
      <dgm:prSet/>
      <dgm:spPr/>
      <dgm:t>
        <a:bodyPr/>
        <a:lstStyle/>
        <a:p>
          <a:r>
            <a:rPr lang="en-US"/>
            <a:t>No identity; defined by its values</a:t>
          </a:r>
        </a:p>
      </dgm:t>
    </dgm:pt>
    <dgm:pt modelId="{D3C89E2F-4F7E-4CF8-B530-A57750BB03B4}" type="parTrans" cxnId="{9EC34E28-3128-44A7-981D-DDDB5CD5BEE4}">
      <dgm:prSet/>
      <dgm:spPr/>
      <dgm:t>
        <a:bodyPr/>
        <a:lstStyle/>
        <a:p>
          <a:endParaRPr lang="en-US"/>
        </a:p>
      </dgm:t>
    </dgm:pt>
    <dgm:pt modelId="{7E571D9E-2D03-4DF3-A145-0082B3783B48}" type="sibTrans" cxnId="{9EC34E28-3128-44A7-981D-DDDB5CD5BEE4}">
      <dgm:prSet/>
      <dgm:spPr/>
      <dgm:t>
        <a:bodyPr/>
        <a:lstStyle/>
        <a:p>
          <a:endParaRPr lang="en-US"/>
        </a:p>
      </dgm:t>
    </dgm:pt>
    <dgm:pt modelId="{D45CD56C-99FE-474B-8299-7B1F8D417432}">
      <dgm:prSet/>
      <dgm:spPr/>
      <dgm:t>
        <a:bodyPr/>
        <a:lstStyle/>
        <a:p>
          <a:r>
            <a:rPr lang="en-US"/>
            <a:t>Usually immutable</a:t>
          </a:r>
        </a:p>
      </dgm:t>
    </dgm:pt>
    <dgm:pt modelId="{DE5DF7C7-F4F7-4BB4-8A26-606103EE6F11}" type="parTrans" cxnId="{E9A651C9-80E8-4398-93A9-3380F29DE12A}">
      <dgm:prSet/>
      <dgm:spPr/>
      <dgm:t>
        <a:bodyPr/>
        <a:lstStyle/>
        <a:p>
          <a:endParaRPr lang="en-US"/>
        </a:p>
      </dgm:t>
    </dgm:pt>
    <dgm:pt modelId="{9139B293-6E4F-435C-8E3F-203E09CE3CD0}" type="sibTrans" cxnId="{E9A651C9-80E8-4398-93A9-3380F29DE12A}">
      <dgm:prSet/>
      <dgm:spPr/>
      <dgm:t>
        <a:bodyPr/>
        <a:lstStyle/>
        <a:p>
          <a:endParaRPr lang="en-US"/>
        </a:p>
      </dgm:t>
    </dgm:pt>
    <dgm:pt modelId="{F26CB8F5-1967-49DF-96AC-A7D673E18FF0}">
      <dgm:prSet/>
      <dgm:spPr/>
      <dgm:t>
        <a:bodyPr/>
        <a:lstStyle/>
        <a:p>
          <a:r>
            <a:rPr lang="en-US"/>
            <a:t>Great for expressing concepts: Money, Email, DateRange</a:t>
          </a:r>
        </a:p>
      </dgm:t>
    </dgm:pt>
    <dgm:pt modelId="{3FCC43B0-72B1-47B6-8FC4-8B88826639A5}" type="parTrans" cxnId="{A9054D8A-6FBA-4F62-B5E8-04042C3A3DD2}">
      <dgm:prSet/>
      <dgm:spPr/>
      <dgm:t>
        <a:bodyPr/>
        <a:lstStyle/>
        <a:p>
          <a:endParaRPr lang="en-US"/>
        </a:p>
      </dgm:t>
    </dgm:pt>
    <dgm:pt modelId="{049640D5-C0D8-485E-86BD-A3B8D26B0F0F}" type="sibTrans" cxnId="{A9054D8A-6FBA-4F62-B5E8-04042C3A3DD2}">
      <dgm:prSet/>
      <dgm:spPr/>
      <dgm:t>
        <a:bodyPr/>
        <a:lstStyle/>
        <a:p>
          <a:endParaRPr lang="en-US"/>
        </a:p>
      </dgm:t>
    </dgm:pt>
    <dgm:pt modelId="{E8E65595-47AE-E743-AE0A-274B47E85FA8}" type="pres">
      <dgm:prSet presAssocID="{53381726-2270-4036-86BC-03E839006085}" presName="hierChild1" presStyleCnt="0">
        <dgm:presLayoutVars>
          <dgm:chPref val="1"/>
          <dgm:dir/>
          <dgm:animOne val="branch"/>
          <dgm:animLvl val="lvl"/>
          <dgm:resizeHandles/>
        </dgm:presLayoutVars>
      </dgm:prSet>
      <dgm:spPr/>
    </dgm:pt>
    <dgm:pt modelId="{AF14588E-83CF-AA43-90A1-702FB787DB04}" type="pres">
      <dgm:prSet presAssocID="{0EA9CA75-D214-4798-A0E0-E0E0996B9A4C}" presName="hierRoot1" presStyleCnt="0"/>
      <dgm:spPr/>
    </dgm:pt>
    <dgm:pt modelId="{6EF2894F-0ABB-6441-A5A8-476BB99BB0A4}" type="pres">
      <dgm:prSet presAssocID="{0EA9CA75-D214-4798-A0E0-E0E0996B9A4C}" presName="composite" presStyleCnt="0"/>
      <dgm:spPr/>
    </dgm:pt>
    <dgm:pt modelId="{DB5A43F9-E272-8040-93EC-CD4A117A1D5D}" type="pres">
      <dgm:prSet presAssocID="{0EA9CA75-D214-4798-A0E0-E0E0996B9A4C}" presName="background" presStyleLbl="node0" presStyleIdx="0" presStyleCnt="3"/>
      <dgm:spPr/>
    </dgm:pt>
    <dgm:pt modelId="{6EDC319A-D176-8A4A-9684-FD7B3C4E34A4}" type="pres">
      <dgm:prSet presAssocID="{0EA9CA75-D214-4798-A0E0-E0E0996B9A4C}" presName="text" presStyleLbl="fgAcc0" presStyleIdx="0" presStyleCnt="3">
        <dgm:presLayoutVars>
          <dgm:chPref val="3"/>
        </dgm:presLayoutVars>
      </dgm:prSet>
      <dgm:spPr/>
    </dgm:pt>
    <dgm:pt modelId="{C4EC5D66-544E-E146-9AC6-84AA6287DED6}" type="pres">
      <dgm:prSet presAssocID="{0EA9CA75-D214-4798-A0E0-E0E0996B9A4C}" presName="hierChild2" presStyleCnt="0"/>
      <dgm:spPr/>
    </dgm:pt>
    <dgm:pt modelId="{0BF0D0AD-1207-7F48-B99F-41BC3FEED0E2}" type="pres">
      <dgm:prSet presAssocID="{D45CD56C-99FE-474B-8299-7B1F8D417432}" presName="hierRoot1" presStyleCnt="0"/>
      <dgm:spPr/>
    </dgm:pt>
    <dgm:pt modelId="{B011DFB1-5A9C-E14F-990F-E6DEB811B71B}" type="pres">
      <dgm:prSet presAssocID="{D45CD56C-99FE-474B-8299-7B1F8D417432}" presName="composite" presStyleCnt="0"/>
      <dgm:spPr/>
    </dgm:pt>
    <dgm:pt modelId="{6992B6C3-2133-C24E-8C11-4F5B9CEBA8BB}" type="pres">
      <dgm:prSet presAssocID="{D45CD56C-99FE-474B-8299-7B1F8D417432}" presName="background" presStyleLbl="node0" presStyleIdx="1" presStyleCnt="3"/>
      <dgm:spPr/>
    </dgm:pt>
    <dgm:pt modelId="{1B7F1371-BF85-8D4E-A8EB-5C7CC6104802}" type="pres">
      <dgm:prSet presAssocID="{D45CD56C-99FE-474B-8299-7B1F8D417432}" presName="text" presStyleLbl="fgAcc0" presStyleIdx="1" presStyleCnt="3">
        <dgm:presLayoutVars>
          <dgm:chPref val="3"/>
        </dgm:presLayoutVars>
      </dgm:prSet>
      <dgm:spPr/>
    </dgm:pt>
    <dgm:pt modelId="{4529C044-5009-4645-926E-69B5B67DF8EC}" type="pres">
      <dgm:prSet presAssocID="{D45CD56C-99FE-474B-8299-7B1F8D417432}" presName="hierChild2" presStyleCnt="0"/>
      <dgm:spPr/>
    </dgm:pt>
    <dgm:pt modelId="{1B75BE9A-6290-0D4E-B8BE-5CDAD529A75D}" type="pres">
      <dgm:prSet presAssocID="{F26CB8F5-1967-49DF-96AC-A7D673E18FF0}" presName="hierRoot1" presStyleCnt="0"/>
      <dgm:spPr/>
    </dgm:pt>
    <dgm:pt modelId="{F01DBFEA-8178-8D43-BBD1-19B85326E0D5}" type="pres">
      <dgm:prSet presAssocID="{F26CB8F5-1967-49DF-96AC-A7D673E18FF0}" presName="composite" presStyleCnt="0"/>
      <dgm:spPr/>
    </dgm:pt>
    <dgm:pt modelId="{04F15065-36FF-6A44-8B50-47E20462019F}" type="pres">
      <dgm:prSet presAssocID="{F26CB8F5-1967-49DF-96AC-A7D673E18FF0}" presName="background" presStyleLbl="node0" presStyleIdx="2" presStyleCnt="3"/>
      <dgm:spPr/>
    </dgm:pt>
    <dgm:pt modelId="{AC349E26-1DE3-2A46-8A90-9A98FC72A3E9}" type="pres">
      <dgm:prSet presAssocID="{F26CB8F5-1967-49DF-96AC-A7D673E18FF0}" presName="text" presStyleLbl="fgAcc0" presStyleIdx="2" presStyleCnt="3">
        <dgm:presLayoutVars>
          <dgm:chPref val="3"/>
        </dgm:presLayoutVars>
      </dgm:prSet>
      <dgm:spPr/>
    </dgm:pt>
    <dgm:pt modelId="{796C352C-7AD0-8241-B55D-2748145985AB}" type="pres">
      <dgm:prSet presAssocID="{F26CB8F5-1967-49DF-96AC-A7D673E18FF0}" presName="hierChild2" presStyleCnt="0"/>
      <dgm:spPr/>
    </dgm:pt>
  </dgm:ptLst>
  <dgm:cxnLst>
    <dgm:cxn modelId="{9EC34E28-3128-44A7-981D-DDDB5CD5BEE4}" srcId="{53381726-2270-4036-86BC-03E839006085}" destId="{0EA9CA75-D214-4798-A0E0-E0E0996B9A4C}" srcOrd="0" destOrd="0" parTransId="{D3C89E2F-4F7E-4CF8-B530-A57750BB03B4}" sibTransId="{7E571D9E-2D03-4DF3-A145-0082B3783B48}"/>
    <dgm:cxn modelId="{F676F64B-901D-DC49-9639-95AC79FDA3F1}" type="presOf" srcId="{53381726-2270-4036-86BC-03E839006085}" destId="{E8E65595-47AE-E743-AE0A-274B47E85FA8}" srcOrd="0" destOrd="0" presId="urn:microsoft.com/office/officeart/2005/8/layout/hierarchy1"/>
    <dgm:cxn modelId="{CA06BA6A-1DA4-EA41-8076-4AC24266BF40}" type="presOf" srcId="{F26CB8F5-1967-49DF-96AC-A7D673E18FF0}" destId="{AC349E26-1DE3-2A46-8A90-9A98FC72A3E9}" srcOrd="0" destOrd="0" presId="urn:microsoft.com/office/officeart/2005/8/layout/hierarchy1"/>
    <dgm:cxn modelId="{BAB14070-0834-1049-A580-9DFF124BC1BD}" type="presOf" srcId="{0EA9CA75-D214-4798-A0E0-E0E0996B9A4C}" destId="{6EDC319A-D176-8A4A-9684-FD7B3C4E34A4}" srcOrd="0" destOrd="0" presId="urn:microsoft.com/office/officeart/2005/8/layout/hierarchy1"/>
    <dgm:cxn modelId="{C3CD6F81-ABCA-6B49-B814-712E4114DDC9}" type="presOf" srcId="{D45CD56C-99FE-474B-8299-7B1F8D417432}" destId="{1B7F1371-BF85-8D4E-A8EB-5C7CC6104802}" srcOrd="0" destOrd="0" presId="urn:microsoft.com/office/officeart/2005/8/layout/hierarchy1"/>
    <dgm:cxn modelId="{A9054D8A-6FBA-4F62-B5E8-04042C3A3DD2}" srcId="{53381726-2270-4036-86BC-03E839006085}" destId="{F26CB8F5-1967-49DF-96AC-A7D673E18FF0}" srcOrd="2" destOrd="0" parTransId="{3FCC43B0-72B1-47B6-8FC4-8B88826639A5}" sibTransId="{049640D5-C0D8-485E-86BD-A3B8D26B0F0F}"/>
    <dgm:cxn modelId="{E9A651C9-80E8-4398-93A9-3380F29DE12A}" srcId="{53381726-2270-4036-86BC-03E839006085}" destId="{D45CD56C-99FE-474B-8299-7B1F8D417432}" srcOrd="1" destOrd="0" parTransId="{DE5DF7C7-F4F7-4BB4-8A26-606103EE6F11}" sibTransId="{9139B293-6E4F-435C-8E3F-203E09CE3CD0}"/>
    <dgm:cxn modelId="{F0F25D9D-BEEC-5747-B903-A20F4049E373}" type="presParOf" srcId="{E8E65595-47AE-E743-AE0A-274B47E85FA8}" destId="{AF14588E-83CF-AA43-90A1-702FB787DB04}" srcOrd="0" destOrd="0" presId="urn:microsoft.com/office/officeart/2005/8/layout/hierarchy1"/>
    <dgm:cxn modelId="{EA158813-D1FE-1A44-953C-2F32E8B93588}" type="presParOf" srcId="{AF14588E-83CF-AA43-90A1-702FB787DB04}" destId="{6EF2894F-0ABB-6441-A5A8-476BB99BB0A4}" srcOrd="0" destOrd="0" presId="urn:microsoft.com/office/officeart/2005/8/layout/hierarchy1"/>
    <dgm:cxn modelId="{BBDBA3E7-981D-9443-A2E9-30D41CCE7C54}" type="presParOf" srcId="{6EF2894F-0ABB-6441-A5A8-476BB99BB0A4}" destId="{DB5A43F9-E272-8040-93EC-CD4A117A1D5D}" srcOrd="0" destOrd="0" presId="urn:microsoft.com/office/officeart/2005/8/layout/hierarchy1"/>
    <dgm:cxn modelId="{9DA432A8-26C7-3D47-94E5-5A0EB0323C89}" type="presParOf" srcId="{6EF2894F-0ABB-6441-A5A8-476BB99BB0A4}" destId="{6EDC319A-D176-8A4A-9684-FD7B3C4E34A4}" srcOrd="1" destOrd="0" presId="urn:microsoft.com/office/officeart/2005/8/layout/hierarchy1"/>
    <dgm:cxn modelId="{7177ADD8-0E6D-F04F-9063-3AB4051E7C8C}" type="presParOf" srcId="{AF14588E-83CF-AA43-90A1-702FB787DB04}" destId="{C4EC5D66-544E-E146-9AC6-84AA6287DED6}" srcOrd="1" destOrd="0" presId="urn:microsoft.com/office/officeart/2005/8/layout/hierarchy1"/>
    <dgm:cxn modelId="{E0D0E7CC-3078-6A4A-9FCC-7711DE1A1F0E}" type="presParOf" srcId="{E8E65595-47AE-E743-AE0A-274B47E85FA8}" destId="{0BF0D0AD-1207-7F48-B99F-41BC3FEED0E2}" srcOrd="1" destOrd="0" presId="urn:microsoft.com/office/officeart/2005/8/layout/hierarchy1"/>
    <dgm:cxn modelId="{25C2D767-BC47-764B-8C2A-6D1C76C75E46}" type="presParOf" srcId="{0BF0D0AD-1207-7F48-B99F-41BC3FEED0E2}" destId="{B011DFB1-5A9C-E14F-990F-E6DEB811B71B}" srcOrd="0" destOrd="0" presId="urn:microsoft.com/office/officeart/2005/8/layout/hierarchy1"/>
    <dgm:cxn modelId="{51F0C66A-35FB-CF45-B101-9BC0B8B4A911}" type="presParOf" srcId="{B011DFB1-5A9C-E14F-990F-E6DEB811B71B}" destId="{6992B6C3-2133-C24E-8C11-4F5B9CEBA8BB}" srcOrd="0" destOrd="0" presId="urn:microsoft.com/office/officeart/2005/8/layout/hierarchy1"/>
    <dgm:cxn modelId="{AD240F7E-F8BA-DB4A-894E-C8D49E773295}" type="presParOf" srcId="{B011DFB1-5A9C-E14F-990F-E6DEB811B71B}" destId="{1B7F1371-BF85-8D4E-A8EB-5C7CC6104802}" srcOrd="1" destOrd="0" presId="urn:microsoft.com/office/officeart/2005/8/layout/hierarchy1"/>
    <dgm:cxn modelId="{F86F5131-245B-B04A-9D8C-4B31767CE942}" type="presParOf" srcId="{0BF0D0AD-1207-7F48-B99F-41BC3FEED0E2}" destId="{4529C044-5009-4645-926E-69B5B67DF8EC}" srcOrd="1" destOrd="0" presId="urn:microsoft.com/office/officeart/2005/8/layout/hierarchy1"/>
    <dgm:cxn modelId="{B4B906D3-0473-6842-977B-2AACCFF05064}" type="presParOf" srcId="{E8E65595-47AE-E743-AE0A-274B47E85FA8}" destId="{1B75BE9A-6290-0D4E-B8BE-5CDAD529A75D}" srcOrd="2" destOrd="0" presId="urn:microsoft.com/office/officeart/2005/8/layout/hierarchy1"/>
    <dgm:cxn modelId="{71B65D22-14B0-B84B-9FC2-6B1CB6CE1A2D}" type="presParOf" srcId="{1B75BE9A-6290-0D4E-B8BE-5CDAD529A75D}" destId="{F01DBFEA-8178-8D43-BBD1-19B85326E0D5}" srcOrd="0" destOrd="0" presId="urn:microsoft.com/office/officeart/2005/8/layout/hierarchy1"/>
    <dgm:cxn modelId="{363656BC-1C88-DA4F-BB78-8E48E187616C}" type="presParOf" srcId="{F01DBFEA-8178-8D43-BBD1-19B85326E0D5}" destId="{04F15065-36FF-6A44-8B50-47E20462019F}" srcOrd="0" destOrd="0" presId="urn:microsoft.com/office/officeart/2005/8/layout/hierarchy1"/>
    <dgm:cxn modelId="{A71D6079-9085-AF4D-8869-FCFE87E7483B}" type="presParOf" srcId="{F01DBFEA-8178-8D43-BBD1-19B85326E0D5}" destId="{AC349E26-1DE3-2A46-8A90-9A98FC72A3E9}" srcOrd="1" destOrd="0" presId="urn:microsoft.com/office/officeart/2005/8/layout/hierarchy1"/>
    <dgm:cxn modelId="{3D9D6D08-1A3A-0B47-A724-85F16DA2B277}" type="presParOf" srcId="{1B75BE9A-6290-0D4E-B8BE-5CDAD529A75D}" destId="{796C352C-7AD0-8241-B55D-2748145985A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E5A1AB1-96FB-4810-B431-8EBB872F081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A01F30F-3CAA-46BF-939C-DEC9DFB2549B}">
      <dgm:prSet/>
      <dgm:spPr/>
      <dgm:t>
        <a:bodyPr/>
        <a:lstStyle/>
        <a:p>
          <a:r>
            <a:rPr lang="en-US"/>
            <a:t>Encapsulate validation (e.g., Email format)</a:t>
          </a:r>
        </a:p>
      </dgm:t>
    </dgm:pt>
    <dgm:pt modelId="{F52A2F70-8BB1-4D8C-B475-C8126053B91A}" type="parTrans" cxnId="{F7583C22-BC41-4530-8D95-1541A56672D9}">
      <dgm:prSet/>
      <dgm:spPr/>
      <dgm:t>
        <a:bodyPr/>
        <a:lstStyle/>
        <a:p>
          <a:endParaRPr lang="en-US"/>
        </a:p>
      </dgm:t>
    </dgm:pt>
    <dgm:pt modelId="{C9D580EF-C854-4671-A8FE-17CA2522AFF9}" type="sibTrans" cxnId="{F7583C22-BC41-4530-8D95-1541A56672D9}">
      <dgm:prSet/>
      <dgm:spPr/>
      <dgm:t>
        <a:bodyPr/>
        <a:lstStyle/>
        <a:p>
          <a:endParaRPr lang="en-US"/>
        </a:p>
      </dgm:t>
    </dgm:pt>
    <dgm:pt modelId="{D035A64E-3A15-46D8-822D-353BD82E15B1}">
      <dgm:prSet/>
      <dgm:spPr/>
      <dgm:t>
        <a:bodyPr/>
        <a:lstStyle/>
        <a:p>
          <a:r>
            <a:rPr lang="en-US"/>
            <a:t>Encapsulate rules (e.g., Money + Money requires same currency)</a:t>
          </a:r>
        </a:p>
      </dgm:t>
    </dgm:pt>
    <dgm:pt modelId="{9C4A6191-9066-4BD6-97B9-4C3AB63E4D8F}" type="parTrans" cxnId="{53340222-687D-4F7E-8BD6-73C17D046AE5}">
      <dgm:prSet/>
      <dgm:spPr/>
      <dgm:t>
        <a:bodyPr/>
        <a:lstStyle/>
        <a:p>
          <a:endParaRPr lang="en-US"/>
        </a:p>
      </dgm:t>
    </dgm:pt>
    <dgm:pt modelId="{016544DB-46DE-4129-9E12-29C685524928}" type="sibTrans" cxnId="{53340222-687D-4F7E-8BD6-73C17D046AE5}">
      <dgm:prSet/>
      <dgm:spPr/>
      <dgm:t>
        <a:bodyPr/>
        <a:lstStyle/>
        <a:p>
          <a:endParaRPr lang="en-US"/>
        </a:p>
      </dgm:t>
    </dgm:pt>
    <dgm:pt modelId="{E1A883FC-ACBB-40D9-B682-CB71BDE53DDA}">
      <dgm:prSet/>
      <dgm:spPr/>
      <dgm:t>
        <a:bodyPr/>
        <a:lstStyle/>
        <a:p>
          <a:r>
            <a:rPr lang="en-US"/>
            <a:t>Improve readability and correctness</a:t>
          </a:r>
        </a:p>
      </dgm:t>
    </dgm:pt>
    <dgm:pt modelId="{A51E85BF-7DFB-47D2-ADF3-8D67B79F3E8D}" type="parTrans" cxnId="{7A123B52-DFB5-497D-BF0C-E072F069F068}">
      <dgm:prSet/>
      <dgm:spPr/>
      <dgm:t>
        <a:bodyPr/>
        <a:lstStyle/>
        <a:p>
          <a:endParaRPr lang="en-US"/>
        </a:p>
      </dgm:t>
    </dgm:pt>
    <dgm:pt modelId="{BD9FBF18-68E2-4361-8940-9FD966739B3D}" type="sibTrans" cxnId="{7A123B52-DFB5-497D-BF0C-E072F069F068}">
      <dgm:prSet/>
      <dgm:spPr/>
      <dgm:t>
        <a:bodyPr/>
        <a:lstStyle/>
        <a:p>
          <a:endParaRPr lang="en-US"/>
        </a:p>
      </dgm:t>
    </dgm:pt>
    <dgm:pt modelId="{08301498-1F1E-49D8-957B-F34A0D6E9E55}" type="pres">
      <dgm:prSet presAssocID="{7E5A1AB1-96FB-4810-B431-8EBB872F081A}" presName="root" presStyleCnt="0">
        <dgm:presLayoutVars>
          <dgm:dir/>
          <dgm:resizeHandles val="exact"/>
        </dgm:presLayoutVars>
      </dgm:prSet>
      <dgm:spPr/>
    </dgm:pt>
    <dgm:pt modelId="{633F1359-5602-4D78-84F1-17DE98B49E70}" type="pres">
      <dgm:prSet presAssocID="{0A01F30F-3CAA-46BF-939C-DEC9DFB2549B}" presName="compNode" presStyleCnt="0"/>
      <dgm:spPr/>
    </dgm:pt>
    <dgm:pt modelId="{C276EC94-BC8C-4064-8FB1-C5397D6F71F4}" type="pres">
      <dgm:prSet presAssocID="{0A01F30F-3CAA-46BF-939C-DEC9DFB2549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nd"/>
        </a:ext>
      </dgm:extLst>
    </dgm:pt>
    <dgm:pt modelId="{E2C7D565-A3CF-4314-9AB6-B553EB4050A4}" type="pres">
      <dgm:prSet presAssocID="{0A01F30F-3CAA-46BF-939C-DEC9DFB2549B}" presName="spaceRect" presStyleCnt="0"/>
      <dgm:spPr/>
    </dgm:pt>
    <dgm:pt modelId="{91ED9ED6-5410-46A6-B2C7-0039C6F7E7B9}" type="pres">
      <dgm:prSet presAssocID="{0A01F30F-3CAA-46BF-939C-DEC9DFB2549B}" presName="textRect" presStyleLbl="revTx" presStyleIdx="0" presStyleCnt="3">
        <dgm:presLayoutVars>
          <dgm:chMax val="1"/>
          <dgm:chPref val="1"/>
        </dgm:presLayoutVars>
      </dgm:prSet>
      <dgm:spPr/>
    </dgm:pt>
    <dgm:pt modelId="{BC03A6F8-7E6C-482D-9609-D936481660A7}" type="pres">
      <dgm:prSet presAssocID="{C9D580EF-C854-4671-A8FE-17CA2522AFF9}" presName="sibTrans" presStyleCnt="0"/>
      <dgm:spPr/>
    </dgm:pt>
    <dgm:pt modelId="{A66F99C5-F52A-4322-8ECE-B2689E20EB6F}" type="pres">
      <dgm:prSet presAssocID="{D035A64E-3A15-46D8-822D-353BD82E15B1}" presName="compNode" presStyleCnt="0"/>
      <dgm:spPr/>
    </dgm:pt>
    <dgm:pt modelId="{41CA746B-546F-419D-93A8-26971677E646}" type="pres">
      <dgm:prSet presAssocID="{D035A64E-3A15-46D8-822D-353BD82E15B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uro"/>
        </a:ext>
      </dgm:extLst>
    </dgm:pt>
    <dgm:pt modelId="{DCC9768A-7FFF-4073-B7AB-B65DA3644A0D}" type="pres">
      <dgm:prSet presAssocID="{D035A64E-3A15-46D8-822D-353BD82E15B1}" presName="spaceRect" presStyleCnt="0"/>
      <dgm:spPr/>
    </dgm:pt>
    <dgm:pt modelId="{95F57976-1E66-4F04-A435-F57ECDCDC156}" type="pres">
      <dgm:prSet presAssocID="{D035A64E-3A15-46D8-822D-353BD82E15B1}" presName="textRect" presStyleLbl="revTx" presStyleIdx="1" presStyleCnt="3">
        <dgm:presLayoutVars>
          <dgm:chMax val="1"/>
          <dgm:chPref val="1"/>
        </dgm:presLayoutVars>
      </dgm:prSet>
      <dgm:spPr/>
    </dgm:pt>
    <dgm:pt modelId="{53AD7CA6-8F45-4BE5-89BF-7FAAE273F3B6}" type="pres">
      <dgm:prSet presAssocID="{016544DB-46DE-4129-9E12-29C685524928}" presName="sibTrans" presStyleCnt="0"/>
      <dgm:spPr/>
    </dgm:pt>
    <dgm:pt modelId="{4F54FB29-CD6F-44B7-BFC5-41F9CEE9980A}" type="pres">
      <dgm:prSet presAssocID="{E1A883FC-ACBB-40D9-B682-CB71BDE53DDA}" presName="compNode" presStyleCnt="0"/>
      <dgm:spPr/>
    </dgm:pt>
    <dgm:pt modelId="{389CC46A-E0CB-472E-BA11-703A915CE445}" type="pres">
      <dgm:prSet presAssocID="{E1A883FC-ACBB-40D9-B682-CB71BDE53DD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0165827C-16FF-43D3-9716-5BB4AB233406}" type="pres">
      <dgm:prSet presAssocID="{E1A883FC-ACBB-40D9-B682-CB71BDE53DDA}" presName="spaceRect" presStyleCnt="0"/>
      <dgm:spPr/>
    </dgm:pt>
    <dgm:pt modelId="{8ADCFF0D-F683-4DBE-82F0-8C313CFE7B49}" type="pres">
      <dgm:prSet presAssocID="{E1A883FC-ACBB-40D9-B682-CB71BDE53DDA}" presName="textRect" presStyleLbl="revTx" presStyleIdx="2" presStyleCnt="3">
        <dgm:presLayoutVars>
          <dgm:chMax val="1"/>
          <dgm:chPref val="1"/>
        </dgm:presLayoutVars>
      </dgm:prSet>
      <dgm:spPr/>
    </dgm:pt>
  </dgm:ptLst>
  <dgm:cxnLst>
    <dgm:cxn modelId="{53340222-687D-4F7E-8BD6-73C17D046AE5}" srcId="{7E5A1AB1-96FB-4810-B431-8EBB872F081A}" destId="{D035A64E-3A15-46D8-822D-353BD82E15B1}" srcOrd="1" destOrd="0" parTransId="{9C4A6191-9066-4BD6-97B9-4C3AB63E4D8F}" sibTransId="{016544DB-46DE-4129-9E12-29C685524928}"/>
    <dgm:cxn modelId="{F7583C22-BC41-4530-8D95-1541A56672D9}" srcId="{7E5A1AB1-96FB-4810-B431-8EBB872F081A}" destId="{0A01F30F-3CAA-46BF-939C-DEC9DFB2549B}" srcOrd="0" destOrd="0" parTransId="{F52A2F70-8BB1-4D8C-B475-C8126053B91A}" sibTransId="{C9D580EF-C854-4671-A8FE-17CA2522AFF9}"/>
    <dgm:cxn modelId="{7A123B52-DFB5-497D-BF0C-E072F069F068}" srcId="{7E5A1AB1-96FB-4810-B431-8EBB872F081A}" destId="{E1A883FC-ACBB-40D9-B682-CB71BDE53DDA}" srcOrd="2" destOrd="0" parTransId="{A51E85BF-7DFB-47D2-ADF3-8D67B79F3E8D}" sibTransId="{BD9FBF18-68E2-4361-8940-9FD966739B3D}"/>
    <dgm:cxn modelId="{2AECE165-B606-4E71-BAFE-93E1F34467DF}" type="presOf" srcId="{D035A64E-3A15-46D8-822D-353BD82E15B1}" destId="{95F57976-1E66-4F04-A435-F57ECDCDC156}" srcOrd="0" destOrd="0" presId="urn:microsoft.com/office/officeart/2018/2/layout/IconLabelList"/>
    <dgm:cxn modelId="{65C8D86C-AF3D-4151-BD96-94D8D3F31B23}" type="presOf" srcId="{7E5A1AB1-96FB-4810-B431-8EBB872F081A}" destId="{08301498-1F1E-49D8-957B-F34A0D6E9E55}" srcOrd="0" destOrd="0" presId="urn:microsoft.com/office/officeart/2018/2/layout/IconLabelList"/>
    <dgm:cxn modelId="{EE30A08C-AF73-4BF0-8D51-389E0EAFF6A2}" type="presOf" srcId="{0A01F30F-3CAA-46BF-939C-DEC9DFB2549B}" destId="{91ED9ED6-5410-46A6-B2C7-0039C6F7E7B9}" srcOrd="0" destOrd="0" presId="urn:microsoft.com/office/officeart/2018/2/layout/IconLabelList"/>
    <dgm:cxn modelId="{249AF3B6-27F4-4A6C-9F6A-3EF67B93E0CA}" type="presOf" srcId="{E1A883FC-ACBB-40D9-B682-CB71BDE53DDA}" destId="{8ADCFF0D-F683-4DBE-82F0-8C313CFE7B49}" srcOrd="0" destOrd="0" presId="urn:microsoft.com/office/officeart/2018/2/layout/IconLabelList"/>
    <dgm:cxn modelId="{ED546DDD-0C31-4133-814C-6AD7403ABA0F}" type="presParOf" srcId="{08301498-1F1E-49D8-957B-F34A0D6E9E55}" destId="{633F1359-5602-4D78-84F1-17DE98B49E70}" srcOrd="0" destOrd="0" presId="urn:microsoft.com/office/officeart/2018/2/layout/IconLabelList"/>
    <dgm:cxn modelId="{0F4B2D51-5F36-4E1D-A0C8-BE105CD282A2}" type="presParOf" srcId="{633F1359-5602-4D78-84F1-17DE98B49E70}" destId="{C276EC94-BC8C-4064-8FB1-C5397D6F71F4}" srcOrd="0" destOrd="0" presId="urn:microsoft.com/office/officeart/2018/2/layout/IconLabelList"/>
    <dgm:cxn modelId="{C78FB19F-82B6-47EE-9F4C-3A69178647A6}" type="presParOf" srcId="{633F1359-5602-4D78-84F1-17DE98B49E70}" destId="{E2C7D565-A3CF-4314-9AB6-B553EB4050A4}" srcOrd="1" destOrd="0" presId="urn:microsoft.com/office/officeart/2018/2/layout/IconLabelList"/>
    <dgm:cxn modelId="{86331B07-1F22-4951-9444-335F331F946E}" type="presParOf" srcId="{633F1359-5602-4D78-84F1-17DE98B49E70}" destId="{91ED9ED6-5410-46A6-B2C7-0039C6F7E7B9}" srcOrd="2" destOrd="0" presId="urn:microsoft.com/office/officeart/2018/2/layout/IconLabelList"/>
    <dgm:cxn modelId="{09CED7AC-51B1-4A14-A861-80A94A249478}" type="presParOf" srcId="{08301498-1F1E-49D8-957B-F34A0D6E9E55}" destId="{BC03A6F8-7E6C-482D-9609-D936481660A7}" srcOrd="1" destOrd="0" presId="urn:microsoft.com/office/officeart/2018/2/layout/IconLabelList"/>
    <dgm:cxn modelId="{8E713B46-6AA5-4388-9DF3-3A0A002D28AE}" type="presParOf" srcId="{08301498-1F1E-49D8-957B-F34A0D6E9E55}" destId="{A66F99C5-F52A-4322-8ECE-B2689E20EB6F}" srcOrd="2" destOrd="0" presId="urn:microsoft.com/office/officeart/2018/2/layout/IconLabelList"/>
    <dgm:cxn modelId="{0449E14C-8AF7-4BBC-9EBC-9A8397C05AD5}" type="presParOf" srcId="{A66F99C5-F52A-4322-8ECE-B2689E20EB6F}" destId="{41CA746B-546F-419D-93A8-26971677E646}" srcOrd="0" destOrd="0" presId="urn:microsoft.com/office/officeart/2018/2/layout/IconLabelList"/>
    <dgm:cxn modelId="{C2154667-9459-4DB4-A93A-5E1759E49099}" type="presParOf" srcId="{A66F99C5-F52A-4322-8ECE-B2689E20EB6F}" destId="{DCC9768A-7FFF-4073-B7AB-B65DA3644A0D}" srcOrd="1" destOrd="0" presId="urn:microsoft.com/office/officeart/2018/2/layout/IconLabelList"/>
    <dgm:cxn modelId="{1837E1CD-C686-41B4-B04A-7356480E3987}" type="presParOf" srcId="{A66F99C5-F52A-4322-8ECE-B2689E20EB6F}" destId="{95F57976-1E66-4F04-A435-F57ECDCDC156}" srcOrd="2" destOrd="0" presId="urn:microsoft.com/office/officeart/2018/2/layout/IconLabelList"/>
    <dgm:cxn modelId="{F7406B73-26AE-49B7-A2E5-9D45218C8328}" type="presParOf" srcId="{08301498-1F1E-49D8-957B-F34A0D6E9E55}" destId="{53AD7CA6-8F45-4BE5-89BF-7FAAE273F3B6}" srcOrd="3" destOrd="0" presId="urn:microsoft.com/office/officeart/2018/2/layout/IconLabelList"/>
    <dgm:cxn modelId="{737E1F17-7AEC-40D9-8D47-E3064FCC62D8}" type="presParOf" srcId="{08301498-1F1E-49D8-957B-F34A0D6E9E55}" destId="{4F54FB29-CD6F-44B7-BFC5-41F9CEE9980A}" srcOrd="4" destOrd="0" presId="urn:microsoft.com/office/officeart/2018/2/layout/IconLabelList"/>
    <dgm:cxn modelId="{564D93E1-6C96-4E8F-AAAC-0337485AD96B}" type="presParOf" srcId="{4F54FB29-CD6F-44B7-BFC5-41F9CEE9980A}" destId="{389CC46A-E0CB-472E-BA11-703A915CE445}" srcOrd="0" destOrd="0" presId="urn:microsoft.com/office/officeart/2018/2/layout/IconLabelList"/>
    <dgm:cxn modelId="{70E6C479-F122-4044-99AC-A71050857A9B}" type="presParOf" srcId="{4F54FB29-CD6F-44B7-BFC5-41F9CEE9980A}" destId="{0165827C-16FF-43D3-9716-5BB4AB233406}" srcOrd="1" destOrd="0" presId="urn:microsoft.com/office/officeart/2018/2/layout/IconLabelList"/>
    <dgm:cxn modelId="{0FF0B42F-AA29-4AA4-A633-81AAFA841AAB}" type="presParOf" srcId="{4F54FB29-CD6F-44B7-BFC5-41F9CEE9980A}" destId="{8ADCFF0D-F683-4DBE-82F0-8C313CFE7B49}"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3FA8DAA-3022-48F5-847F-6E4466434008}"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9F87192D-5288-4599-9CC4-FD789E879448}">
      <dgm:prSet/>
      <dgm:spPr/>
      <dgm:t>
        <a:bodyPr/>
        <a:lstStyle/>
        <a:p>
          <a:r>
            <a:rPr lang="en-US"/>
            <a:t>Only the root can be referenced from outside</a:t>
          </a:r>
        </a:p>
      </dgm:t>
    </dgm:pt>
    <dgm:pt modelId="{047F2DF3-8739-4376-92E8-144DF219CD9F}" type="parTrans" cxnId="{FA13DCEF-6450-428E-8D01-7E7FFFD17407}">
      <dgm:prSet/>
      <dgm:spPr/>
      <dgm:t>
        <a:bodyPr/>
        <a:lstStyle/>
        <a:p>
          <a:endParaRPr lang="en-US"/>
        </a:p>
      </dgm:t>
    </dgm:pt>
    <dgm:pt modelId="{62CDFEF3-9311-4823-BCB6-FF3FAAD580EC}" type="sibTrans" cxnId="{FA13DCEF-6450-428E-8D01-7E7FFFD17407}">
      <dgm:prSet/>
      <dgm:spPr/>
      <dgm:t>
        <a:bodyPr/>
        <a:lstStyle/>
        <a:p>
          <a:endParaRPr lang="en-US"/>
        </a:p>
      </dgm:t>
    </dgm:pt>
    <dgm:pt modelId="{28C271F7-2F82-4FFE-BC57-34E4405A7A3D}">
      <dgm:prSet/>
      <dgm:spPr/>
      <dgm:t>
        <a:bodyPr/>
        <a:lstStyle/>
        <a:p>
          <a:r>
            <a:rPr lang="en-US"/>
            <a:t>Keep aggregates small</a:t>
          </a:r>
        </a:p>
      </dgm:t>
    </dgm:pt>
    <dgm:pt modelId="{4ABC4DF1-4A6A-4DD5-8400-7409DFC77CF3}" type="parTrans" cxnId="{CBBC72E1-6080-43D0-8BC9-A26CC6D7B9A8}">
      <dgm:prSet/>
      <dgm:spPr/>
      <dgm:t>
        <a:bodyPr/>
        <a:lstStyle/>
        <a:p>
          <a:endParaRPr lang="en-US"/>
        </a:p>
      </dgm:t>
    </dgm:pt>
    <dgm:pt modelId="{FEC5FCA7-D11C-4859-8B72-4482695E627C}" type="sibTrans" cxnId="{CBBC72E1-6080-43D0-8BC9-A26CC6D7B9A8}">
      <dgm:prSet/>
      <dgm:spPr/>
      <dgm:t>
        <a:bodyPr/>
        <a:lstStyle/>
        <a:p>
          <a:endParaRPr lang="en-US"/>
        </a:p>
      </dgm:t>
    </dgm:pt>
    <dgm:pt modelId="{DD1EBEF2-C8B8-460E-AEF0-AF4DE1E62197}">
      <dgm:prSet/>
      <dgm:spPr/>
      <dgm:t>
        <a:bodyPr/>
        <a:lstStyle/>
        <a:p>
          <a:r>
            <a:rPr lang="en-US"/>
            <a:t>One aggregate change ≈ one transaction</a:t>
          </a:r>
        </a:p>
      </dgm:t>
    </dgm:pt>
    <dgm:pt modelId="{067BCD81-E946-40B5-97D8-4EC800938107}" type="parTrans" cxnId="{9562723E-0053-4BDA-9236-5B35C86BF5B0}">
      <dgm:prSet/>
      <dgm:spPr/>
      <dgm:t>
        <a:bodyPr/>
        <a:lstStyle/>
        <a:p>
          <a:endParaRPr lang="en-US"/>
        </a:p>
      </dgm:t>
    </dgm:pt>
    <dgm:pt modelId="{6787163B-906B-40F8-881B-6BD350658421}" type="sibTrans" cxnId="{9562723E-0053-4BDA-9236-5B35C86BF5B0}">
      <dgm:prSet/>
      <dgm:spPr/>
      <dgm:t>
        <a:bodyPr/>
        <a:lstStyle/>
        <a:p>
          <a:endParaRPr lang="en-US"/>
        </a:p>
      </dgm:t>
    </dgm:pt>
    <dgm:pt modelId="{43029516-6020-4A3A-AF31-45C0C0432F64}">
      <dgm:prSet/>
      <dgm:spPr/>
      <dgm:t>
        <a:bodyPr/>
        <a:lstStyle/>
        <a:p>
          <a:r>
            <a:rPr lang="en-US"/>
            <a:t>Avoid cross-aggregate invariants in a single transaction</a:t>
          </a:r>
        </a:p>
      </dgm:t>
    </dgm:pt>
    <dgm:pt modelId="{3EFBD9DE-CF13-44E4-87AB-38F1A6C3F3A2}" type="parTrans" cxnId="{E8950B52-9B3C-4220-8CC4-937C3309170C}">
      <dgm:prSet/>
      <dgm:spPr/>
      <dgm:t>
        <a:bodyPr/>
        <a:lstStyle/>
        <a:p>
          <a:endParaRPr lang="en-US"/>
        </a:p>
      </dgm:t>
    </dgm:pt>
    <dgm:pt modelId="{818DC1D6-2623-495F-92E4-2FE4F296A286}" type="sibTrans" cxnId="{E8950B52-9B3C-4220-8CC4-937C3309170C}">
      <dgm:prSet/>
      <dgm:spPr/>
      <dgm:t>
        <a:bodyPr/>
        <a:lstStyle/>
        <a:p>
          <a:endParaRPr lang="en-US"/>
        </a:p>
      </dgm:t>
    </dgm:pt>
    <dgm:pt modelId="{BB5152E8-B594-0E43-9E9E-10DBB534EE9A}" type="pres">
      <dgm:prSet presAssocID="{53FA8DAA-3022-48F5-847F-6E4466434008}" presName="linear" presStyleCnt="0">
        <dgm:presLayoutVars>
          <dgm:animLvl val="lvl"/>
          <dgm:resizeHandles val="exact"/>
        </dgm:presLayoutVars>
      </dgm:prSet>
      <dgm:spPr/>
    </dgm:pt>
    <dgm:pt modelId="{F450A43A-BCAA-3349-8724-AA3A99A56111}" type="pres">
      <dgm:prSet presAssocID="{9F87192D-5288-4599-9CC4-FD789E879448}" presName="parentText" presStyleLbl="node1" presStyleIdx="0" presStyleCnt="4">
        <dgm:presLayoutVars>
          <dgm:chMax val="0"/>
          <dgm:bulletEnabled val="1"/>
        </dgm:presLayoutVars>
      </dgm:prSet>
      <dgm:spPr/>
    </dgm:pt>
    <dgm:pt modelId="{2CFC5C4C-2146-1F4E-802F-71D771A02F0A}" type="pres">
      <dgm:prSet presAssocID="{62CDFEF3-9311-4823-BCB6-FF3FAAD580EC}" presName="spacer" presStyleCnt="0"/>
      <dgm:spPr/>
    </dgm:pt>
    <dgm:pt modelId="{37805C3B-A6C7-104D-B8FC-5C5F8DD93770}" type="pres">
      <dgm:prSet presAssocID="{28C271F7-2F82-4FFE-BC57-34E4405A7A3D}" presName="parentText" presStyleLbl="node1" presStyleIdx="1" presStyleCnt="4">
        <dgm:presLayoutVars>
          <dgm:chMax val="0"/>
          <dgm:bulletEnabled val="1"/>
        </dgm:presLayoutVars>
      </dgm:prSet>
      <dgm:spPr/>
    </dgm:pt>
    <dgm:pt modelId="{39400A91-7CDB-D144-96F4-A0664A6C7B8C}" type="pres">
      <dgm:prSet presAssocID="{FEC5FCA7-D11C-4859-8B72-4482695E627C}" presName="spacer" presStyleCnt="0"/>
      <dgm:spPr/>
    </dgm:pt>
    <dgm:pt modelId="{43434FC0-2C9C-A743-BEED-90D718FFAF5A}" type="pres">
      <dgm:prSet presAssocID="{DD1EBEF2-C8B8-460E-AEF0-AF4DE1E62197}" presName="parentText" presStyleLbl="node1" presStyleIdx="2" presStyleCnt="4">
        <dgm:presLayoutVars>
          <dgm:chMax val="0"/>
          <dgm:bulletEnabled val="1"/>
        </dgm:presLayoutVars>
      </dgm:prSet>
      <dgm:spPr/>
    </dgm:pt>
    <dgm:pt modelId="{7536F970-7D8F-704D-95DA-924FDB440A9E}" type="pres">
      <dgm:prSet presAssocID="{6787163B-906B-40F8-881B-6BD350658421}" presName="spacer" presStyleCnt="0"/>
      <dgm:spPr/>
    </dgm:pt>
    <dgm:pt modelId="{FA8D7697-6C1F-2749-AD4A-8BE421E48A20}" type="pres">
      <dgm:prSet presAssocID="{43029516-6020-4A3A-AF31-45C0C0432F64}" presName="parentText" presStyleLbl="node1" presStyleIdx="3" presStyleCnt="4">
        <dgm:presLayoutVars>
          <dgm:chMax val="0"/>
          <dgm:bulletEnabled val="1"/>
        </dgm:presLayoutVars>
      </dgm:prSet>
      <dgm:spPr/>
    </dgm:pt>
  </dgm:ptLst>
  <dgm:cxnLst>
    <dgm:cxn modelId="{9562723E-0053-4BDA-9236-5B35C86BF5B0}" srcId="{53FA8DAA-3022-48F5-847F-6E4466434008}" destId="{DD1EBEF2-C8B8-460E-AEF0-AF4DE1E62197}" srcOrd="2" destOrd="0" parTransId="{067BCD81-E946-40B5-97D8-4EC800938107}" sibTransId="{6787163B-906B-40F8-881B-6BD350658421}"/>
    <dgm:cxn modelId="{E8950B52-9B3C-4220-8CC4-937C3309170C}" srcId="{53FA8DAA-3022-48F5-847F-6E4466434008}" destId="{43029516-6020-4A3A-AF31-45C0C0432F64}" srcOrd="3" destOrd="0" parTransId="{3EFBD9DE-CF13-44E4-87AB-38F1A6C3F3A2}" sibTransId="{818DC1D6-2623-495F-92E4-2FE4F296A286}"/>
    <dgm:cxn modelId="{A5A87A9C-F887-C642-BE39-67C7872DB995}" type="presOf" srcId="{DD1EBEF2-C8B8-460E-AEF0-AF4DE1E62197}" destId="{43434FC0-2C9C-A743-BEED-90D718FFAF5A}" srcOrd="0" destOrd="0" presId="urn:microsoft.com/office/officeart/2005/8/layout/vList2"/>
    <dgm:cxn modelId="{4C4FE69D-341C-C34D-B26B-44EDD516310B}" type="presOf" srcId="{43029516-6020-4A3A-AF31-45C0C0432F64}" destId="{FA8D7697-6C1F-2749-AD4A-8BE421E48A20}" srcOrd="0" destOrd="0" presId="urn:microsoft.com/office/officeart/2005/8/layout/vList2"/>
    <dgm:cxn modelId="{1C679AAC-EEB9-1741-85C5-34C275C3FF5B}" type="presOf" srcId="{9F87192D-5288-4599-9CC4-FD789E879448}" destId="{F450A43A-BCAA-3349-8724-AA3A99A56111}" srcOrd="0" destOrd="0" presId="urn:microsoft.com/office/officeart/2005/8/layout/vList2"/>
    <dgm:cxn modelId="{B9DC12B2-F275-BF4E-A0BB-DA0826B830FA}" type="presOf" srcId="{28C271F7-2F82-4FFE-BC57-34E4405A7A3D}" destId="{37805C3B-A6C7-104D-B8FC-5C5F8DD93770}" srcOrd="0" destOrd="0" presId="urn:microsoft.com/office/officeart/2005/8/layout/vList2"/>
    <dgm:cxn modelId="{1E95EBB9-5F91-F448-B659-E85325074C31}" type="presOf" srcId="{53FA8DAA-3022-48F5-847F-6E4466434008}" destId="{BB5152E8-B594-0E43-9E9E-10DBB534EE9A}" srcOrd="0" destOrd="0" presId="urn:microsoft.com/office/officeart/2005/8/layout/vList2"/>
    <dgm:cxn modelId="{CBBC72E1-6080-43D0-8BC9-A26CC6D7B9A8}" srcId="{53FA8DAA-3022-48F5-847F-6E4466434008}" destId="{28C271F7-2F82-4FFE-BC57-34E4405A7A3D}" srcOrd="1" destOrd="0" parTransId="{4ABC4DF1-4A6A-4DD5-8400-7409DFC77CF3}" sibTransId="{FEC5FCA7-D11C-4859-8B72-4482695E627C}"/>
    <dgm:cxn modelId="{FA13DCEF-6450-428E-8D01-7E7FFFD17407}" srcId="{53FA8DAA-3022-48F5-847F-6E4466434008}" destId="{9F87192D-5288-4599-9CC4-FD789E879448}" srcOrd="0" destOrd="0" parTransId="{047F2DF3-8739-4376-92E8-144DF219CD9F}" sibTransId="{62CDFEF3-9311-4823-BCB6-FF3FAAD580EC}"/>
    <dgm:cxn modelId="{3F84181B-7D26-B04C-B11B-7EB17559F4BA}" type="presParOf" srcId="{BB5152E8-B594-0E43-9E9E-10DBB534EE9A}" destId="{F450A43A-BCAA-3349-8724-AA3A99A56111}" srcOrd="0" destOrd="0" presId="urn:microsoft.com/office/officeart/2005/8/layout/vList2"/>
    <dgm:cxn modelId="{FF81E921-8424-DC40-9C87-9E116861C42C}" type="presParOf" srcId="{BB5152E8-B594-0E43-9E9E-10DBB534EE9A}" destId="{2CFC5C4C-2146-1F4E-802F-71D771A02F0A}" srcOrd="1" destOrd="0" presId="urn:microsoft.com/office/officeart/2005/8/layout/vList2"/>
    <dgm:cxn modelId="{3560932D-A7A8-2146-9A64-49C6B3A02070}" type="presParOf" srcId="{BB5152E8-B594-0E43-9E9E-10DBB534EE9A}" destId="{37805C3B-A6C7-104D-B8FC-5C5F8DD93770}" srcOrd="2" destOrd="0" presId="urn:microsoft.com/office/officeart/2005/8/layout/vList2"/>
    <dgm:cxn modelId="{0A6BF19F-F584-B14C-88AC-21E243B02016}" type="presParOf" srcId="{BB5152E8-B594-0E43-9E9E-10DBB534EE9A}" destId="{39400A91-7CDB-D144-96F4-A0664A6C7B8C}" srcOrd="3" destOrd="0" presId="urn:microsoft.com/office/officeart/2005/8/layout/vList2"/>
    <dgm:cxn modelId="{863A725E-6ACA-ED44-9A5D-84C00B525776}" type="presParOf" srcId="{BB5152E8-B594-0E43-9E9E-10DBB534EE9A}" destId="{43434FC0-2C9C-A743-BEED-90D718FFAF5A}" srcOrd="4" destOrd="0" presId="urn:microsoft.com/office/officeart/2005/8/layout/vList2"/>
    <dgm:cxn modelId="{C85F0059-14DF-3247-A8D3-ECBF5C5E6706}" type="presParOf" srcId="{BB5152E8-B594-0E43-9E9E-10DBB534EE9A}" destId="{7536F970-7D8F-704D-95DA-924FDB440A9E}" srcOrd="5" destOrd="0" presId="urn:microsoft.com/office/officeart/2005/8/layout/vList2"/>
    <dgm:cxn modelId="{7F8856C8-8F53-F644-A883-D54EC4B763C4}" type="presParOf" srcId="{BB5152E8-B594-0E43-9E9E-10DBB534EE9A}" destId="{FA8D7697-6C1F-2749-AD4A-8BE421E48A20}"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B8600E24-726E-45CB-A0F3-39FCD978D955}" type="doc">
      <dgm:prSet loTypeId="urn:microsoft.com/office/officeart/2005/8/layout/process5" loCatId="process" qsTypeId="urn:microsoft.com/office/officeart/2005/8/quickstyle/simple2" qsCatId="simple" csTypeId="urn:microsoft.com/office/officeart/2005/8/colors/colorful1" csCatId="colorful"/>
      <dgm:spPr/>
      <dgm:t>
        <a:bodyPr/>
        <a:lstStyle/>
        <a:p>
          <a:endParaRPr lang="en-US"/>
        </a:p>
      </dgm:t>
    </dgm:pt>
    <dgm:pt modelId="{A8A4B9E5-6CAD-4743-80D2-7CA8956E089B}">
      <dgm:prSet/>
      <dgm:spPr/>
      <dgm:t>
        <a:bodyPr/>
        <a:lstStyle/>
        <a:p>
          <a:r>
            <a:rPr lang="en-US"/>
            <a:t>Domain logic that doesn’t fit one entity/VO</a:t>
          </a:r>
        </a:p>
      </dgm:t>
    </dgm:pt>
    <dgm:pt modelId="{1D8A5D5A-1D1C-43ED-A55F-C2190C998A58}" type="parTrans" cxnId="{829F793A-B732-4E5D-AC24-8C865DF912C3}">
      <dgm:prSet/>
      <dgm:spPr/>
      <dgm:t>
        <a:bodyPr/>
        <a:lstStyle/>
        <a:p>
          <a:endParaRPr lang="en-US"/>
        </a:p>
      </dgm:t>
    </dgm:pt>
    <dgm:pt modelId="{F6CC643E-F789-438A-9787-17F92B388533}" type="sibTrans" cxnId="{829F793A-B732-4E5D-AC24-8C865DF912C3}">
      <dgm:prSet/>
      <dgm:spPr/>
      <dgm:t>
        <a:bodyPr/>
        <a:lstStyle/>
        <a:p>
          <a:endParaRPr lang="en-US"/>
        </a:p>
      </dgm:t>
    </dgm:pt>
    <dgm:pt modelId="{B032A51D-0D9D-44F5-A832-F2A8F71A92C4}">
      <dgm:prSet/>
      <dgm:spPr/>
      <dgm:t>
        <a:bodyPr/>
        <a:lstStyle/>
        <a:p>
          <a:r>
            <a:rPr lang="en-US"/>
            <a:t>Should use ubiquitous language</a:t>
          </a:r>
        </a:p>
      </dgm:t>
    </dgm:pt>
    <dgm:pt modelId="{C62C1F86-857F-4E88-A938-C0F2105FC2A1}" type="parTrans" cxnId="{0DB90AE5-65CA-46B1-963A-410B9DCE6F51}">
      <dgm:prSet/>
      <dgm:spPr/>
      <dgm:t>
        <a:bodyPr/>
        <a:lstStyle/>
        <a:p>
          <a:endParaRPr lang="en-US"/>
        </a:p>
      </dgm:t>
    </dgm:pt>
    <dgm:pt modelId="{1EFEE680-AB11-44D1-AC80-CF3145C86609}" type="sibTrans" cxnId="{0DB90AE5-65CA-46B1-963A-410B9DCE6F51}">
      <dgm:prSet/>
      <dgm:spPr/>
      <dgm:t>
        <a:bodyPr/>
        <a:lstStyle/>
        <a:p>
          <a:endParaRPr lang="en-US"/>
        </a:p>
      </dgm:t>
    </dgm:pt>
    <dgm:pt modelId="{3EA8272F-3D54-4CAD-AA8C-C294A5B928F1}">
      <dgm:prSet/>
      <dgm:spPr/>
      <dgm:t>
        <a:bodyPr/>
        <a:lstStyle/>
        <a:p>
          <a:r>
            <a:rPr lang="en-US"/>
            <a:t>Avoid 'God Services' that do everything</a:t>
          </a:r>
        </a:p>
      </dgm:t>
    </dgm:pt>
    <dgm:pt modelId="{C7378C11-6F35-434F-92D3-A334BCFCC8B4}" type="parTrans" cxnId="{585B47E5-DDB6-4C6D-A03C-94C55CDCE5E3}">
      <dgm:prSet/>
      <dgm:spPr/>
      <dgm:t>
        <a:bodyPr/>
        <a:lstStyle/>
        <a:p>
          <a:endParaRPr lang="en-US"/>
        </a:p>
      </dgm:t>
    </dgm:pt>
    <dgm:pt modelId="{0E9B62DD-AC26-4E38-B547-90F6DDDF53B4}" type="sibTrans" cxnId="{585B47E5-DDB6-4C6D-A03C-94C55CDCE5E3}">
      <dgm:prSet/>
      <dgm:spPr/>
      <dgm:t>
        <a:bodyPr/>
        <a:lstStyle/>
        <a:p>
          <a:endParaRPr lang="en-US"/>
        </a:p>
      </dgm:t>
    </dgm:pt>
    <dgm:pt modelId="{1461E7EE-7E9C-1842-A509-DC2853B2DB3A}" type="pres">
      <dgm:prSet presAssocID="{B8600E24-726E-45CB-A0F3-39FCD978D955}" presName="diagram" presStyleCnt="0">
        <dgm:presLayoutVars>
          <dgm:dir/>
          <dgm:resizeHandles val="exact"/>
        </dgm:presLayoutVars>
      </dgm:prSet>
      <dgm:spPr/>
    </dgm:pt>
    <dgm:pt modelId="{1BD73567-9EFA-724A-889A-701B51F37F52}" type="pres">
      <dgm:prSet presAssocID="{A8A4B9E5-6CAD-4743-80D2-7CA8956E089B}" presName="node" presStyleLbl="node1" presStyleIdx="0" presStyleCnt="3">
        <dgm:presLayoutVars>
          <dgm:bulletEnabled val="1"/>
        </dgm:presLayoutVars>
      </dgm:prSet>
      <dgm:spPr/>
    </dgm:pt>
    <dgm:pt modelId="{AF30D83B-5C90-2E47-9C84-3B41444670DD}" type="pres">
      <dgm:prSet presAssocID="{F6CC643E-F789-438A-9787-17F92B388533}" presName="sibTrans" presStyleLbl="sibTrans2D1" presStyleIdx="0" presStyleCnt="2"/>
      <dgm:spPr/>
    </dgm:pt>
    <dgm:pt modelId="{86AE666E-A630-0444-BC80-FBD8F45C5B21}" type="pres">
      <dgm:prSet presAssocID="{F6CC643E-F789-438A-9787-17F92B388533}" presName="connectorText" presStyleLbl="sibTrans2D1" presStyleIdx="0" presStyleCnt="2"/>
      <dgm:spPr/>
    </dgm:pt>
    <dgm:pt modelId="{11602668-9E5C-3040-95FF-D40773D44366}" type="pres">
      <dgm:prSet presAssocID="{B032A51D-0D9D-44F5-A832-F2A8F71A92C4}" presName="node" presStyleLbl="node1" presStyleIdx="1" presStyleCnt="3">
        <dgm:presLayoutVars>
          <dgm:bulletEnabled val="1"/>
        </dgm:presLayoutVars>
      </dgm:prSet>
      <dgm:spPr/>
    </dgm:pt>
    <dgm:pt modelId="{40500875-8B82-F34B-9199-417A2BBCB793}" type="pres">
      <dgm:prSet presAssocID="{1EFEE680-AB11-44D1-AC80-CF3145C86609}" presName="sibTrans" presStyleLbl="sibTrans2D1" presStyleIdx="1" presStyleCnt="2"/>
      <dgm:spPr/>
    </dgm:pt>
    <dgm:pt modelId="{1E22764D-F31B-F04A-B1D4-10FAA389D8ED}" type="pres">
      <dgm:prSet presAssocID="{1EFEE680-AB11-44D1-AC80-CF3145C86609}" presName="connectorText" presStyleLbl="sibTrans2D1" presStyleIdx="1" presStyleCnt="2"/>
      <dgm:spPr/>
    </dgm:pt>
    <dgm:pt modelId="{3575F59E-8958-2B45-BAB5-D712B411AC49}" type="pres">
      <dgm:prSet presAssocID="{3EA8272F-3D54-4CAD-AA8C-C294A5B928F1}" presName="node" presStyleLbl="node1" presStyleIdx="2" presStyleCnt="3">
        <dgm:presLayoutVars>
          <dgm:bulletEnabled val="1"/>
        </dgm:presLayoutVars>
      </dgm:prSet>
      <dgm:spPr/>
    </dgm:pt>
  </dgm:ptLst>
  <dgm:cxnLst>
    <dgm:cxn modelId="{FBA3BE21-5C63-4643-8E12-1F5E46A6DD66}" type="presOf" srcId="{1EFEE680-AB11-44D1-AC80-CF3145C86609}" destId="{1E22764D-F31B-F04A-B1D4-10FAA389D8ED}" srcOrd="1" destOrd="0" presId="urn:microsoft.com/office/officeart/2005/8/layout/process5"/>
    <dgm:cxn modelId="{829F793A-B732-4E5D-AC24-8C865DF912C3}" srcId="{B8600E24-726E-45CB-A0F3-39FCD978D955}" destId="{A8A4B9E5-6CAD-4743-80D2-7CA8956E089B}" srcOrd="0" destOrd="0" parTransId="{1D8A5D5A-1D1C-43ED-A55F-C2190C998A58}" sibTransId="{F6CC643E-F789-438A-9787-17F92B388533}"/>
    <dgm:cxn modelId="{A1FB8972-FF54-0249-BE8B-BFBC0D02DA83}" type="presOf" srcId="{F6CC643E-F789-438A-9787-17F92B388533}" destId="{86AE666E-A630-0444-BC80-FBD8F45C5B21}" srcOrd="1" destOrd="0" presId="urn:microsoft.com/office/officeart/2005/8/layout/process5"/>
    <dgm:cxn modelId="{E0BBFE7B-A79D-FA4E-89BC-6A0662128939}" type="presOf" srcId="{3EA8272F-3D54-4CAD-AA8C-C294A5B928F1}" destId="{3575F59E-8958-2B45-BAB5-D712B411AC49}" srcOrd="0" destOrd="0" presId="urn:microsoft.com/office/officeart/2005/8/layout/process5"/>
    <dgm:cxn modelId="{F2FD9286-D709-B045-A7BC-3EDA831A8976}" type="presOf" srcId="{A8A4B9E5-6CAD-4743-80D2-7CA8956E089B}" destId="{1BD73567-9EFA-724A-889A-701B51F37F52}" srcOrd="0" destOrd="0" presId="urn:microsoft.com/office/officeart/2005/8/layout/process5"/>
    <dgm:cxn modelId="{6440EFB1-36F8-8F44-9C26-7FB7970C29DC}" type="presOf" srcId="{B8600E24-726E-45CB-A0F3-39FCD978D955}" destId="{1461E7EE-7E9C-1842-A509-DC2853B2DB3A}" srcOrd="0" destOrd="0" presId="urn:microsoft.com/office/officeart/2005/8/layout/process5"/>
    <dgm:cxn modelId="{60D7B7BB-626C-664F-BDB9-FB7A4A553670}" type="presOf" srcId="{1EFEE680-AB11-44D1-AC80-CF3145C86609}" destId="{40500875-8B82-F34B-9199-417A2BBCB793}" srcOrd="0" destOrd="0" presId="urn:microsoft.com/office/officeart/2005/8/layout/process5"/>
    <dgm:cxn modelId="{F907C1BD-D5CD-0041-A273-DEEC24C24322}" type="presOf" srcId="{B032A51D-0D9D-44F5-A832-F2A8F71A92C4}" destId="{11602668-9E5C-3040-95FF-D40773D44366}" srcOrd="0" destOrd="0" presId="urn:microsoft.com/office/officeart/2005/8/layout/process5"/>
    <dgm:cxn modelId="{0DB90AE5-65CA-46B1-963A-410B9DCE6F51}" srcId="{B8600E24-726E-45CB-A0F3-39FCD978D955}" destId="{B032A51D-0D9D-44F5-A832-F2A8F71A92C4}" srcOrd="1" destOrd="0" parTransId="{C62C1F86-857F-4E88-A938-C0F2105FC2A1}" sibTransId="{1EFEE680-AB11-44D1-AC80-CF3145C86609}"/>
    <dgm:cxn modelId="{585B47E5-DDB6-4C6D-A03C-94C55CDCE5E3}" srcId="{B8600E24-726E-45CB-A0F3-39FCD978D955}" destId="{3EA8272F-3D54-4CAD-AA8C-C294A5B928F1}" srcOrd="2" destOrd="0" parTransId="{C7378C11-6F35-434F-92D3-A334BCFCC8B4}" sibTransId="{0E9B62DD-AC26-4E38-B547-90F6DDDF53B4}"/>
    <dgm:cxn modelId="{B93AC0EE-7267-6144-8F2B-07BA1B65EB30}" type="presOf" srcId="{F6CC643E-F789-438A-9787-17F92B388533}" destId="{AF30D83B-5C90-2E47-9C84-3B41444670DD}" srcOrd="0" destOrd="0" presId="urn:microsoft.com/office/officeart/2005/8/layout/process5"/>
    <dgm:cxn modelId="{AEEF269D-DC36-C545-839D-9D57E5E18E76}" type="presParOf" srcId="{1461E7EE-7E9C-1842-A509-DC2853B2DB3A}" destId="{1BD73567-9EFA-724A-889A-701B51F37F52}" srcOrd="0" destOrd="0" presId="urn:microsoft.com/office/officeart/2005/8/layout/process5"/>
    <dgm:cxn modelId="{8071EB1A-EFDE-4747-84E9-6DB4C702CA07}" type="presParOf" srcId="{1461E7EE-7E9C-1842-A509-DC2853B2DB3A}" destId="{AF30D83B-5C90-2E47-9C84-3B41444670DD}" srcOrd="1" destOrd="0" presId="urn:microsoft.com/office/officeart/2005/8/layout/process5"/>
    <dgm:cxn modelId="{10C0BFC1-ED0C-FC4C-B7A7-A4058AEBF873}" type="presParOf" srcId="{AF30D83B-5C90-2E47-9C84-3B41444670DD}" destId="{86AE666E-A630-0444-BC80-FBD8F45C5B21}" srcOrd="0" destOrd="0" presId="urn:microsoft.com/office/officeart/2005/8/layout/process5"/>
    <dgm:cxn modelId="{C3C85B6B-21F2-0F40-A2D9-F416B9376D08}" type="presParOf" srcId="{1461E7EE-7E9C-1842-A509-DC2853B2DB3A}" destId="{11602668-9E5C-3040-95FF-D40773D44366}" srcOrd="2" destOrd="0" presId="urn:microsoft.com/office/officeart/2005/8/layout/process5"/>
    <dgm:cxn modelId="{BC7E1F40-4F60-FE4E-8BF9-D536922C3013}" type="presParOf" srcId="{1461E7EE-7E9C-1842-A509-DC2853B2DB3A}" destId="{40500875-8B82-F34B-9199-417A2BBCB793}" srcOrd="3" destOrd="0" presId="urn:microsoft.com/office/officeart/2005/8/layout/process5"/>
    <dgm:cxn modelId="{C28786C6-CFD9-0448-8D6E-56FCDF2ED649}" type="presParOf" srcId="{40500875-8B82-F34B-9199-417A2BBCB793}" destId="{1E22764D-F31B-F04A-B1D4-10FAA389D8ED}" srcOrd="0" destOrd="0" presId="urn:microsoft.com/office/officeart/2005/8/layout/process5"/>
    <dgm:cxn modelId="{EC2F2D80-FC92-C547-B994-E2DC8C92142C}" type="presParOf" srcId="{1461E7EE-7E9C-1842-A509-DC2853B2DB3A}" destId="{3575F59E-8958-2B45-BAB5-D712B411AC49}" srcOrd="4"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95D05C9-3B48-40C2-BE12-C3A11A0697F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2C27473-4430-4D86-BD02-15DA11D90F96}">
      <dgm:prSet/>
      <dgm:spPr/>
      <dgm:t>
        <a:bodyPr/>
        <a:lstStyle/>
        <a:p>
          <a:r>
            <a:rPr lang="en-US"/>
            <a:t>A meaningful fact: something that happened</a:t>
          </a:r>
        </a:p>
      </dgm:t>
    </dgm:pt>
    <dgm:pt modelId="{FDA2769D-2A05-47F4-9962-C996F04AC476}" type="parTrans" cxnId="{F8FB4D5A-DA37-46AD-ACC2-4B0606834516}">
      <dgm:prSet/>
      <dgm:spPr/>
      <dgm:t>
        <a:bodyPr/>
        <a:lstStyle/>
        <a:p>
          <a:endParaRPr lang="en-US"/>
        </a:p>
      </dgm:t>
    </dgm:pt>
    <dgm:pt modelId="{770BEE2A-71C0-4261-8154-5934CF10002E}" type="sibTrans" cxnId="{F8FB4D5A-DA37-46AD-ACC2-4B0606834516}">
      <dgm:prSet/>
      <dgm:spPr/>
      <dgm:t>
        <a:bodyPr/>
        <a:lstStyle/>
        <a:p>
          <a:endParaRPr lang="en-US"/>
        </a:p>
      </dgm:t>
    </dgm:pt>
    <dgm:pt modelId="{527A2F22-C6CD-439E-B670-835702D1B8ED}">
      <dgm:prSet/>
      <dgm:spPr/>
      <dgm:t>
        <a:bodyPr/>
        <a:lstStyle/>
        <a:p>
          <a:r>
            <a:rPr lang="en-US"/>
            <a:t>Past tense naming: MoneyTransferred, AccountFrozen</a:t>
          </a:r>
        </a:p>
      </dgm:t>
    </dgm:pt>
    <dgm:pt modelId="{9C196F74-E3E0-49BC-9B53-F631A2BCB801}" type="parTrans" cxnId="{95270A2E-0BEC-4F85-A60E-FAEF74310D05}">
      <dgm:prSet/>
      <dgm:spPr/>
      <dgm:t>
        <a:bodyPr/>
        <a:lstStyle/>
        <a:p>
          <a:endParaRPr lang="en-US"/>
        </a:p>
      </dgm:t>
    </dgm:pt>
    <dgm:pt modelId="{377A39B0-29E2-4351-90CB-92BBDB25B7DF}" type="sibTrans" cxnId="{95270A2E-0BEC-4F85-A60E-FAEF74310D05}">
      <dgm:prSet/>
      <dgm:spPr/>
      <dgm:t>
        <a:bodyPr/>
        <a:lstStyle/>
        <a:p>
          <a:endParaRPr lang="en-US"/>
        </a:p>
      </dgm:t>
    </dgm:pt>
    <dgm:pt modelId="{484745E9-C98E-4326-8320-7617BD2F0A3C}">
      <dgm:prSet/>
      <dgm:spPr/>
      <dgm:t>
        <a:bodyPr/>
        <a:lstStyle/>
        <a:p>
          <a:r>
            <a:rPr lang="en-US"/>
            <a:t>Decouples parts of the system; great for integration</a:t>
          </a:r>
        </a:p>
      </dgm:t>
    </dgm:pt>
    <dgm:pt modelId="{39C1E3B6-B8A5-401F-97A5-55ED7922417F}" type="parTrans" cxnId="{C90B4403-5625-47C1-BF9A-A45DEC9F9DA1}">
      <dgm:prSet/>
      <dgm:spPr/>
      <dgm:t>
        <a:bodyPr/>
        <a:lstStyle/>
        <a:p>
          <a:endParaRPr lang="en-US"/>
        </a:p>
      </dgm:t>
    </dgm:pt>
    <dgm:pt modelId="{97D1A49E-B787-4005-AA5B-7BB804C76513}" type="sibTrans" cxnId="{C90B4403-5625-47C1-BF9A-A45DEC9F9DA1}">
      <dgm:prSet/>
      <dgm:spPr/>
      <dgm:t>
        <a:bodyPr/>
        <a:lstStyle/>
        <a:p>
          <a:endParaRPr lang="en-US"/>
        </a:p>
      </dgm:t>
    </dgm:pt>
    <dgm:pt modelId="{9FC7C998-1831-4BE5-BE53-0C6D0E44A5BD}" type="pres">
      <dgm:prSet presAssocID="{895D05C9-3B48-40C2-BE12-C3A11A0697F3}" presName="root" presStyleCnt="0">
        <dgm:presLayoutVars>
          <dgm:dir/>
          <dgm:resizeHandles val="exact"/>
        </dgm:presLayoutVars>
      </dgm:prSet>
      <dgm:spPr/>
    </dgm:pt>
    <dgm:pt modelId="{9D6F7381-5714-437E-94D5-A5F97A803132}" type="pres">
      <dgm:prSet presAssocID="{A2C27473-4430-4D86-BD02-15DA11D90F96}" presName="compNode" presStyleCnt="0"/>
      <dgm:spPr/>
    </dgm:pt>
    <dgm:pt modelId="{2358EA29-C461-40CB-B068-F2B8D45EFCE9}" type="pres">
      <dgm:prSet presAssocID="{A2C27473-4430-4D86-BD02-15DA11D90F96}" presName="bgRect" presStyleLbl="bgShp" presStyleIdx="0" presStyleCnt="3"/>
      <dgm:spPr/>
    </dgm:pt>
    <dgm:pt modelId="{3B322635-261D-4CFE-9D74-EF8FFFDFD811}" type="pres">
      <dgm:prSet presAssocID="{A2C27473-4430-4D86-BD02-15DA11D90F9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 mark"/>
        </a:ext>
      </dgm:extLst>
    </dgm:pt>
    <dgm:pt modelId="{8D706D81-E64B-4404-848B-C9F11CC5D935}" type="pres">
      <dgm:prSet presAssocID="{A2C27473-4430-4D86-BD02-15DA11D90F96}" presName="spaceRect" presStyleCnt="0"/>
      <dgm:spPr/>
    </dgm:pt>
    <dgm:pt modelId="{D1FCF5D2-2765-4061-A266-3CA42C599126}" type="pres">
      <dgm:prSet presAssocID="{A2C27473-4430-4D86-BD02-15DA11D90F96}" presName="parTx" presStyleLbl="revTx" presStyleIdx="0" presStyleCnt="3">
        <dgm:presLayoutVars>
          <dgm:chMax val="0"/>
          <dgm:chPref val="0"/>
        </dgm:presLayoutVars>
      </dgm:prSet>
      <dgm:spPr/>
    </dgm:pt>
    <dgm:pt modelId="{1D6FEB7B-C192-46D8-A74B-BBB74915307D}" type="pres">
      <dgm:prSet presAssocID="{770BEE2A-71C0-4261-8154-5934CF10002E}" presName="sibTrans" presStyleCnt="0"/>
      <dgm:spPr/>
    </dgm:pt>
    <dgm:pt modelId="{030B644B-F8AA-4A99-B285-98E8DE6DD3FE}" type="pres">
      <dgm:prSet presAssocID="{527A2F22-C6CD-439E-B670-835702D1B8ED}" presName="compNode" presStyleCnt="0"/>
      <dgm:spPr/>
    </dgm:pt>
    <dgm:pt modelId="{F2010541-97FE-42BA-ABEC-B89ED8E9BCA0}" type="pres">
      <dgm:prSet presAssocID="{527A2F22-C6CD-439E-B670-835702D1B8ED}" presName="bgRect" presStyleLbl="bgShp" presStyleIdx="1" presStyleCnt="3"/>
      <dgm:spPr/>
    </dgm:pt>
    <dgm:pt modelId="{821CC2D4-AF23-4137-9873-33B79EE7B3E6}" type="pres">
      <dgm:prSet presAssocID="{527A2F22-C6CD-439E-B670-835702D1B8E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fresh"/>
        </a:ext>
      </dgm:extLst>
    </dgm:pt>
    <dgm:pt modelId="{793BAF5B-E52B-4A38-B9C2-8CB5B815747C}" type="pres">
      <dgm:prSet presAssocID="{527A2F22-C6CD-439E-B670-835702D1B8ED}" presName="spaceRect" presStyleCnt="0"/>
      <dgm:spPr/>
    </dgm:pt>
    <dgm:pt modelId="{E52032E8-5B88-45DB-941D-47C078E9A51B}" type="pres">
      <dgm:prSet presAssocID="{527A2F22-C6CD-439E-B670-835702D1B8ED}" presName="parTx" presStyleLbl="revTx" presStyleIdx="1" presStyleCnt="3">
        <dgm:presLayoutVars>
          <dgm:chMax val="0"/>
          <dgm:chPref val="0"/>
        </dgm:presLayoutVars>
      </dgm:prSet>
      <dgm:spPr/>
    </dgm:pt>
    <dgm:pt modelId="{9866537E-B44B-487A-B2AC-31767A5FD632}" type="pres">
      <dgm:prSet presAssocID="{377A39B0-29E2-4351-90CB-92BBDB25B7DF}" presName="sibTrans" presStyleCnt="0"/>
      <dgm:spPr/>
    </dgm:pt>
    <dgm:pt modelId="{D4594A63-D0DB-4025-9D33-85AB09FB355B}" type="pres">
      <dgm:prSet presAssocID="{484745E9-C98E-4326-8320-7617BD2F0A3C}" presName="compNode" presStyleCnt="0"/>
      <dgm:spPr/>
    </dgm:pt>
    <dgm:pt modelId="{E689C30D-635F-43CC-BCA7-A501F8F2A428}" type="pres">
      <dgm:prSet presAssocID="{484745E9-C98E-4326-8320-7617BD2F0A3C}" presName="bgRect" presStyleLbl="bgShp" presStyleIdx="2" presStyleCnt="3"/>
      <dgm:spPr/>
    </dgm:pt>
    <dgm:pt modelId="{C90A36F5-7820-485D-A03A-E71D14B47EC7}" type="pres">
      <dgm:prSet presAssocID="{484745E9-C98E-4326-8320-7617BD2F0A3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work Diagram"/>
        </a:ext>
      </dgm:extLst>
    </dgm:pt>
    <dgm:pt modelId="{EEC96017-9D37-49A0-BF46-043A486520F1}" type="pres">
      <dgm:prSet presAssocID="{484745E9-C98E-4326-8320-7617BD2F0A3C}" presName="spaceRect" presStyleCnt="0"/>
      <dgm:spPr/>
    </dgm:pt>
    <dgm:pt modelId="{925A05CE-DE49-4A2D-8D6B-594A5BB63F82}" type="pres">
      <dgm:prSet presAssocID="{484745E9-C98E-4326-8320-7617BD2F0A3C}" presName="parTx" presStyleLbl="revTx" presStyleIdx="2" presStyleCnt="3">
        <dgm:presLayoutVars>
          <dgm:chMax val="0"/>
          <dgm:chPref val="0"/>
        </dgm:presLayoutVars>
      </dgm:prSet>
      <dgm:spPr/>
    </dgm:pt>
  </dgm:ptLst>
  <dgm:cxnLst>
    <dgm:cxn modelId="{C90B4403-5625-47C1-BF9A-A45DEC9F9DA1}" srcId="{895D05C9-3B48-40C2-BE12-C3A11A0697F3}" destId="{484745E9-C98E-4326-8320-7617BD2F0A3C}" srcOrd="2" destOrd="0" parTransId="{39C1E3B6-B8A5-401F-97A5-55ED7922417F}" sibTransId="{97D1A49E-B787-4005-AA5B-7BB804C76513}"/>
    <dgm:cxn modelId="{95270A2E-0BEC-4F85-A60E-FAEF74310D05}" srcId="{895D05C9-3B48-40C2-BE12-C3A11A0697F3}" destId="{527A2F22-C6CD-439E-B670-835702D1B8ED}" srcOrd="1" destOrd="0" parTransId="{9C196F74-E3E0-49BC-9B53-F631A2BCB801}" sibTransId="{377A39B0-29E2-4351-90CB-92BBDB25B7DF}"/>
    <dgm:cxn modelId="{F8FB4D5A-DA37-46AD-ACC2-4B0606834516}" srcId="{895D05C9-3B48-40C2-BE12-C3A11A0697F3}" destId="{A2C27473-4430-4D86-BD02-15DA11D90F96}" srcOrd="0" destOrd="0" parTransId="{FDA2769D-2A05-47F4-9962-C996F04AC476}" sibTransId="{770BEE2A-71C0-4261-8154-5934CF10002E}"/>
    <dgm:cxn modelId="{89A20A5F-3974-4022-8B0B-DE4595C4E161}" type="presOf" srcId="{527A2F22-C6CD-439E-B670-835702D1B8ED}" destId="{E52032E8-5B88-45DB-941D-47C078E9A51B}" srcOrd="0" destOrd="0" presId="urn:microsoft.com/office/officeart/2018/2/layout/IconVerticalSolidList"/>
    <dgm:cxn modelId="{97B54F67-A3BD-4D78-9955-8AA4D4F2D766}" type="presOf" srcId="{484745E9-C98E-4326-8320-7617BD2F0A3C}" destId="{925A05CE-DE49-4A2D-8D6B-594A5BB63F82}" srcOrd="0" destOrd="0" presId="urn:microsoft.com/office/officeart/2018/2/layout/IconVerticalSolidList"/>
    <dgm:cxn modelId="{BA8887B4-F9FA-4769-B4F2-8FEB8ABAE6CA}" type="presOf" srcId="{895D05C9-3B48-40C2-BE12-C3A11A0697F3}" destId="{9FC7C998-1831-4BE5-BE53-0C6D0E44A5BD}" srcOrd="0" destOrd="0" presId="urn:microsoft.com/office/officeart/2018/2/layout/IconVerticalSolidList"/>
    <dgm:cxn modelId="{D43B2ECD-62A2-4A09-B34F-673A6BA76FB6}" type="presOf" srcId="{A2C27473-4430-4D86-BD02-15DA11D90F96}" destId="{D1FCF5D2-2765-4061-A266-3CA42C599126}" srcOrd="0" destOrd="0" presId="urn:microsoft.com/office/officeart/2018/2/layout/IconVerticalSolidList"/>
    <dgm:cxn modelId="{C0FDB4C0-AAD7-40BC-B1F1-F7DD61678DAC}" type="presParOf" srcId="{9FC7C998-1831-4BE5-BE53-0C6D0E44A5BD}" destId="{9D6F7381-5714-437E-94D5-A5F97A803132}" srcOrd="0" destOrd="0" presId="urn:microsoft.com/office/officeart/2018/2/layout/IconVerticalSolidList"/>
    <dgm:cxn modelId="{7153138B-0669-4A45-921A-A03C09610757}" type="presParOf" srcId="{9D6F7381-5714-437E-94D5-A5F97A803132}" destId="{2358EA29-C461-40CB-B068-F2B8D45EFCE9}" srcOrd="0" destOrd="0" presId="urn:microsoft.com/office/officeart/2018/2/layout/IconVerticalSolidList"/>
    <dgm:cxn modelId="{DD1FC226-6E2B-4E1B-9E27-55FDE361FC6B}" type="presParOf" srcId="{9D6F7381-5714-437E-94D5-A5F97A803132}" destId="{3B322635-261D-4CFE-9D74-EF8FFFDFD811}" srcOrd="1" destOrd="0" presId="urn:microsoft.com/office/officeart/2018/2/layout/IconVerticalSolidList"/>
    <dgm:cxn modelId="{9E3790D7-8AE4-4AAC-AE03-209E45DEBBED}" type="presParOf" srcId="{9D6F7381-5714-437E-94D5-A5F97A803132}" destId="{8D706D81-E64B-4404-848B-C9F11CC5D935}" srcOrd="2" destOrd="0" presId="urn:microsoft.com/office/officeart/2018/2/layout/IconVerticalSolidList"/>
    <dgm:cxn modelId="{2492C79E-C996-4903-A0D2-B0E6F6D33E98}" type="presParOf" srcId="{9D6F7381-5714-437E-94D5-A5F97A803132}" destId="{D1FCF5D2-2765-4061-A266-3CA42C599126}" srcOrd="3" destOrd="0" presId="urn:microsoft.com/office/officeart/2018/2/layout/IconVerticalSolidList"/>
    <dgm:cxn modelId="{47454BEA-3A9F-464B-8882-2B22FD09D83B}" type="presParOf" srcId="{9FC7C998-1831-4BE5-BE53-0C6D0E44A5BD}" destId="{1D6FEB7B-C192-46D8-A74B-BBB74915307D}" srcOrd="1" destOrd="0" presId="urn:microsoft.com/office/officeart/2018/2/layout/IconVerticalSolidList"/>
    <dgm:cxn modelId="{6FB0F8D9-D71A-4664-BC32-E29D8D22B73F}" type="presParOf" srcId="{9FC7C998-1831-4BE5-BE53-0C6D0E44A5BD}" destId="{030B644B-F8AA-4A99-B285-98E8DE6DD3FE}" srcOrd="2" destOrd="0" presId="urn:microsoft.com/office/officeart/2018/2/layout/IconVerticalSolidList"/>
    <dgm:cxn modelId="{46FD0F3A-4C82-49EC-B857-D7B53B1363E9}" type="presParOf" srcId="{030B644B-F8AA-4A99-B285-98E8DE6DD3FE}" destId="{F2010541-97FE-42BA-ABEC-B89ED8E9BCA0}" srcOrd="0" destOrd="0" presId="urn:microsoft.com/office/officeart/2018/2/layout/IconVerticalSolidList"/>
    <dgm:cxn modelId="{9790298C-1EA3-4823-931D-B82A1506D723}" type="presParOf" srcId="{030B644B-F8AA-4A99-B285-98E8DE6DD3FE}" destId="{821CC2D4-AF23-4137-9873-33B79EE7B3E6}" srcOrd="1" destOrd="0" presId="urn:microsoft.com/office/officeart/2018/2/layout/IconVerticalSolidList"/>
    <dgm:cxn modelId="{51C574FE-E5CC-467C-A51D-2A487187418B}" type="presParOf" srcId="{030B644B-F8AA-4A99-B285-98E8DE6DD3FE}" destId="{793BAF5B-E52B-4A38-B9C2-8CB5B815747C}" srcOrd="2" destOrd="0" presId="urn:microsoft.com/office/officeart/2018/2/layout/IconVerticalSolidList"/>
    <dgm:cxn modelId="{AB9AA430-570D-40EB-A88D-CD0426C24267}" type="presParOf" srcId="{030B644B-F8AA-4A99-B285-98E8DE6DD3FE}" destId="{E52032E8-5B88-45DB-941D-47C078E9A51B}" srcOrd="3" destOrd="0" presId="urn:microsoft.com/office/officeart/2018/2/layout/IconVerticalSolidList"/>
    <dgm:cxn modelId="{14A0F08B-16E8-4FCB-99AA-B3D2B456DD12}" type="presParOf" srcId="{9FC7C998-1831-4BE5-BE53-0C6D0E44A5BD}" destId="{9866537E-B44B-487A-B2AC-31767A5FD632}" srcOrd="3" destOrd="0" presId="urn:microsoft.com/office/officeart/2018/2/layout/IconVerticalSolidList"/>
    <dgm:cxn modelId="{C81B2608-4A1B-4D2C-82FB-580E2971EC31}" type="presParOf" srcId="{9FC7C998-1831-4BE5-BE53-0C6D0E44A5BD}" destId="{D4594A63-D0DB-4025-9D33-85AB09FB355B}" srcOrd="4" destOrd="0" presId="urn:microsoft.com/office/officeart/2018/2/layout/IconVerticalSolidList"/>
    <dgm:cxn modelId="{E1B8D8BE-4D60-455D-B3A5-974875313C88}" type="presParOf" srcId="{D4594A63-D0DB-4025-9D33-85AB09FB355B}" destId="{E689C30D-635F-43CC-BCA7-A501F8F2A428}" srcOrd="0" destOrd="0" presId="urn:microsoft.com/office/officeart/2018/2/layout/IconVerticalSolidList"/>
    <dgm:cxn modelId="{BC39159A-1122-45C5-A689-54988D90FAFE}" type="presParOf" srcId="{D4594A63-D0DB-4025-9D33-85AB09FB355B}" destId="{C90A36F5-7820-485D-A03A-E71D14B47EC7}" srcOrd="1" destOrd="0" presId="urn:microsoft.com/office/officeart/2018/2/layout/IconVerticalSolidList"/>
    <dgm:cxn modelId="{9128EEF2-C5E8-4CB8-8150-B80634BE8D63}" type="presParOf" srcId="{D4594A63-D0DB-4025-9D33-85AB09FB355B}" destId="{EEC96017-9D37-49A0-BF46-043A486520F1}" srcOrd="2" destOrd="0" presId="urn:microsoft.com/office/officeart/2018/2/layout/IconVerticalSolidList"/>
    <dgm:cxn modelId="{459A3B3A-70C5-4DFC-A8E9-9B3D2BE61948}" type="presParOf" srcId="{D4594A63-D0DB-4025-9D33-85AB09FB355B}" destId="{925A05CE-DE49-4A2D-8D6B-594A5BB63F8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0B4A4CC-07E5-48CE-8F15-7E2EF8FFB4C0}"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FCA1959A-0AAD-474C-994E-7A18F8EB9C16}">
      <dgm:prSet/>
      <dgm:spPr/>
      <dgm:t>
        <a:bodyPr/>
        <a:lstStyle/>
        <a:p>
          <a:r>
            <a:rPr lang="en-US"/>
            <a:t>Command</a:t>
          </a:r>
        </a:p>
      </dgm:t>
    </dgm:pt>
    <dgm:pt modelId="{E8AC1E51-26DF-4F10-B929-CEA46BB6B95B}" type="parTrans" cxnId="{57F06E09-1ECD-4AD3-8579-0211C9338999}">
      <dgm:prSet/>
      <dgm:spPr/>
      <dgm:t>
        <a:bodyPr/>
        <a:lstStyle/>
        <a:p>
          <a:endParaRPr lang="en-US"/>
        </a:p>
      </dgm:t>
    </dgm:pt>
    <dgm:pt modelId="{E96F4C46-59D8-4C87-B947-9903D48ACDF6}" type="sibTrans" cxnId="{57F06E09-1ECD-4AD3-8579-0211C9338999}">
      <dgm:prSet/>
      <dgm:spPr/>
      <dgm:t>
        <a:bodyPr/>
        <a:lstStyle/>
        <a:p>
          <a:endParaRPr lang="en-US"/>
        </a:p>
      </dgm:t>
    </dgm:pt>
    <dgm:pt modelId="{C0253032-7451-4CCA-BAEC-FCBF98197B58}">
      <dgm:prSet/>
      <dgm:spPr/>
      <dgm:t>
        <a:bodyPr/>
        <a:lstStyle/>
        <a:p>
          <a:r>
            <a:rPr lang="en-US"/>
            <a:t>'Please do this' (may fail)</a:t>
          </a:r>
        </a:p>
      </dgm:t>
    </dgm:pt>
    <dgm:pt modelId="{4C729714-79A4-4BEC-AA95-CAF6AA02953C}" type="parTrans" cxnId="{EF2B3C62-043B-4781-88EA-857D3E624DBB}">
      <dgm:prSet/>
      <dgm:spPr/>
      <dgm:t>
        <a:bodyPr/>
        <a:lstStyle/>
        <a:p>
          <a:endParaRPr lang="en-US"/>
        </a:p>
      </dgm:t>
    </dgm:pt>
    <dgm:pt modelId="{E1887FF2-2844-4DA9-AE26-7BEF0576D00D}" type="sibTrans" cxnId="{EF2B3C62-043B-4781-88EA-857D3E624DBB}">
      <dgm:prSet/>
      <dgm:spPr/>
      <dgm:t>
        <a:bodyPr/>
        <a:lstStyle/>
        <a:p>
          <a:endParaRPr lang="en-US"/>
        </a:p>
      </dgm:t>
    </dgm:pt>
    <dgm:pt modelId="{C7E345C6-2094-4D9D-BED4-ADAB4EAC690F}">
      <dgm:prSet/>
      <dgm:spPr/>
      <dgm:t>
        <a:bodyPr/>
        <a:lstStyle/>
        <a:p>
          <a:r>
            <a:rPr lang="en-US"/>
            <a:t>RequestTransfer</a:t>
          </a:r>
        </a:p>
      </dgm:t>
    </dgm:pt>
    <dgm:pt modelId="{F586F7D4-6D93-469D-8BBE-AC235CA8D7C7}" type="parTrans" cxnId="{B4E61E3F-784F-4DEF-8D57-20D64B99612A}">
      <dgm:prSet/>
      <dgm:spPr/>
      <dgm:t>
        <a:bodyPr/>
        <a:lstStyle/>
        <a:p>
          <a:endParaRPr lang="en-US"/>
        </a:p>
      </dgm:t>
    </dgm:pt>
    <dgm:pt modelId="{0444A984-9D05-4169-B11D-244C658764F6}" type="sibTrans" cxnId="{B4E61E3F-784F-4DEF-8D57-20D64B99612A}">
      <dgm:prSet/>
      <dgm:spPr/>
      <dgm:t>
        <a:bodyPr/>
        <a:lstStyle/>
        <a:p>
          <a:endParaRPr lang="en-US"/>
        </a:p>
      </dgm:t>
    </dgm:pt>
    <dgm:pt modelId="{8E818458-BECA-40E5-8B53-9408FB251C2B}">
      <dgm:prSet/>
      <dgm:spPr/>
      <dgm:t>
        <a:bodyPr/>
        <a:lstStyle/>
        <a:p>
          <a:r>
            <a:rPr lang="en-US"/>
            <a:t>Event</a:t>
          </a:r>
        </a:p>
      </dgm:t>
    </dgm:pt>
    <dgm:pt modelId="{7F3F8ABF-79C8-44B8-95DE-C7F7E8E8A8A9}" type="parTrans" cxnId="{4F69231E-EDBB-4486-B5D4-63C40516A7A5}">
      <dgm:prSet/>
      <dgm:spPr/>
      <dgm:t>
        <a:bodyPr/>
        <a:lstStyle/>
        <a:p>
          <a:endParaRPr lang="en-US"/>
        </a:p>
      </dgm:t>
    </dgm:pt>
    <dgm:pt modelId="{9E600C65-C812-46C9-9553-93A54AF6C1AC}" type="sibTrans" cxnId="{4F69231E-EDBB-4486-B5D4-63C40516A7A5}">
      <dgm:prSet/>
      <dgm:spPr/>
      <dgm:t>
        <a:bodyPr/>
        <a:lstStyle/>
        <a:p>
          <a:endParaRPr lang="en-US"/>
        </a:p>
      </dgm:t>
    </dgm:pt>
    <dgm:pt modelId="{9E0DCE3F-F913-4E13-A141-1C7EA6056C57}">
      <dgm:prSet/>
      <dgm:spPr/>
      <dgm:t>
        <a:bodyPr/>
        <a:lstStyle/>
        <a:p>
          <a:r>
            <a:rPr lang="en-US"/>
            <a:t>'This happened' (a fact)</a:t>
          </a:r>
        </a:p>
      </dgm:t>
    </dgm:pt>
    <dgm:pt modelId="{749B35A2-97EB-481C-AA91-5F38591B2FF7}" type="parTrans" cxnId="{CB4C4D26-6E20-44BA-B158-E8FC5FCF0F2A}">
      <dgm:prSet/>
      <dgm:spPr/>
      <dgm:t>
        <a:bodyPr/>
        <a:lstStyle/>
        <a:p>
          <a:endParaRPr lang="en-US"/>
        </a:p>
      </dgm:t>
    </dgm:pt>
    <dgm:pt modelId="{3CA18F27-B134-4FDF-BA3B-6DF8162458B0}" type="sibTrans" cxnId="{CB4C4D26-6E20-44BA-B158-E8FC5FCF0F2A}">
      <dgm:prSet/>
      <dgm:spPr/>
      <dgm:t>
        <a:bodyPr/>
        <a:lstStyle/>
        <a:p>
          <a:endParaRPr lang="en-US"/>
        </a:p>
      </dgm:t>
    </dgm:pt>
    <dgm:pt modelId="{559561D5-E42E-43E5-AB2F-A811672CEDC4}">
      <dgm:prSet/>
      <dgm:spPr/>
      <dgm:t>
        <a:bodyPr/>
        <a:lstStyle/>
        <a:p>
          <a:r>
            <a:rPr lang="en-US"/>
            <a:t>MoneyTransferred</a:t>
          </a:r>
        </a:p>
      </dgm:t>
    </dgm:pt>
    <dgm:pt modelId="{4965E3CA-A9B3-4D09-A4C1-F4C8BC515E37}" type="parTrans" cxnId="{8E1651DF-E8B6-4245-B915-A9F2B5B48403}">
      <dgm:prSet/>
      <dgm:spPr/>
      <dgm:t>
        <a:bodyPr/>
        <a:lstStyle/>
        <a:p>
          <a:endParaRPr lang="en-US"/>
        </a:p>
      </dgm:t>
    </dgm:pt>
    <dgm:pt modelId="{64A25DD0-02B7-46E9-8E61-7C6F6A3A86E8}" type="sibTrans" cxnId="{8E1651DF-E8B6-4245-B915-A9F2B5B48403}">
      <dgm:prSet/>
      <dgm:spPr/>
      <dgm:t>
        <a:bodyPr/>
        <a:lstStyle/>
        <a:p>
          <a:endParaRPr lang="en-US"/>
        </a:p>
      </dgm:t>
    </dgm:pt>
    <dgm:pt modelId="{3F73D890-E990-4AFB-8F27-20DE6308331D}" type="pres">
      <dgm:prSet presAssocID="{00B4A4CC-07E5-48CE-8F15-7E2EF8FFB4C0}" presName="root" presStyleCnt="0">
        <dgm:presLayoutVars>
          <dgm:dir/>
          <dgm:resizeHandles val="exact"/>
        </dgm:presLayoutVars>
      </dgm:prSet>
      <dgm:spPr/>
    </dgm:pt>
    <dgm:pt modelId="{3AA35112-C954-4E06-9B45-9B74DA303643}" type="pres">
      <dgm:prSet presAssocID="{FCA1959A-0AAD-474C-994E-7A18F8EB9C16}" presName="compNode" presStyleCnt="0"/>
      <dgm:spPr/>
    </dgm:pt>
    <dgm:pt modelId="{328819ED-D3AC-4663-8A81-37B22E4FC0AE}" type="pres">
      <dgm:prSet presAssocID="{FCA1959A-0AAD-474C-994E-7A18F8EB9C16}" presName="bgRect" presStyleLbl="bgShp" presStyleIdx="0" presStyleCnt="2"/>
      <dgm:spPr/>
    </dgm:pt>
    <dgm:pt modelId="{7A31B438-1995-46BF-9E29-EAC1F0003B56}" type="pres">
      <dgm:prSet presAssocID="{FCA1959A-0AAD-474C-994E-7A18F8EB9C1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sion chart"/>
        </a:ext>
      </dgm:extLst>
    </dgm:pt>
    <dgm:pt modelId="{F56B561A-6E9F-4257-A3BC-6AA0E3185899}" type="pres">
      <dgm:prSet presAssocID="{FCA1959A-0AAD-474C-994E-7A18F8EB9C16}" presName="spaceRect" presStyleCnt="0"/>
      <dgm:spPr/>
    </dgm:pt>
    <dgm:pt modelId="{B5C42A85-9B8F-452D-BB73-8D8EA7EC9217}" type="pres">
      <dgm:prSet presAssocID="{FCA1959A-0AAD-474C-994E-7A18F8EB9C16}" presName="parTx" presStyleLbl="revTx" presStyleIdx="0" presStyleCnt="4">
        <dgm:presLayoutVars>
          <dgm:chMax val="0"/>
          <dgm:chPref val="0"/>
        </dgm:presLayoutVars>
      </dgm:prSet>
      <dgm:spPr/>
    </dgm:pt>
    <dgm:pt modelId="{829C5796-3967-4FC3-A169-5AD738023B6C}" type="pres">
      <dgm:prSet presAssocID="{FCA1959A-0AAD-474C-994E-7A18F8EB9C16}" presName="desTx" presStyleLbl="revTx" presStyleIdx="1" presStyleCnt="4">
        <dgm:presLayoutVars/>
      </dgm:prSet>
      <dgm:spPr/>
    </dgm:pt>
    <dgm:pt modelId="{156246A2-026D-48F9-90AF-5ED8A1F812C7}" type="pres">
      <dgm:prSet presAssocID="{E96F4C46-59D8-4C87-B947-9903D48ACDF6}" presName="sibTrans" presStyleCnt="0"/>
      <dgm:spPr/>
    </dgm:pt>
    <dgm:pt modelId="{FCED670B-CEE5-4032-97C7-C4E986A00CBF}" type="pres">
      <dgm:prSet presAssocID="{8E818458-BECA-40E5-8B53-9408FB251C2B}" presName="compNode" presStyleCnt="0"/>
      <dgm:spPr/>
    </dgm:pt>
    <dgm:pt modelId="{B420729D-D3BB-4665-B93A-D566B6B09953}" type="pres">
      <dgm:prSet presAssocID="{8E818458-BECA-40E5-8B53-9408FB251C2B}" presName="bgRect" presStyleLbl="bgShp" presStyleIdx="1" presStyleCnt="2"/>
      <dgm:spPr/>
    </dgm:pt>
    <dgm:pt modelId="{501AA2B5-2C80-416F-BC91-950951C61B37}" type="pres">
      <dgm:prSet presAssocID="{8E818458-BECA-40E5-8B53-9408FB251C2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btitles"/>
        </a:ext>
      </dgm:extLst>
    </dgm:pt>
    <dgm:pt modelId="{3968B0D8-6937-4CE3-BB8E-333D2F75C8F7}" type="pres">
      <dgm:prSet presAssocID="{8E818458-BECA-40E5-8B53-9408FB251C2B}" presName="spaceRect" presStyleCnt="0"/>
      <dgm:spPr/>
    </dgm:pt>
    <dgm:pt modelId="{A440BB15-05B3-4C4F-8548-F6BDA6935AC7}" type="pres">
      <dgm:prSet presAssocID="{8E818458-BECA-40E5-8B53-9408FB251C2B}" presName="parTx" presStyleLbl="revTx" presStyleIdx="2" presStyleCnt="4">
        <dgm:presLayoutVars>
          <dgm:chMax val="0"/>
          <dgm:chPref val="0"/>
        </dgm:presLayoutVars>
      </dgm:prSet>
      <dgm:spPr/>
    </dgm:pt>
    <dgm:pt modelId="{CA0C15BA-929D-4708-B1C7-B729512302C0}" type="pres">
      <dgm:prSet presAssocID="{8E818458-BECA-40E5-8B53-9408FB251C2B}" presName="desTx" presStyleLbl="revTx" presStyleIdx="3" presStyleCnt="4">
        <dgm:presLayoutVars/>
      </dgm:prSet>
      <dgm:spPr/>
    </dgm:pt>
  </dgm:ptLst>
  <dgm:cxnLst>
    <dgm:cxn modelId="{57F06E09-1ECD-4AD3-8579-0211C9338999}" srcId="{00B4A4CC-07E5-48CE-8F15-7E2EF8FFB4C0}" destId="{FCA1959A-0AAD-474C-994E-7A18F8EB9C16}" srcOrd="0" destOrd="0" parTransId="{E8AC1E51-26DF-4F10-B929-CEA46BB6B95B}" sibTransId="{E96F4C46-59D8-4C87-B947-9903D48ACDF6}"/>
    <dgm:cxn modelId="{4F69231E-EDBB-4486-B5D4-63C40516A7A5}" srcId="{00B4A4CC-07E5-48CE-8F15-7E2EF8FFB4C0}" destId="{8E818458-BECA-40E5-8B53-9408FB251C2B}" srcOrd="1" destOrd="0" parTransId="{7F3F8ABF-79C8-44B8-95DE-C7F7E8E8A8A9}" sibTransId="{9E600C65-C812-46C9-9553-93A54AF6C1AC}"/>
    <dgm:cxn modelId="{CB4C4D26-6E20-44BA-B158-E8FC5FCF0F2A}" srcId="{8E818458-BECA-40E5-8B53-9408FB251C2B}" destId="{9E0DCE3F-F913-4E13-A141-1C7EA6056C57}" srcOrd="0" destOrd="0" parTransId="{749B35A2-97EB-481C-AA91-5F38591B2FF7}" sibTransId="{3CA18F27-B134-4FDF-BA3B-6DF8162458B0}"/>
    <dgm:cxn modelId="{C127A329-E038-4A3E-8624-EA6052CE5AA1}" type="presOf" srcId="{8E818458-BECA-40E5-8B53-9408FB251C2B}" destId="{A440BB15-05B3-4C4F-8548-F6BDA6935AC7}" srcOrd="0" destOrd="0" presId="urn:microsoft.com/office/officeart/2018/2/layout/IconVerticalSolidList"/>
    <dgm:cxn modelId="{B4E61E3F-784F-4DEF-8D57-20D64B99612A}" srcId="{FCA1959A-0AAD-474C-994E-7A18F8EB9C16}" destId="{C7E345C6-2094-4D9D-BED4-ADAB4EAC690F}" srcOrd="1" destOrd="0" parTransId="{F586F7D4-6D93-469D-8BBE-AC235CA8D7C7}" sibTransId="{0444A984-9D05-4169-B11D-244C658764F6}"/>
    <dgm:cxn modelId="{EF2B3C62-043B-4781-88EA-857D3E624DBB}" srcId="{FCA1959A-0AAD-474C-994E-7A18F8EB9C16}" destId="{C0253032-7451-4CCA-BAEC-FCBF98197B58}" srcOrd="0" destOrd="0" parTransId="{4C729714-79A4-4BEC-AA95-CAF6AA02953C}" sibTransId="{E1887FF2-2844-4DA9-AE26-7BEF0576D00D}"/>
    <dgm:cxn modelId="{7C63D56E-2720-4729-A337-E05507FC0DFA}" type="presOf" srcId="{00B4A4CC-07E5-48CE-8F15-7E2EF8FFB4C0}" destId="{3F73D890-E990-4AFB-8F27-20DE6308331D}" srcOrd="0" destOrd="0" presId="urn:microsoft.com/office/officeart/2018/2/layout/IconVerticalSolidList"/>
    <dgm:cxn modelId="{902A2971-59A0-4C22-B0FB-FE9E3F1C7740}" type="presOf" srcId="{C7E345C6-2094-4D9D-BED4-ADAB4EAC690F}" destId="{829C5796-3967-4FC3-A169-5AD738023B6C}" srcOrd="0" destOrd="1" presId="urn:microsoft.com/office/officeart/2018/2/layout/IconVerticalSolidList"/>
    <dgm:cxn modelId="{A72DAF91-F984-4E22-BC34-5229DAD1A872}" type="presOf" srcId="{559561D5-E42E-43E5-AB2F-A811672CEDC4}" destId="{CA0C15BA-929D-4708-B1C7-B729512302C0}" srcOrd="0" destOrd="1" presId="urn:microsoft.com/office/officeart/2018/2/layout/IconVerticalSolidList"/>
    <dgm:cxn modelId="{2E47D8A8-82F7-480C-BA6D-3111684A9B1B}" type="presOf" srcId="{FCA1959A-0AAD-474C-994E-7A18F8EB9C16}" destId="{B5C42A85-9B8F-452D-BB73-8D8EA7EC9217}" srcOrd="0" destOrd="0" presId="urn:microsoft.com/office/officeart/2018/2/layout/IconVerticalSolidList"/>
    <dgm:cxn modelId="{7ECA7ADD-6D8D-4ABE-9DAF-ECCDA51674D5}" type="presOf" srcId="{C0253032-7451-4CCA-BAEC-FCBF98197B58}" destId="{829C5796-3967-4FC3-A169-5AD738023B6C}" srcOrd="0" destOrd="0" presId="urn:microsoft.com/office/officeart/2018/2/layout/IconVerticalSolidList"/>
    <dgm:cxn modelId="{8E1651DF-E8B6-4245-B915-A9F2B5B48403}" srcId="{8E818458-BECA-40E5-8B53-9408FB251C2B}" destId="{559561D5-E42E-43E5-AB2F-A811672CEDC4}" srcOrd="1" destOrd="0" parTransId="{4965E3CA-A9B3-4D09-A4C1-F4C8BC515E37}" sibTransId="{64A25DD0-02B7-46E9-8E61-7C6F6A3A86E8}"/>
    <dgm:cxn modelId="{9D9B85E0-4E4D-4B84-AFA4-B759D0281850}" type="presOf" srcId="{9E0DCE3F-F913-4E13-A141-1C7EA6056C57}" destId="{CA0C15BA-929D-4708-B1C7-B729512302C0}" srcOrd="0" destOrd="0" presId="urn:microsoft.com/office/officeart/2018/2/layout/IconVerticalSolidList"/>
    <dgm:cxn modelId="{2006A15B-F6E9-4BF8-B7AD-4815CA2763DA}" type="presParOf" srcId="{3F73D890-E990-4AFB-8F27-20DE6308331D}" destId="{3AA35112-C954-4E06-9B45-9B74DA303643}" srcOrd="0" destOrd="0" presId="urn:microsoft.com/office/officeart/2018/2/layout/IconVerticalSolidList"/>
    <dgm:cxn modelId="{9DD922C0-8F16-4B4C-9506-D0F68F7C398F}" type="presParOf" srcId="{3AA35112-C954-4E06-9B45-9B74DA303643}" destId="{328819ED-D3AC-4663-8A81-37B22E4FC0AE}" srcOrd="0" destOrd="0" presId="urn:microsoft.com/office/officeart/2018/2/layout/IconVerticalSolidList"/>
    <dgm:cxn modelId="{5D2B988D-B969-4BD9-B2F1-9E11B3E2DCF3}" type="presParOf" srcId="{3AA35112-C954-4E06-9B45-9B74DA303643}" destId="{7A31B438-1995-46BF-9E29-EAC1F0003B56}" srcOrd="1" destOrd="0" presId="urn:microsoft.com/office/officeart/2018/2/layout/IconVerticalSolidList"/>
    <dgm:cxn modelId="{D3640D82-D169-40AE-A5B5-5D2DFF56D3C8}" type="presParOf" srcId="{3AA35112-C954-4E06-9B45-9B74DA303643}" destId="{F56B561A-6E9F-4257-A3BC-6AA0E3185899}" srcOrd="2" destOrd="0" presId="urn:microsoft.com/office/officeart/2018/2/layout/IconVerticalSolidList"/>
    <dgm:cxn modelId="{412761F7-D171-4034-AF69-4FDB5657BF59}" type="presParOf" srcId="{3AA35112-C954-4E06-9B45-9B74DA303643}" destId="{B5C42A85-9B8F-452D-BB73-8D8EA7EC9217}" srcOrd="3" destOrd="0" presId="urn:microsoft.com/office/officeart/2018/2/layout/IconVerticalSolidList"/>
    <dgm:cxn modelId="{9FC715A1-9EF9-47CC-9EB5-B863E950FCE5}" type="presParOf" srcId="{3AA35112-C954-4E06-9B45-9B74DA303643}" destId="{829C5796-3967-4FC3-A169-5AD738023B6C}" srcOrd="4" destOrd="0" presId="urn:microsoft.com/office/officeart/2018/2/layout/IconVerticalSolidList"/>
    <dgm:cxn modelId="{4F38443C-B9A8-4184-B83E-C48425E92EC7}" type="presParOf" srcId="{3F73D890-E990-4AFB-8F27-20DE6308331D}" destId="{156246A2-026D-48F9-90AF-5ED8A1F812C7}" srcOrd="1" destOrd="0" presId="urn:microsoft.com/office/officeart/2018/2/layout/IconVerticalSolidList"/>
    <dgm:cxn modelId="{FEE50FD4-3DB9-49AC-966C-39D86B3D01D5}" type="presParOf" srcId="{3F73D890-E990-4AFB-8F27-20DE6308331D}" destId="{FCED670B-CEE5-4032-97C7-C4E986A00CBF}" srcOrd="2" destOrd="0" presId="urn:microsoft.com/office/officeart/2018/2/layout/IconVerticalSolidList"/>
    <dgm:cxn modelId="{8D96E30D-7C9C-4435-84B9-0C3C39719A94}" type="presParOf" srcId="{FCED670B-CEE5-4032-97C7-C4E986A00CBF}" destId="{B420729D-D3BB-4665-B93A-D566B6B09953}" srcOrd="0" destOrd="0" presId="urn:microsoft.com/office/officeart/2018/2/layout/IconVerticalSolidList"/>
    <dgm:cxn modelId="{125F09F0-B848-4E88-9709-33CF498F7F6D}" type="presParOf" srcId="{FCED670B-CEE5-4032-97C7-C4E986A00CBF}" destId="{501AA2B5-2C80-416F-BC91-950951C61B37}" srcOrd="1" destOrd="0" presId="urn:microsoft.com/office/officeart/2018/2/layout/IconVerticalSolidList"/>
    <dgm:cxn modelId="{B6F3228C-89C7-4A0E-BD23-0EC932E3C08E}" type="presParOf" srcId="{FCED670B-CEE5-4032-97C7-C4E986A00CBF}" destId="{3968B0D8-6937-4CE3-BB8E-333D2F75C8F7}" srcOrd="2" destOrd="0" presId="urn:microsoft.com/office/officeart/2018/2/layout/IconVerticalSolidList"/>
    <dgm:cxn modelId="{86A53462-65A6-4719-AC1F-31EA92309439}" type="presParOf" srcId="{FCED670B-CEE5-4032-97C7-C4E986A00CBF}" destId="{A440BB15-05B3-4C4F-8548-F6BDA6935AC7}" srcOrd="3" destOrd="0" presId="urn:microsoft.com/office/officeart/2018/2/layout/IconVerticalSolidList"/>
    <dgm:cxn modelId="{9B3E1BEC-CA41-48FC-BD8B-A5177BF1ACCF}" type="presParOf" srcId="{FCED670B-CEE5-4032-97C7-C4E986A00CBF}" destId="{CA0C15BA-929D-4708-B1C7-B729512302C0}" srcOrd="4"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15235359-53C0-4E7D-94C2-580493F45E1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7876643-D282-4CA6-ABE2-F7C2D6E5262B}">
      <dgm:prSet/>
      <dgm:spPr/>
      <dgm:t>
        <a:bodyPr/>
        <a:lstStyle/>
        <a:p>
          <a:r>
            <a:rPr lang="en-US"/>
            <a:t>Bounded context: Payments</a:t>
          </a:r>
        </a:p>
      </dgm:t>
    </dgm:pt>
    <dgm:pt modelId="{56B220FE-C285-494B-A405-4226318ED19E}" type="parTrans" cxnId="{2C04BFF6-01C6-4A8D-BFAB-72001E06CA0F}">
      <dgm:prSet/>
      <dgm:spPr/>
      <dgm:t>
        <a:bodyPr/>
        <a:lstStyle/>
        <a:p>
          <a:endParaRPr lang="en-US"/>
        </a:p>
      </dgm:t>
    </dgm:pt>
    <dgm:pt modelId="{B726CFAE-731D-49A3-96DF-75ACF7306752}" type="sibTrans" cxnId="{2C04BFF6-01C6-4A8D-BFAB-72001E06CA0F}">
      <dgm:prSet/>
      <dgm:spPr/>
      <dgm:t>
        <a:bodyPr/>
        <a:lstStyle/>
        <a:p>
          <a:endParaRPr lang="en-US"/>
        </a:p>
      </dgm:t>
    </dgm:pt>
    <dgm:pt modelId="{19A8755F-AE44-4155-8520-2AA13F173BAB}">
      <dgm:prSet/>
      <dgm:spPr/>
      <dgm:t>
        <a:bodyPr/>
        <a:lstStyle/>
        <a:p>
          <a:r>
            <a:rPr lang="en-US"/>
            <a:t>Key terms: Account, Transfer, Hold, Limit</a:t>
          </a:r>
        </a:p>
      </dgm:t>
    </dgm:pt>
    <dgm:pt modelId="{D0580C07-8B2F-452C-9015-1544CC96DD0E}" type="parTrans" cxnId="{5F949180-7CDC-4129-8A96-49F53F70375B}">
      <dgm:prSet/>
      <dgm:spPr/>
      <dgm:t>
        <a:bodyPr/>
        <a:lstStyle/>
        <a:p>
          <a:endParaRPr lang="en-US"/>
        </a:p>
      </dgm:t>
    </dgm:pt>
    <dgm:pt modelId="{0960077E-A86D-4487-A638-8D82B1479CD1}" type="sibTrans" cxnId="{5F949180-7CDC-4129-8A96-49F53F70375B}">
      <dgm:prSet/>
      <dgm:spPr/>
      <dgm:t>
        <a:bodyPr/>
        <a:lstStyle/>
        <a:p>
          <a:endParaRPr lang="en-US"/>
        </a:p>
      </dgm:t>
    </dgm:pt>
    <dgm:pt modelId="{8CF1D666-DFAA-4232-8D5E-D25726EDE831}">
      <dgm:prSet/>
      <dgm:spPr/>
      <dgm:t>
        <a:bodyPr/>
        <a:lstStyle/>
        <a:p>
          <a:r>
            <a:rPr lang="en-US"/>
            <a:t>Goal: protect invariants while enabling transfers</a:t>
          </a:r>
        </a:p>
      </dgm:t>
    </dgm:pt>
    <dgm:pt modelId="{958E6E93-2C79-469F-8ADF-C156413D4728}" type="parTrans" cxnId="{9D88535F-64AE-49CF-8EB7-A140FB54695D}">
      <dgm:prSet/>
      <dgm:spPr/>
      <dgm:t>
        <a:bodyPr/>
        <a:lstStyle/>
        <a:p>
          <a:endParaRPr lang="en-US"/>
        </a:p>
      </dgm:t>
    </dgm:pt>
    <dgm:pt modelId="{ACDA43A7-6230-453A-8674-907D48998C27}" type="sibTrans" cxnId="{9D88535F-64AE-49CF-8EB7-A140FB54695D}">
      <dgm:prSet/>
      <dgm:spPr/>
      <dgm:t>
        <a:bodyPr/>
        <a:lstStyle/>
        <a:p>
          <a:endParaRPr lang="en-US"/>
        </a:p>
      </dgm:t>
    </dgm:pt>
    <dgm:pt modelId="{8D256B99-5320-46EF-A51A-84010ED77E9D}" type="pres">
      <dgm:prSet presAssocID="{15235359-53C0-4E7D-94C2-580493F45E1E}" presName="root" presStyleCnt="0">
        <dgm:presLayoutVars>
          <dgm:dir/>
          <dgm:resizeHandles val="exact"/>
        </dgm:presLayoutVars>
      </dgm:prSet>
      <dgm:spPr/>
    </dgm:pt>
    <dgm:pt modelId="{798546A2-DE9E-47CB-A2E2-BDB29EF8DADC}" type="pres">
      <dgm:prSet presAssocID="{F7876643-D282-4CA6-ABE2-F7C2D6E5262B}" presName="compNode" presStyleCnt="0"/>
      <dgm:spPr/>
    </dgm:pt>
    <dgm:pt modelId="{4718EC24-AF2A-45AD-97D0-52A493AC921B}" type="pres">
      <dgm:prSet presAssocID="{F7876643-D282-4CA6-ABE2-F7C2D6E5262B}" presName="bgRect" presStyleLbl="bgShp" presStyleIdx="0" presStyleCnt="3"/>
      <dgm:spPr/>
    </dgm:pt>
    <dgm:pt modelId="{792E0253-8D11-41E9-A170-F4CC51B06360}" type="pres">
      <dgm:prSet presAssocID="{F7876643-D282-4CA6-ABE2-F7C2D6E5262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E80EA85A-D548-41A5-9A71-111D7813ABCA}" type="pres">
      <dgm:prSet presAssocID="{F7876643-D282-4CA6-ABE2-F7C2D6E5262B}" presName="spaceRect" presStyleCnt="0"/>
      <dgm:spPr/>
    </dgm:pt>
    <dgm:pt modelId="{ED1CCCE4-BB92-415B-9962-477550B8CDB4}" type="pres">
      <dgm:prSet presAssocID="{F7876643-D282-4CA6-ABE2-F7C2D6E5262B}" presName="parTx" presStyleLbl="revTx" presStyleIdx="0" presStyleCnt="3">
        <dgm:presLayoutVars>
          <dgm:chMax val="0"/>
          <dgm:chPref val="0"/>
        </dgm:presLayoutVars>
      </dgm:prSet>
      <dgm:spPr/>
    </dgm:pt>
    <dgm:pt modelId="{F5049219-BFBD-4DD5-B89F-72E10C8DC0C6}" type="pres">
      <dgm:prSet presAssocID="{B726CFAE-731D-49A3-96DF-75ACF7306752}" presName="sibTrans" presStyleCnt="0"/>
      <dgm:spPr/>
    </dgm:pt>
    <dgm:pt modelId="{36052EE0-6535-4977-A129-0F7E40C8C98B}" type="pres">
      <dgm:prSet presAssocID="{19A8755F-AE44-4155-8520-2AA13F173BAB}" presName="compNode" presStyleCnt="0"/>
      <dgm:spPr/>
    </dgm:pt>
    <dgm:pt modelId="{060F7DA7-796A-4DAC-8845-DCEE03320CCB}" type="pres">
      <dgm:prSet presAssocID="{19A8755F-AE44-4155-8520-2AA13F173BAB}" presName="bgRect" presStyleLbl="bgShp" presStyleIdx="1" presStyleCnt="3"/>
      <dgm:spPr/>
    </dgm:pt>
    <dgm:pt modelId="{CE4B3174-7A6A-4205-999A-66B17C179976}" type="pres">
      <dgm:prSet presAssocID="{19A8755F-AE44-4155-8520-2AA13F173BA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24E637CC-4357-4900-B3F1-3C89CB34FDF9}" type="pres">
      <dgm:prSet presAssocID="{19A8755F-AE44-4155-8520-2AA13F173BAB}" presName="spaceRect" presStyleCnt="0"/>
      <dgm:spPr/>
    </dgm:pt>
    <dgm:pt modelId="{73BD74BA-36A6-4FC8-BC20-D3B03843B872}" type="pres">
      <dgm:prSet presAssocID="{19A8755F-AE44-4155-8520-2AA13F173BAB}" presName="parTx" presStyleLbl="revTx" presStyleIdx="1" presStyleCnt="3">
        <dgm:presLayoutVars>
          <dgm:chMax val="0"/>
          <dgm:chPref val="0"/>
        </dgm:presLayoutVars>
      </dgm:prSet>
      <dgm:spPr/>
    </dgm:pt>
    <dgm:pt modelId="{1C03C676-CD7D-49D9-97EB-0CC91855D1BF}" type="pres">
      <dgm:prSet presAssocID="{0960077E-A86D-4487-A638-8D82B1479CD1}" presName="sibTrans" presStyleCnt="0"/>
      <dgm:spPr/>
    </dgm:pt>
    <dgm:pt modelId="{27512BD4-90A1-40A1-B53A-05F648E756D5}" type="pres">
      <dgm:prSet presAssocID="{8CF1D666-DFAA-4232-8D5E-D25726EDE831}" presName="compNode" presStyleCnt="0"/>
      <dgm:spPr/>
    </dgm:pt>
    <dgm:pt modelId="{C60F09D5-A0C3-46E6-8068-87428DFAA3C5}" type="pres">
      <dgm:prSet presAssocID="{8CF1D666-DFAA-4232-8D5E-D25726EDE831}" presName="bgRect" presStyleLbl="bgShp" presStyleIdx="2" presStyleCnt="3"/>
      <dgm:spPr/>
    </dgm:pt>
    <dgm:pt modelId="{1E106A02-0704-47AB-B0DB-19D229958943}" type="pres">
      <dgm:prSet presAssocID="{8CF1D666-DFAA-4232-8D5E-D25726EDE83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llseye"/>
        </a:ext>
      </dgm:extLst>
    </dgm:pt>
    <dgm:pt modelId="{61F7EB7B-EA2A-4F08-9B50-EFE467AABDD6}" type="pres">
      <dgm:prSet presAssocID="{8CF1D666-DFAA-4232-8D5E-D25726EDE831}" presName="spaceRect" presStyleCnt="0"/>
      <dgm:spPr/>
    </dgm:pt>
    <dgm:pt modelId="{E6522E31-D60F-44B1-9075-8CC8833F51DF}" type="pres">
      <dgm:prSet presAssocID="{8CF1D666-DFAA-4232-8D5E-D25726EDE831}" presName="parTx" presStyleLbl="revTx" presStyleIdx="2" presStyleCnt="3">
        <dgm:presLayoutVars>
          <dgm:chMax val="0"/>
          <dgm:chPref val="0"/>
        </dgm:presLayoutVars>
      </dgm:prSet>
      <dgm:spPr/>
    </dgm:pt>
  </dgm:ptLst>
  <dgm:cxnLst>
    <dgm:cxn modelId="{15822C04-02E6-47DB-B911-4453299D7371}" type="presOf" srcId="{19A8755F-AE44-4155-8520-2AA13F173BAB}" destId="{73BD74BA-36A6-4FC8-BC20-D3B03843B872}" srcOrd="0" destOrd="0" presId="urn:microsoft.com/office/officeart/2018/2/layout/IconVerticalSolidList"/>
    <dgm:cxn modelId="{9D88535F-64AE-49CF-8EB7-A140FB54695D}" srcId="{15235359-53C0-4E7D-94C2-580493F45E1E}" destId="{8CF1D666-DFAA-4232-8D5E-D25726EDE831}" srcOrd="2" destOrd="0" parTransId="{958E6E93-2C79-469F-8ADF-C156413D4728}" sibTransId="{ACDA43A7-6230-453A-8674-907D48998C27}"/>
    <dgm:cxn modelId="{6F9CEB67-F2D5-47E7-BDFF-B93F875E3FEC}" type="presOf" srcId="{8CF1D666-DFAA-4232-8D5E-D25726EDE831}" destId="{E6522E31-D60F-44B1-9075-8CC8833F51DF}" srcOrd="0" destOrd="0" presId="urn:microsoft.com/office/officeart/2018/2/layout/IconVerticalSolidList"/>
    <dgm:cxn modelId="{88327A71-4784-419D-9932-6927A08EEFF7}" type="presOf" srcId="{F7876643-D282-4CA6-ABE2-F7C2D6E5262B}" destId="{ED1CCCE4-BB92-415B-9962-477550B8CDB4}" srcOrd="0" destOrd="0" presId="urn:microsoft.com/office/officeart/2018/2/layout/IconVerticalSolidList"/>
    <dgm:cxn modelId="{5F949180-7CDC-4129-8A96-49F53F70375B}" srcId="{15235359-53C0-4E7D-94C2-580493F45E1E}" destId="{19A8755F-AE44-4155-8520-2AA13F173BAB}" srcOrd="1" destOrd="0" parTransId="{D0580C07-8B2F-452C-9015-1544CC96DD0E}" sibTransId="{0960077E-A86D-4487-A638-8D82B1479CD1}"/>
    <dgm:cxn modelId="{7D4D17EF-EEDF-4887-A611-EF9543D09303}" type="presOf" srcId="{15235359-53C0-4E7D-94C2-580493F45E1E}" destId="{8D256B99-5320-46EF-A51A-84010ED77E9D}" srcOrd="0" destOrd="0" presId="urn:microsoft.com/office/officeart/2018/2/layout/IconVerticalSolidList"/>
    <dgm:cxn modelId="{2C04BFF6-01C6-4A8D-BFAB-72001E06CA0F}" srcId="{15235359-53C0-4E7D-94C2-580493F45E1E}" destId="{F7876643-D282-4CA6-ABE2-F7C2D6E5262B}" srcOrd="0" destOrd="0" parTransId="{56B220FE-C285-494B-A405-4226318ED19E}" sibTransId="{B726CFAE-731D-49A3-96DF-75ACF7306752}"/>
    <dgm:cxn modelId="{6F7DD039-AFDB-47CA-902C-0F8A78250997}" type="presParOf" srcId="{8D256B99-5320-46EF-A51A-84010ED77E9D}" destId="{798546A2-DE9E-47CB-A2E2-BDB29EF8DADC}" srcOrd="0" destOrd="0" presId="urn:microsoft.com/office/officeart/2018/2/layout/IconVerticalSolidList"/>
    <dgm:cxn modelId="{EDCC5ACC-CCB9-44E5-96BC-8E716121B00D}" type="presParOf" srcId="{798546A2-DE9E-47CB-A2E2-BDB29EF8DADC}" destId="{4718EC24-AF2A-45AD-97D0-52A493AC921B}" srcOrd="0" destOrd="0" presId="urn:microsoft.com/office/officeart/2018/2/layout/IconVerticalSolidList"/>
    <dgm:cxn modelId="{CDBA9D1B-B9A2-4844-8DDA-DAB316924185}" type="presParOf" srcId="{798546A2-DE9E-47CB-A2E2-BDB29EF8DADC}" destId="{792E0253-8D11-41E9-A170-F4CC51B06360}" srcOrd="1" destOrd="0" presId="urn:microsoft.com/office/officeart/2018/2/layout/IconVerticalSolidList"/>
    <dgm:cxn modelId="{09B82437-75DF-42CD-A400-18EDB2BA94F6}" type="presParOf" srcId="{798546A2-DE9E-47CB-A2E2-BDB29EF8DADC}" destId="{E80EA85A-D548-41A5-9A71-111D7813ABCA}" srcOrd="2" destOrd="0" presId="urn:microsoft.com/office/officeart/2018/2/layout/IconVerticalSolidList"/>
    <dgm:cxn modelId="{E1DCEBB4-384B-4DA6-9FEC-DE21AE30DE74}" type="presParOf" srcId="{798546A2-DE9E-47CB-A2E2-BDB29EF8DADC}" destId="{ED1CCCE4-BB92-415B-9962-477550B8CDB4}" srcOrd="3" destOrd="0" presId="urn:microsoft.com/office/officeart/2018/2/layout/IconVerticalSolidList"/>
    <dgm:cxn modelId="{0FED065C-885C-46C0-9A0F-156B9BFA8CBD}" type="presParOf" srcId="{8D256B99-5320-46EF-A51A-84010ED77E9D}" destId="{F5049219-BFBD-4DD5-B89F-72E10C8DC0C6}" srcOrd="1" destOrd="0" presId="urn:microsoft.com/office/officeart/2018/2/layout/IconVerticalSolidList"/>
    <dgm:cxn modelId="{DE5520E1-5E76-402A-A8CE-48B72AF64CDA}" type="presParOf" srcId="{8D256B99-5320-46EF-A51A-84010ED77E9D}" destId="{36052EE0-6535-4977-A129-0F7E40C8C98B}" srcOrd="2" destOrd="0" presId="urn:microsoft.com/office/officeart/2018/2/layout/IconVerticalSolidList"/>
    <dgm:cxn modelId="{45A69F50-DEAF-4EF2-B59E-A3BC84ED1A88}" type="presParOf" srcId="{36052EE0-6535-4977-A129-0F7E40C8C98B}" destId="{060F7DA7-796A-4DAC-8845-DCEE03320CCB}" srcOrd="0" destOrd="0" presId="urn:microsoft.com/office/officeart/2018/2/layout/IconVerticalSolidList"/>
    <dgm:cxn modelId="{BBCB0277-9026-47EE-88D4-388EF7E8D64B}" type="presParOf" srcId="{36052EE0-6535-4977-A129-0F7E40C8C98B}" destId="{CE4B3174-7A6A-4205-999A-66B17C179976}" srcOrd="1" destOrd="0" presId="urn:microsoft.com/office/officeart/2018/2/layout/IconVerticalSolidList"/>
    <dgm:cxn modelId="{5CC44BEA-9F08-453D-9413-3599497DFFB7}" type="presParOf" srcId="{36052EE0-6535-4977-A129-0F7E40C8C98B}" destId="{24E637CC-4357-4900-B3F1-3C89CB34FDF9}" srcOrd="2" destOrd="0" presId="urn:microsoft.com/office/officeart/2018/2/layout/IconVerticalSolidList"/>
    <dgm:cxn modelId="{87C8DF88-5B09-405D-A596-1E41EA54C580}" type="presParOf" srcId="{36052EE0-6535-4977-A129-0F7E40C8C98B}" destId="{73BD74BA-36A6-4FC8-BC20-D3B03843B872}" srcOrd="3" destOrd="0" presId="urn:microsoft.com/office/officeart/2018/2/layout/IconVerticalSolidList"/>
    <dgm:cxn modelId="{2A4678D8-69C4-4621-8327-9F659A1B0A34}" type="presParOf" srcId="{8D256B99-5320-46EF-A51A-84010ED77E9D}" destId="{1C03C676-CD7D-49D9-97EB-0CC91855D1BF}" srcOrd="3" destOrd="0" presId="urn:microsoft.com/office/officeart/2018/2/layout/IconVerticalSolidList"/>
    <dgm:cxn modelId="{8D6E8F3E-96A7-4DD8-971C-2E94FCF2C634}" type="presParOf" srcId="{8D256B99-5320-46EF-A51A-84010ED77E9D}" destId="{27512BD4-90A1-40A1-B53A-05F648E756D5}" srcOrd="4" destOrd="0" presId="urn:microsoft.com/office/officeart/2018/2/layout/IconVerticalSolidList"/>
    <dgm:cxn modelId="{AEDF8865-EFCC-4093-96EB-8B4E0202CEAB}" type="presParOf" srcId="{27512BD4-90A1-40A1-B53A-05F648E756D5}" destId="{C60F09D5-A0C3-46E6-8068-87428DFAA3C5}" srcOrd="0" destOrd="0" presId="urn:microsoft.com/office/officeart/2018/2/layout/IconVerticalSolidList"/>
    <dgm:cxn modelId="{81CB9961-047E-40D2-8676-A4E83533F830}" type="presParOf" srcId="{27512BD4-90A1-40A1-B53A-05F648E756D5}" destId="{1E106A02-0704-47AB-B0DB-19D229958943}" srcOrd="1" destOrd="0" presId="urn:microsoft.com/office/officeart/2018/2/layout/IconVerticalSolidList"/>
    <dgm:cxn modelId="{7981A573-59E1-4F35-9FAF-008AAC9EE0EB}" type="presParOf" srcId="{27512BD4-90A1-40A1-B53A-05F648E756D5}" destId="{61F7EB7B-EA2A-4F08-9B50-EFE467AABDD6}" srcOrd="2" destOrd="0" presId="urn:microsoft.com/office/officeart/2018/2/layout/IconVerticalSolidList"/>
    <dgm:cxn modelId="{9E9DEF6E-1DC4-46B7-B54F-63E158F8D648}" type="presParOf" srcId="{27512BD4-90A1-40A1-B53A-05F648E756D5}" destId="{E6522E31-D60F-44B1-9075-8CC8833F51D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BE325DD0-15C4-46A0-B97F-18F5D28A3D2A}" type="doc">
      <dgm:prSet loTypeId="urn:microsoft.com/office/officeart/2018/5/layout/IconLeaf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2BA5409C-70CB-4597-9198-C4A6D52A4F9E}">
      <dgm:prSet/>
      <dgm:spPr/>
      <dgm:t>
        <a:bodyPr/>
        <a:lstStyle/>
        <a:p>
          <a:pPr>
            <a:defRPr cap="all"/>
          </a:pPr>
          <a:r>
            <a:rPr lang="en-US"/>
            <a:t>Must be ACTIVE</a:t>
          </a:r>
        </a:p>
      </dgm:t>
    </dgm:pt>
    <dgm:pt modelId="{BA0FC42E-02EA-457F-B3C6-49AAD599FC06}" type="parTrans" cxnId="{97FBA35D-7641-46CB-A5F2-93002535214B}">
      <dgm:prSet/>
      <dgm:spPr/>
      <dgm:t>
        <a:bodyPr/>
        <a:lstStyle/>
        <a:p>
          <a:endParaRPr lang="en-US"/>
        </a:p>
      </dgm:t>
    </dgm:pt>
    <dgm:pt modelId="{263E73D3-DD38-4CDB-B0D7-AF4454729558}" type="sibTrans" cxnId="{97FBA35D-7641-46CB-A5F2-93002535214B}">
      <dgm:prSet/>
      <dgm:spPr/>
      <dgm:t>
        <a:bodyPr/>
        <a:lstStyle/>
        <a:p>
          <a:endParaRPr lang="en-US"/>
        </a:p>
      </dgm:t>
    </dgm:pt>
    <dgm:pt modelId="{568E865B-AC2B-4CC3-BD93-0B1EBB8F4641}">
      <dgm:prSet/>
      <dgm:spPr/>
      <dgm:t>
        <a:bodyPr/>
        <a:lstStyle/>
        <a:p>
          <a:pPr>
            <a:defRPr cap="all"/>
          </a:pPr>
          <a:r>
            <a:rPr lang="en-US"/>
            <a:t>Currency must match</a:t>
          </a:r>
        </a:p>
      </dgm:t>
    </dgm:pt>
    <dgm:pt modelId="{695776E4-C9A9-427D-AF76-403E9CFDDC70}" type="parTrans" cxnId="{0A299710-B8A6-4471-A896-33336E22FB8B}">
      <dgm:prSet/>
      <dgm:spPr/>
      <dgm:t>
        <a:bodyPr/>
        <a:lstStyle/>
        <a:p>
          <a:endParaRPr lang="en-US"/>
        </a:p>
      </dgm:t>
    </dgm:pt>
    <dgm:pt modelId="{A550374F-2444-415E-A926-4F58DC028576}" type="sibTrans" cxnId="{0A299710-B8A6-4471-A896-33336E22FB8B}">
      <dgm:prSet/>
      <dgm:spPr/>
      <dgm:t>
        <a:bodyPr/>
        <a:lstStyle/>
        <a:p>
          <a:endParaRPr lang="en-US"/>
        </a:p>
      </dgm:t>
    </dgm:pt>
    <dgm:pt modelId="{037B6867-EC8B-4B7A-AC18-C76AD63046F4}">
      <dgm:prSet/>
      <dgm:spPr/>
      <dgm:t>
        <a:bodyPr/>
        <a:lstStyle/>
        <a:p>
          <a:pPr>
            <a:defRPr cap="all"/>
          </a:pPr>
          <a:r>
            <a:rPr lang="en-US"/>
            <a:t>Cannot exceed available funds (minus holds)</a:t>
          </a:r>
        </a:p>
      </dgm:t>
    </dgm:pt>
    <dgm:pt modelId="{B374258C-0348-43D3-BE8D-D5864FDF65A9}" type="parTrans" cxnId="{EAED1AA4-249E-4366-BCDC-6BEC1DA1B6E6}">
      <dgm:prSet/>
      <dgm:spPr/>
      <dgm:t>
        <a:bodyPr/>
        <a:lstStyle/>
        <a:p>
          <a:endParaRPr lang="en-US"/>
        </a:p>
      </dgm:t>
    </dgm:pt>
    <dgm:pt modelId="{BA9C48F6-0CB1-46C2-A19C-909D0A95B95C}" type="sibTrans" cxnId="{EAED1AA4-249E-4366-BCDC-6BEC1DA1B6E6}">
      <dgm:prSet/>
      <dgm:spPr/>
      <dgm:t>
        <a:bodyPr/>
        <a:lstStyle/>
        <a:p>
          <a:endParaRPr lang="en-US"/>
        </a:p>
      </dgm:t>
    </dgm:pt>
    <dgm:pt modelId="{1569739E-830B-4D4F-9488-F6EF0980BFD4}">
      <dgm:prSet/>
      <dgm:spPr/>
      <dgm:t>
        <a:bodyPr/>
        <a:lstStyle/>
        <a:p>
          <a:pPr>
            <a:defRPr cap="all"/>
          </a:pPr>
          <a:r>
            <a:rPr lang="en-US"/>
            <a:t>Must not exceed policy limits</a:t>
          </a:r>
        </a:p>
      </dgm:t>
    </dgm:pt>
    <dgm:pt modelId="{369F786F-E3F1-40B6-84DF-048640219A88}" type="parTrans" cxnId="{CDE17EC5-D78C-4B90-BEA9-09C4A8E11DF4}">
      <dgm:prSet/>
      <dgm:spPr/>
      <dgm:t>
        <a:bodyPr/>
        <a:lstStyle/>
        <a:p>
          <a:endParaRPr lang="en-US"/>
        </a:p>
      </dgm:t>
    </dgm:pt>
    <dgm:pt modelId="{3CF6CA3B-B622-4CA3-A7DE-EDB36B075F48}" type="sibTrans" cxnId="{CDE17EC5-D78C-4B90-BEA9-09C4A8E11DF4}">
      <dgm:prSet/>
      <dgm:spPr/>
      <dgm:t>
        <a:bodyPr/>
        <a:lstStyle/>
        <a:p>
          <a:endParaRPr lang="en-US"/>
        </a:p>
      </dgm:t>
    </dgm:pt>
    <dgm:pt modelId="{721C88BD-BEAF-4D1B-9111-1D871148C77A}" type="pres">
      <dgm:prSet presAssocID="{BE325DD0-15C4-46A0-B97F-18F5D28A3D2A}" presName="root" presStyleCnt="0">
        <dgm:presLayoutVars>
          <dgm:dir/>
          <dgm:resizeHandles val="exact"/>
        </dgm:presLayoutVars>
      </dgm:prSet>
      <dgm:spPr/>
    </dgm:pt>
    <dgm:pt modelId="{3546D124-143D-4597-9461-C779C868B46A}" type="pres">
      <dgm:prSet presAssocID="{2BA5409C-70CB-4597-9198-C4A6D52A4F9E}" presName="compNode" presStyleCnt="0"/>
      <dgm:spPr/>
    </dgm:pt>
    <dgm:pt modelId="{2880D544-EC4B-422E-84F0-31A80050D066}" type="pres">
      <dgm:prSet presAssocID="{2BA5409C-70CB-4597-9198-C4A6D52A4F9E}" presName="iconBgRect" presStyleLbl="bgShp" presStyleIdx="0" presStyleCnt="4"/>
      <dgm:spPr>
        <a:prstGeom prst="round2DiagRect">
          <a:avLst>
            <a:gd name="adj1" fmla="val 29727"/>
            <a:gd name="adj2" fmla="val 0"/>
          </a:avLst>
        </a:prstGeom>
      </dgm:spPr>
    </dgm:pt>
    <dgm:pt modelId="{B0D66C0E-9F20-4287-8A3C-51B5942F9458}" type="pres">
      <dgm:prSet presAssocID="{2BA5409C-70CB-4597-9198-C4A6D52A4F9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un"/>
        </a:ext>
      </dgm:extLst>
    </dgm:pt>
    <dgm:pt modelId="{F32FD793-A1CB-4936-92E3-11C8A63EAFE3}" type="pres">
      <dgm:prSet presAssocID="{2BA5409C-70CB-4597-9198-C4A6D52A4F9E}" presName="spaceRect" presStyleCnt="0"/>
      <dgm:spPr/>
    </dgm:pt>
    <dgm:pt modelId="{6A040CEA-2C39-4EF6-BEE9-54FEDDBF8DBC}" type="pres">
      <dgm:prSet presAssocID="{2BA5409C-70CB-4597-9198-C4A6D52A4F9E}" presName="textRect" presStyleLbl="revTx" presStyleIdx="0" presStyleCnt="4">
        <dgm:presLayoutVars>
          <dgm:chMax val="1"/>
          <dgm:chPref val="1"/>
        </dgm:presLayoutVars>
      </dgm:prSet>
      <dgm:spPr/>
    </dgm:pt>
    <dgm:pt modelId="{21044303-5B34-4B93-9445-7DD2D3B431A6}" type="pres">
      <dgm:prSet presAssocID="{263E73D3-DD38-4CDB-B0D7-AF4454729558}" presName="sibTrans" presStyleCnt="0"/>
      <dgm:spPr/>
    </dgm:pt>
    <dgm:pt modelId="{0C6ABC6E-E188-49C1-9540-2B3EB0927500}" type="pres">
      <dgm:prSet presAssocID="{568E865B-AC2B-4CC3-BD93-0B1EBB8F4641}" presName="compNode" presStyleCnt="0"/>
      <dgm:spPr/>
    </dgm:pt>
    <dgm:pt modelId="{06AE4657-06B5-41BB-97E9-9EBCDDFC5B45}" type="pres">
      <dgm:prSet presAssocID="{568E865B-AC2B-4CC3-BD93-0B1EBB8F4641}" presName="iconBgRect" presStyleLbl="bgShp" presStyleIdx="1" presStyleCnt="4"/>
      <dgm:spPr>
        <a:prstGeom prst="round2DiagRect">
          <a:avLst>
            <a:gd name="adj1" fmla="val 29727"/>
            <a:gd name="adj2" fmla="val 0"/>
          </a:avLst>
        </a:prstGeom>
      </dgm:spPr>
    </dgm:pt>
    <dgm:pt modelId="{E56FF44B-6286-48CD-9560-72393E791204}" type="pres">
      <dgm:prSet presAssocID="{568E865B-AC2B-4CC3-BD93-0B1EBB8F464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243BB04-F421-48C0-AA69-3B530B22E81E}" type="pres">
      <dgm:prSet presAssocID="{568E865B-AC2B-4CC3-BD93-0B1EBB8F4641}" presName="spaceRect" presStyleCnt="0"/>
      <dgm:spPr/>
    </dgm:pt>
    <dgm:pt modelId="{91F758D0-A0B8-45A1-AC6A-9515BDC595E6}" type="pres">
      <dgm:prSet presAssocID="{568E865B-AC2B-4CC3-BD93-0B1EBB8F4641}" presName="textRect" presStyleLbl="revTx" presStyleIdx="1" presStyleCnt="4">
        <dgm:presLayoutVars>
          <dgm:chMax val="1"/>
          <dgm:chPref val="1"/>
        </dgm:presLayoutVars>
      </dgm:prSet>
      <dgm:spPr/>
    </dgm:pt>
    <dgm:pt modelId="{1315678A-C8FD-474A-9499-6F591EFEAC7F}" type="pres">
      <dgm:prSet presAssocID="{A550374F-2444-415E-A926-4F58DC028576}" presName="sibTrans" presStyleCnt="0"/>
      <dgm:spPr/>
    </dgm:pt>
    <dgm:pt modelId="{83612E54-8873-44B6-8407-C6BAF5C6A00F}" type="pres">
      <dgm:prSet presAssocID="{037B6867-EC8B-4B7A-AC18-C76AD63046F4}" presName="compNode" presStyleCnt="0"/>
      <dgm:spPr/>
    </dgm:pt>
    <dgm:pt modelId="{7240FFEE-4433-418A-A98E-A1B5391D9BE1}" type="pres">
      <dgm:prSet presAssocID="{037B6867-EC8B-4B7A-AC18-C76AD63046F4}" presName="iconBgRect" presStyleLbl="bgShp" presStyleIdx="2" presStyleCnt="4"/>
      <dgm:spPr>
        <a:prstGeom prst="round2DiagRect">
          <a:avLst>
            <a:gd name="adj1" fmla="val 29727"/>
            <a:gd name="adj2" fmla="val 0"/>
          </a:avLst>
        </a:prstGeom>
      </dgm:spPr>
    </dgm:pt>
    <dgm:pt modelId="{B2A0E135-31B5-4C4A-961A-7DC630B483CC}" type="pres">
      <dgm:prSet presAssocID="{037B6867-EC8B-4B7A-AC18-C76AD63046F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orbidden"/>
        </a:ext>
      </dgm:extLst>
    </dgm:pt>
    <dgm:pt modelId="{DD8FB5FB-F787-45E3-B76B-F56646C11ED2}" type="pres">
      <dgm:prSet presAssocID="{037B6867-EC8B-4B7A-AC18-C76AD63046F4}" presName="spaceRect" presStyleCnt="0"/>
      <dgm:spPr/>
    </dgm:pt>
    <dgm:pt modelId="{1FBF30FD-5B49-428B-8304-98C37FF593A6}" type="pres">
      <dgm:prSet presAssocID="{037B6867-EC8B-4B7A-AC18-C76AD63046F4}" presName="textRect" presStyleLbl="revTx" presStyleIdx="2" presStyleCnt="4">
        <dgm:presLayoutVars>
          <dgm:chMax val="1"/>
          <dgm:chPref val="1"/>
        </dgm:presLayoutVars>
      </dgm:prSet>
      <dgm:spPr/>
    </dgm:pt>
    <dgm:pt modelId="{8A097404-7841-4EE9-BFEC-2E9E832709A3}" type="pres">
      <dgm:prSet presAssocID="{BA9C48F6-0CB1-46C2-A19C-909D0A95B95C}" presName="sibTrans" presStyleCnt="0"/>
      <dgm:spPr/>
    </dgm:pt>
    <dgm:pt modelId="{6F3BCBFE-3B84-405E-B086-3D0180F740F9}" type="pres">
      <dgm:prSet presAssocID="{1569739E-830B-4D4F-9488-F6EF0980BFD4}" presName="compNode" presStyleCnt="0"/>
      <dgm:spPr/>
    </dgm:pt>
    <dgm:pt modelId="{2E6B2DF7-8FA2-437E-BDB1-C903ECDD7576}" type="pres">
      <dgm:prSet presAssocID="{1569739E-830B-4D4F-9488-F6EF0980BFD4}" presName="iconBgRect" presStyleLbl="bgShp" presStyleIdx="3" presStyleCnt="4"/>
      <dgm:spPr>
        <a:prstGeom prst="round2DiagRect">
          <a:avLst>
            <a:gd name="adj1" fmla="val 29727"/>
            <a:gd name="adj2" fmla="val 0"/>
          </a:avLst>
        </a:prstGeom>
      </dgm:spPr>
    </dgm:pt>
    <dgm:pt modelId="{4698489B-6010-4028-B4AD-FE6C41BF609B}" type="pres">
      <dgm:prSet presAssocID="{1569739E-830B-4D4F-9488-F6EF0980BFD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o sign"/>
        </a:ext>
      </dgm:extLst>
    </dgm:pt>
    <dgm:pt modelId="{BFD69140-BFB4-4159-8DBB-7C8A28616FE1}" type="pres">
      <dgm:prSet presAssocID="{1569739E-830B-4D4F-9488-F6EF0980BFD4}" presName="spaceRect" presStyleCnt="0"/>
      <dgm:spPr/>
    </dgm:pt>
    <dgm:pt modelId="{A4051DA4-FC11-4FF5-9BF9-9C8E370E92E2}" type="pres">
      <dgm:prSet presAssocID="{1569739E-830B-4D4F-9488-F6EF0980BFD4}" presName="textRect" presStyleLbl="revTx" presStyleIdx="3" presStyleCnt="4">
        <dgm:presLayoutVars>
          <dgm:chMax val="1"/>
          <dgm:chPref val="1"/>
        </dgm:presLayoutVars>
      </dgm:prSet>
      <dgm:spPr/>
    </dgm:pt>
  </dgm:ptLst>
  <dgm:cxnLst>
    <dgm:cxn modelId="{0A299710-B8A6-4471-A896-33336E22FB8B}" srcId="{BE325DD0-15C4-46A0-B97F-18F5D28A3D2A}" destId="{568E865B-AC2B-4CC3-BD93-0B1EBB8F4641}" srcOrd="1" destOrd="0" parTransId="{695776E4-C9A9-427D-AF76-403E9CFDDC70}" sibTransId="{A550374F-2444-415E-A926-4F58DC028576}"/>
    <dgm:cxn modelId="{9609202D-C0B1-4054-B16A-3EA1EB349035}" type="presOf" srcId="{1569739E-830B-4D4F-9488-F6EF0980BFD4}" destId="{A4051DA4-FC11-4FF5-9BF9-9C8E370E92E2}" srcOrd="0" destOrd="0" presId="urn:microsoft.com/office/officeart/2018/5/layout/IconLeafLabelList"/>
    <dgm:cxn modelId="{97FBA35D-7641-46CB-A5F2-93002535214B}" srcId="{BE325DD0-15C4-46A0-B97F-18F5D28A3D2A}" destId="{2BA5409C-70CB-4597-9198-C4A6D52A4F9E}" srcOrd="0" destOrd="0" parTransId="{BA0FC42E-02EA-457F-B3C6-49AAD599FC06}" sibTransId="{263E73D3-DD38-4CDB-B0D7-AF4454729558}"/>
    <dgm:cxn modelId="{DB453583-9109-4F85-9B09-270FE7968AA1}" type="presOf" srcId="{568E865B-AC2B-4CC3-BD93-0B1EBB8F4641}" destId="{91F758D0-A0B8-45A1-AC6A-9515BDC595E6}" srcOrd="0" destOrd="0" presId="urn:microsoft.com/office/officeart/2018/5/layout/IconLeafLabelList"/>
    <dgm:cxn modelId="{5404D3A2-24D2-48D3-A68E-2811107107EA}" type="presOf" srcId="{037B6867-EC8B-4B7A-AC18-C76AD63046F4}" destId="{1FBF30FD-5B49-428B-8304-98C37FF593A6}" srcOrd="0" destOrd="0" presId="urn:microsoft.com/office/officeart/2018/5/layout/IconLeafLabelList"/>
    <dgm:cxn modelId="{EAED1AA4-249E-4366-BCDC-6BEC1DA1B6E6}" srcId="{BE325DD0-15C4-46A0-B97F-18F5D28A3D2A}" destId="{037B6867-EC8B-4B7A-AC18-C76AD63046F4}" srcOrd="2" destOrd="0" parTransId="{B374258C-0348-43D3-BE8D-D5864FDF65A9}" sibTransId="{BA9C48F6-0CB1-46C2-A19C-909D0A95B95C}"/>
    <dgm:cxn modelId="{CDE17EC5-D78C-4B90-BEA9-09C4A8E11DF4}" srcId="{BE325DD0-15C4-46A0-B97F-18F5D28A3D2A}" destId="{1569739E-830B-4D4F-9488-F6EF0980BFD4}" srcOrd="3" destOrd="0" parTransId="{369F786F-E3F1-40B6-84DF-048640219A88}" sibTransId="{3CF6CA3B-B622-4CA3-A7DE-EDB36B075F48}"/>
    <dgm:cxn modelId="{DD410EC9-DA42-4865-BAAE-AA92B52C4453}" type="presOf" srcId="{2BA5409C-70CB-4597-9198-C4A6D52A4F9E}" destId="{6A040CEA-2C39-4EF6-BEE9-54FEDDBF8DBC}" srcOrd="0" destOrd="0" presId="urn:microsoft.com/office/officeart/2018/5/layout/IconLeafLabelList"/>
    <dgm:cxn modelId="{D862F4D9-776D-4863-9FA4-DFF40DCBE0E7}" type="presOf" srcId="{BE325DD0-15C4-46A0-B97F-18F5D28A3D2A}" destId="{721C88BD-BEAF-4D1B-9111-1D871148C77A}" srcOrd="0" destOrd="0" presId="urn:microsoft.com/office/officeart/2018/5/layout/IconLeafLabelList"/>
    <dgm:cxn modelId="{35573895-81B4-491F-87B6-1ABB8A2A0DED}" type="presParOf" srcId="{721C88BD-BEAF-4D1B-9111-1D871148C77A}" destId="{3546D124-143D-4597-9461-C779C868B46A}" srcOrd="0" destOrd="0" presId="urn:microsoft.com/office/officeart/2018/5/layout/IconLeafLabelList"/>
    <dgm:cxn modelId="{431226C7-90AF-4C04-A16F-B45317286372}" type="presParOf" srcId="{3546D124-143D-4597-9461-C779C868B46A}" destId="{2880D544-EC4B-422E-84F0-31A80050D066}" srcOrd="0" destOrd="0" presId="urn:microsoft.com/office/officeart/2018/5/layout/IconLeafLabelList"/>
    <dgm:cxn modelId="{8620F4CF-C1DF-4C40-920D-A04CA3A2DB6D}" type="presParOf" srcId="{3546D124-143D-4597-9461-C779C868B46A}" destId="{B0D66C0E-9F20-4287-8A3C-51B5942F9458}" srcOrd="1" destOrd="0" presId="urn:microsoft.com/office/officeart/2018/5/layout/IconLeafLabelList"/>
    <dgm:cxn modelId="{8069D18B-1407-4291-AB4D-833A7C9DC6AC}" type="presParOf" srcId="{3546D124-143D-4597-9461-C779C868B46A}" destId="{F32FD793-A1CB-4936-92E3-11C8A63EAFE3}" srcOrd="2" destOrd="0" presId="urn:microsoft.com/office/officeart/2018/5/layout/IconLeafLabelList"/>
    <dgm:cxn modelId="{FD6315FC-7406-4E0E-9A6E-6601BFF4A21F}" type="presParOf" srcId="{3546D124-143D-4597-9461-C779C868B46A}" destId="{6A040CEA-2C39-4EF6-BEE9-54FEDDBF8DBC}" srcOrd="3" destOrd="0" presId="urn:microsoft.com/office/officeart/2018/5/layout/IconLeafLabelList"/>
    <dgm:cxn modelId="{85711869-EC45-4F57-BBF2-BB43E2A090E8}" type="presParOf" srcId="{721C88BD-BEAF-4D1B-9111-1D871148C77A}" destId="{21044303-5B34-4B93-9445-7DD2D3B431A6}" srcOrd="1" destOrd="0" presId="urn:microsoft.com/office/officeart/2018/5/layout/IconLeafLabelList"/>
    <dgm:cxn modelId="{E1DBF584-F54B-42FE-B5D4-E499070C0367}" type="presParOf" srcId="{721C88BD-BEAF-4D1B-9111-1D871148C77A}" destId="{0C6ABC6E-E188-49C1-9540-2B3EB0927500}" srcOrd="2" destOrd="0" presId="urn:microsoft.com/office/officeart/2018/5/layout/IconLeafLabelList"/>
    <dgm:cxn modelId="{82DFA46C-F01A-45E8-BDF9-3852F5B502E5}" type="presParOf" srcId="{0C6ABC6E-E188-49C1-9540-2B3EB0927500}" destId="{06AE4657-06B5-41BB-97E9-9EBCDDFC5B45}" srcOrd="0" destOrd="0" presId="urn:microsoft.com/office/officeart/2018/5/layout/IconLeafLabelList"/>
    <dgm:cxn modelId="{883583A8-A8F2-4D4C-A7A1-44CCC48B37F7}" type="presParOf" srcId="{0C6ABC6E-E188-49C1-9540-2B3EB0927500}" destId="{E56FF44B-6286-48CD-9560-72393E791204}" srcOrd="1" destOrd="0" presId="urn:microsoft.com/office/officeart/2018/5/layout/IconLeafLabelList"/>
    <dgm:cxn modelId="{F6B96EB5-4C29-4CC6-8E39-441B1B9F249D}" type="presParOf" srcId="{0C6ABC6E-E188-49C1-9540-2B3EB0927500}" destId="{2243BB04-F421-48C0-AA69-3B530B22E81E}" srcOrd="2" destOrd="0" presId="urn:microsoft.com/office/officeart/2018/5/layout/IconLeafLabelList"/>
    <dgm:cxn modelId="{D3D94143-2723-4F23-8030-B10382F86D53}" type="presParOf" srcId="{0C6ABC6E-E188-49C1-9540-2B3EB0927500}" destId="{91F758D0-A0B8-45A1-AC6A-9515BDC595E6}" srcOrd="3" destOrd="0" presId="urn:microsoft.com/office/officeart/2018/5/layout/IconLeafLabelList"/>
    <dgm:cxn modelId="{3C1D647C-B2C3-43C0-AC91-8A70D9140976}" type="presParOf" srcId="{721C88BD-BEAF-4D1B-9111-1D871148C77A}" destId="{1315678A-C8FD-474A-9499-6F591EFEAC7F}" srcOrd="3" destOrd="0" presId="urn:microsoft.com/office/officeart/2018/5/layout/IconLeafLabelList"/>
    <dgm:cxn modelId="{FA36990B-E611-4FF7-8EB8-37709B99E048}" type="presParOf" srcId="{721C88BD-BEAF-4D1B-9111-1D871148C77A}" destId="{83612E54-8873-44B6-8407-C6BAF5C6A00F}" srcOrd="4" destOrd="0" presId="urn:microsoft.com/office/officeart/2018/5/layout/IconLeafLabelList"/>
    <dgm:cxn modelId="{A60A03F0-C5E7-4F7E-95A0-BE790B5EC65D}" type="presParOf" srcId="{83612E54-8873-44B6-8407-C6BAF5C6A00F}" destId="{7240FFEE-4433-418A-A98E-A1B5391D9BE1}" srcOrd="0" destOrd="0" presId="urn:microsoft.com/office/officeart/2018/5/layout/IconLeafLabelList"/>
    <dgm:cxn modelId="{C15D5A5A-AC41-474C-97BE-82C9A53DB102}" type="presParOf" srcId="{83612E54-8873-44B6-8407-C6BAF5C6A00F}" destId="{B2A0E135-31B5-4C4A-961A-7DC630B483CC}" srcOrd="1" destOrd="0" presId="urn:microsoft.com/office/officeart/2018/5/layout/IconLeafLabelList"/>
    <dgm:cxn modelId="{F893308D-7D3E-468B-839E-904653A46C83}" type="presParOf" srcId="{83612E54-8873-44B6-8407-C6BAF5C6A00F}" destId="{DD8FB5FB-F787-45E3-B76B-F56646C11ED2}" srcOrd="2" destOrd="0" presId="urn:microsoft.com/office/officeart/2018/5/layout/IconLeafLabelList"/>
    <dgm:cxn modelId="{4D83FC6B-6455-4AA2-BA72-A00A362509BB}" type="presParOf" srcId="{83612E54-8873-44B6-8407-C6BAF5C6A00F}" destId="{1FBF30FD-5B49-428B-8304-98C37FF593A6}" srcOrd="3" destOrd="0" presId="urn:microsoft.com/office/officeart/2018/5/layout/IconLeafLabelList"/>
    <dgm:cxn modelId="{C9FE25B2-6543-48A7-80EA-61F50E597F9A}" type="presParOf" srcId="{721C88BD-BEAF-4D1B-9111-1D871148C77A}" destId="{8A097404-7841-4EE9-BFEC-2E9E832709A3}" srcOrd="5" destOrd="0" presId="urn:microsoft.com/office/officeart/2018/5/layout/IconLeafLabelList"/>
    <dgm:cxn modelId="{7902C94F-DC9F-468E-B0BD-C36C0BE5C97E}" type="presParOf" srcId="{721C88BD-BEAF-4D1B-9111-1D871148C77A}" destId="{6F3BCBFE-3B84-405E-B086-3D0180F740F9}" srcOrd="6" destOrd="0" presId="urn:microsoft.com/office/officeart/2018/5/layout/IconLeafLabelList"/>
    <dgm:cxn modelId="{6DB2C2EF-77C8-449F-A4A8-D6B9F1C3199C}" type="presParOf" srcId="{6F3BCBFE-3B84-405E-B086-3D0180F740F9}" destId="{2E6B2DF7-8FA2-437E-BDB1-C903ECDD7576}" srcOrd="0" destOrd="0" presId="urn:microsoft.com/office/officeart/2018/5/layout/IconLeafLabelList"/>
    <dgm:cxn modelId="{35EDF7F3-EBAF-4D17-A3D5-7A478264D58A}" type="presParOf" srcId="{6F3BCBFE-3B84-405E-B086-3D0180F740F9}" destId="{4698489B-6010-4028-B4AD-FE6C41BF609B}" srcOrd="1" destOrd="0" presId="urn:microsoft.com/office/officeart/2018/5/layout/IconLeafLabelList"/>
    <dgm:cxn modelId="{DD9017D2-73C8-4369-B434-278A603248DC}" type="presParOf" srcId="{6F3BCBFE-3B84-405E-B086-3D0180F740F9}" destId="{BFD69140-BFB4-4159-8DBB-7C8A28616FE1}" srcOrd="2" destOrd="0" presId="urn:microsoft.com/office/officeart/2018/5/layout/IconLeafLabelList"/>
    <dgm:cxn modelId="{5EBDCD7B-2CFE-409F-9635-EE32EA2B89E4}" type="presParOf" srcId="{6F3BCBFE-3B84-405E-B086-3D0180F740F9}" destId="{A4051DA4-FC11-4FF5-9BF9-9C8E370E92E2}"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BD45817-D6BF-410F-9317-043A1C130CE1}" type="doc">
      <dgm:prSet loTypeId="urn:microsoft.com/office/officeart/2018/2/layout/IconCircleList" loCatId="icon" qsTypeId="urn:microsoft.com/office/officeart/2005/8/quickstyle/simple1" qsCatId="simple" csTypeId="urn:microsoft.com/office/officeart/2018/5/colors/Iconchunking_neutralbg_accent1_2" csCatId="accent1" phldr="1"/>
      <dgm:spPr/>
      <dgm:t>
        <a:bodyPr/>
        <a:lstStyle/>
        <a:p>
          <a:endParaRPr lang="en-US"/>
        </a:p>
      </dgm:t>
    </dgm:pt>
    <dgm:pt modelId="{A6C7263C-7F3B-43D8-803F-44969DB195E0}">
      <dgm:prSet/>
      <dgm:spPr/>
      <dgm:t>
        <a:bodyPr/>
        <a:lstStyle/>
        <a:p>
          <a:r>
            <a:rPr lang="en-US"/>
            <a:t>Coordinates source + target accounts</a:t>
          </a:r>
        </a:p>
      </dgm:t>
    </dgm:pt>
    <dgm:pt modelId="{D914D624-8B83-498F-AF07-BF3A55B9CE96}" type="parTrans" cxnId="{CBF95663-D735-492F-99E5-F5FFE0E5D207}">
      <dgm:prSet/>
      <dgm:spPr/>
      <dgm:t>
        <a:bodyPr/>
        <a:lstStyle/>
        <a:p>
          <a:endParaRPr lang="en-US"/>
        </a:p>
      </dgm:t>
    </dgm:pt>
    <dgm:pt modelId="{E3D789D9-A73E-45F1-A549-31468919A818}" type="sibTrans" cxnId="{CBF95663-D735-492F-99E5-F5FFE0E5D207}">
      <dgm:prSet/>
      <dgm:spPr/>
      <dgm:t>
        <a:bodyPr/>
        <a:lstStyle/>
        <a:p>
          <a:endParaRPr lang="en-US"/>
        </a:p>
      </dgm:t>
    </dgm:pt>
    <dgm:pt modelId="{40547AEA-8644-4721-A738-1DAD32DF5A3E}">
      <dgm:prSet/>
      <dgm:spPr/>
      <dgm:t>
        <a:bodyPr/>
        <a:lstStyle/>
        <a:p>
          <a:r>
            <a:rPr lang="en-US"/>
            <a:t>Calls domain methods</a:t>
          </a:r>
        </a:p>
      </dgm:t>
    </dgm:pt>
    <dgm:pt modelId="{145CA4A2-C321-464C-BC80-879321D2701D}" type="parTrans" cxnId="{E3D597CF-24A2-48B6-BEFA-43CC33EAB951}">
      <dgm:prSet/>
      <dgm:spPr/>
      <dgm:t>
        <a:bodyPr/>
        <a:lstStyle/>
        <a:p>
          <a:endParaRPr lang="en-US"/>
        </a:p>
      </dgm:t>
    </dgm:pt>
    <dgm:pt modelId="{C820D9BA-6168-4C1C-99B6-824844448781}" type="sibTrans" cxnId="{E3D597CF-24A2-48B6-BEFA-43CC33EAB951}">
      <dgm:prSet/>
      <dgm:spPr/>
      <dgm:t>
        <a:bodyPr/>
        <a:lstStyle/>
        <a:p>
          <a:endParaRPr lang="en-US"/>
        </a:p>
      </dgm:t>
    </dgm:pt>
    <dgm:pt modelId="{A0EE7E21-1A67-45E4-8050-F0396FC7B90B}">
      <dgm:prSet/>
      <dgm:spPr/>
      <dgm:t>
        <a:bodyPr/>
        <a:lstStyle/>
        <a:p>
          <a:r>
            <a:rPr lang="en-US"/>
            <a:t>Persists changes</a:t>
          </a:r>
        </a:p>
      </dgm:t>
    </dgm:pt>
    <dgm:pt modelId="{0364C6B1-A8F3-43A8-9115-14F239DCFA96}" type="parTrans" cxnId="{05A2CDDF-330C-4EB4-BA04-CD87B03D9B6F}">
      <dgm:prSet/>
      <dgm:spPr/>
      <dgm:t>
        <a:bodyPr/>
        <a:lstStyle/>
        <a:p>
          <a:endParaRPr lang="en-US"/>
        </a:p>
      </dgm:t>
    </dgm:pt>
    <dgm:pt modelId="{F5245BB9-A1B2-4E17-994B-12A7A601FB4C}" type="sibTrans" cxnId="{05A2CDDF-330C-4EB4-BA04-CD87B03D9B6F}">
      <dgm:prSet/>
      <dgm:spPr/>
      <dgm:t>
        <a:bodyPr/>
        <a:lstStyle/>
        <a:p>
          <a:endParaRPr lang="en-US"/>
        </a:p>
      </dgm:t>
    </dgm:pt>
    <dgm:pt modelId="{87683086-CAE1-4BD2-A7DF-F089E680ABB3}">
      <dgm:prSet/>
      <dgm:spPr/>
      <dgm:t>
        <a:bodyPr/>
        <a:lstStyle/>
        <a:p>
          <a:r>
            <a:rPr lang="en-US"/>
            <a:t>Publishes domain events</a:t>
          </a:r>
        </a:p>
      </dgm:t>
    </dgm:pt>
    <dgm:pt modelId="{DBD9BDF7-8819-4864-9532-E5B59658CE19}" type="parTrans" cxnId="{0B595FA6-ED69-492B-AFDD-6A86BBAB4503}">
      <dgm:prSet/>
      <dgm:spPr/>
      <dgm:t>
        <a:bodyPr/>
        <a:lstStyle/>
        <a:p>
          <a:endParaRPr lang="en-US"/>
        </a:p>
      </dgm:t>
    </dgm:pt>
    <dgm:pt modelId="{72C1D3B1-890A-4ADA-B46F-EE4A145E6011}" type="sibTrans" cxnId="{0B595FA6-ED69-492B-AFDD-6A86BBAB4503}">
      <dgm:prSet/>
      <dgm:spPr/>
      <dgm:t>
        <a:bodyPr/>
        <a:lstStyle/>
        <a:p>
          <a:endParaRPr lang="en-US"/>
        </a:p>
      </dgm:t>
    </dgm:pt>
    <dgm:pt modelId="{1AAB45E9-31A5-4BF3-A60A-A736163423E0}" type="pres">
      <dgm:prSet presAssocID="{8BD45817-D6BF-410F-9317-043A1C130CE1}" presName="root" presStyleCnt="0">
        <dgm:presLayoutVars>
          <dgm:dir/>
          <dgm:resizeHandles val="exact"/>
        </dgm:presLayoutVars>
      </dgm:prSet>
      <dgm:spPr/>
    </dgm:pt>
    <dgm:pt modelId="{85E08801-1A8B-4CB0-9721-B22A08DC842F}" type="pres">
      <dgm:prSet presAssocID="{8BD45817-D6BF-410F-9317-043A1C130CE1}" presName="container" presStyleCnt="0">
        <dgm:presLayoutVars>
          <dgm:dir/>
          <dgm:resizeHandles val="exact"/>
        </dgm:presLayoutVars>
      </dgm:prSet>
      <dgm:spPr/>
    </dgm:pt>
    <dgm:pt modelId="{544D1269-6253-4262-B422-EAD8814DBA30}" type="pres">
      <dgm:prSet presAssocID="{A6C7263C-7F3B-43D8-803F-44969DB195E0}" presName="compNode" presStyleCnt="0"/>
      <dgm:spPr/>
    </dgm:pt>
    <dgm:pt modelId="{7BC3F2FE-AC07-46DF-891E-E69B93E8029A}" type="pres">
      <dgm:prSet presAssocID="{A6C7263C-7F3B-43D8-803F-44969DB195E0}" presName="iconBgRect" presStyleLbl="bgShp" presStyleIdx="0" presStyleCnt="4"/>
      <dgm:spPr/>
    </dgm:pt>
    <dgm:pt modelId="{E535AA03-E312-4BC2-80F1-9F9CF9DB6B40}" type="pres">
      <dgm:prSet presAssocID="{A6C7263C-7F3B-43D8-803F-44969DB195E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C7E7404D-7051-49F0-B50D-B53AA6C382C8}" type="pres">
      <dgm:prSet presAssocID="{A6C7263C-7F3B-43D8-803F-44969DB195E0}" presName="spaceRect" presStyleCnt="0"/>
      <dgm:spPr/>
    </dgm:pt>
    <dgm:pt modelId="{8EA57E6A-14C0-481C-BEA7-E1D963119C4B}" type="pres">
      <dgm:prSet presAssocID="{A6C7263C-7F3B-43D8-803F-44969DB195E0}" presName="textRect" presStyleLbl="revTx" presStyleIdx="0" presStyleCnt="4">
        <dgm:presLayoutVars>
          <dgm:chMax val="1"/>
          <dgm:chPref val="1"/>
        </dgm:presLayoutVars>
      </dgm:prSet>
      <dgm:spPr/>
    </dgm:pt>
    <dgm:pt modelId="{2F363EC1-0A46-4932-AF74-E1075EEC3B65}" type="pres">
      <dgm:prSet presAssocID="{E3D789D9-A73E-45F1-A549-31468919A818}" presName="sibTrans" presStyleLbl="sibTrans2D1" presStyleIdx="0" presStyleCnt="0"/>
      <dgm:spPr/>
    </dgm:pt>
    <dgm:pt modelId="{99865DB1-68D5-4AB1-9FC3-6E08D5A54F48}" type="pres">
      <dgm:prSet presAssocID="{40547AEA-8644-4721-A738-1DAD32DF5A3E}" presName="compNode" presStyleCnt="0"/>
      <dgm:spPr/>
    </dgm:pt>
    <dgm:pt modelId="{552B9138-AEAB-45DA-B5BE-D228B7813A8E}" type="pres">
      <dgm:prSet presAssocID="{40547AEA-8644-4721-A738-1DAD32DF5A3E}" presName="iconBgRect" presStyleLbl="bgShp" presStyleIdx="1" presStyleCnt="4"/>
      <dgm:spPr/>
    </dgm:pt>
    <dgm:pt modelId="{0B054B5D-3670-4243-B29C-A0DA6EA7F667}" type="pres">
      <dgm:prSet presAssocID="{40547AEA-8644-4721-A738-1DAD32DF5A3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l center"/>
        </a:ext>
      </dgm:extLst>
    </dgm:pt>
    <dgm:pt modelId="{9CC96520-B058-48E1-BB9B-3AB2C1E0B3BD}" type="pres">
      <dgm:prSet presAssocID="{40547AEA-8644-4721-A738-1DAD32DF5A3E}" presName="spaceRect" presStyleCnt="0"/>
      <dgm:spPr/>
    </dgm:pt>
    <dgm:pt modelId="{99B16B9F-C6EE-42AE-890E-AF42F8435432}" type="pres">
      <dgm:prSet presAssocID="{40547AEA-8644-4721-A738-1DAD32DF5A3E}" presName="textRect" presStyleLbl="revTx" presStyleIdx="1" presStyleCnt="4">
        <dgm:presLayoutVars>
          <dgm:chMax val="1"/>
          <dgm:chPref val="1"/>
        </dgm:presLayoutVars>
      </dgm:prSet>
      <dgm:spPr/>
    </dgm:pt>
    <dgm:pt modelId="{724CB83E-F3FD-4EF2-B9D0-5C8BF90859E6}" type="pres">
      <dgm:prSet presAssocID="{C820D9BA-6168-4C1C-99B6-824844448781}" presName="sibTrans" presStyleLbl="sibTrans2D1" presStyleIdx="0" presStyleCnt="0"/>
      <dgm:spPr/>
    </dgm:pt>
    <dgm:pt modelId="{D65035AD-1A27-4FCB-8773-4DE7258E99C2}" type="pres">
      <dgm:prSet presAssocID="{A0EE7E21-1A67-45E4-8050-F0396FC7B90B}" presName="compNode" presStyleCnt="0"/>
      <dgm:spPr/>
    </dgm:pt>
    <dgm:pt modelId="{D208F120-D74A-40DD-BD5D-A335C26ECAAC}" type="pres">
      <dgm:prSet presAssocID="{A0EE7E21-1A67-45E4-8050-F0396FC7B90B}" presName="iconBgRect" presStyleLbl="bgShp" presStyleIdx="2" presStyleCnt="4"/>
      <dgm:spPr/>
    </dgm:pt>
    <dgm:pt modelId="{8F265495-B5D6-4725-A988-5BF0AA1FFED8}" type="pres">
      <dgm:prSet presAssocID="{A0EE7E21-1A67-45E4-8050-F0396FC7B90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D09CE521-488C-49E9-BF33-5ED90B1D9A0F}" type="pres">
      <dgm:prSet presAssocID="{A0EE7E21-1A67-45E4-8050-F0396FC7B90B}" presName="spaceRect" presStyleCnt="0"/>
      <dgm:spPr/>
    </dgm:pt>
    <dgm:pt modelId="{96152288-F7FA-4252-84EE-724ACDCD8B90}" type="pres">
      <dgm:prSet presAssocID="{A0EE7E21-1A67-45E4-8050-F0396FC7B90B}" presName="textRect" presStyleLbl="revTx" presStyleIdx="2" presStyleCnt="4">
        <dgm:presLayoutVars>
          <dgm:chMax val="1"/>
          <dgm:chPref val="1"/>
        </dgm:presLayoutVars>
      </dgm:prSet>
      <dgm:spPr/>
    </dgm:pt>
    <dgm:pt modelId="{EEF9457D-0483-4848-BCFE-2356034F0A10}" type="pres">
      <dgm:prSet presAssocID="{F5245BB9-A1B2-4E17-994B-12A7A601FB4C}" presName="sibTrans" presStyleLbl="sibTrans2D1" presStyleIdx="0" presStyleCnt="0"/>
      <dgm:spPr/>
    </dgm:pt>
    <dgm:pt modelId="{130CF97C-6CC9-4770-82E6-5E328C5E55FF}" type="pres">
      <dgm:prSet presAssocID="{87683086-CAE1-4BD2-A7DF-F089E680ABB3}" presName="compNode" presStyleCnt="0"/>
      <dgm:spPr/>
    </dgm:pt>
    <dgm:pt modelId="{9D065DC2-F8B8-4BD5-9D5D-EE7A4BF19C6D}" type="pres">
      <dgm:prSet presAssocID="{87683086-CAE1-4BD2-A7DF-F089E680ABB3}" presName="iconBgRect" presStyleLbl="bgShp" presStyleIdx="3" presStyleCnt="4"/>
      <dgm:spPr/>
    </dgm:pt>
    <dgm:pt modelId="{C3D9BE15-81E5-4D37-8408-4AD1246AAC7E}" type="pres">
      <dgm:prSet presAssocID="{87683086-CAE1-4BD2-A7DF-F089E680ABB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a:ext>
      </dgm:extLst>
    </dgm:pt>
    <dgm:pt modelId="{9CC90677-6158-4196-81F7-93AF46E5D1BA}" type="pres">
      <dgm:prSet presAssocID="{87683086-CAE1-4BD2-A7DF-F089E680ABB3}" presName="spaceRect" presStyleCnt="0"/>
      <dgm:spPr/>
    </dgm:pt>
    <dgm:pt modelId="{0580AFC0-2B0D-4ADA-A217-62E683987640}" type="pres">
      <dgm:prSet presAssocID="{87683086-CAE1-4BD2-A7DF-F089E680ABB3}" presName="textRect" presStyleLbl="revTx" presStyleIdx="3" presStyleCnt="4">
        <dgm:presLayoutVars>
          <dgm:chMax val="1"/>
          <dgm:chPref val="1"/>
        </dgm:presLayoutVars>
      </dgm:prSet>
      <dgm:spPr/>
    </dgm:pt>
  </dgm:ptLst>
  <dgm:cxnLst>
    <dgm:cxn modelId="{F939CB34-CF70-41FE-9EC9-55860BEAC077}" type="presOf" srcId="{87683086-CAE1-4BD2-A7DF-F089E680ABB3}" destId="{0580AFC0-2B0D-4ADA-A217-62E683987640}" srcOrd="0" destOrd="0" presId="urn:microsoft.com/office/officeart/2018/2/layout/IconCircleList"/>
    <dgm:cxn modelId="{36DCF05E-49CA-4EF0-A13D-D250E1E4B8AE}" type="presOf" srcId="{40547AEA-8644-4721-A738-1DAD32DF5A3E}" destId="{99B16B9F-C6EE-42AE-890E-AF42F8435432}" srcOrd="0" destOrd="0" presId="urn:microsoft.com/office/officeart/2018/2/layout/IconCircleList"/>
    <dgm:cxn modelId="{CBF95663-D735-492F-99E5-F5FFE0E5D207}" srcId="{8BD45817-D6BF-410F-9317-043A1C130CE1}" destId="{A6C7263C-7F3B-43D8-803F-44969DB195E0}" srcOrd="0" destOrd="0" parTransId="{D914D624-8B83-498F-AF07-BF3A55B9CE96}" sibTransId="{E3D789D9-A73E-45F1-A549-31468919A818}"/>
    <dgm:cxn modelId="{0B595FA6-ED69-492B-AFDD-6A86BBAB4503}" srcId="{8BD45817-D6BF-410F-9317-043A1C130CE1}" destId="{87683086-CAE1-4BD2-A7DF-F089E680ABB3}" srcOrd="3" destOrd="0" parTransId="{DBD9BDF7-8819-4864-9532-E5B59658CE19}" sibTransId="{72C1D3B1-890A-4ADA-B46F-EE4A145E6011}"/>
    <dgm:cxn modelId="{47A828AD-25AA-42E4-968D-D9209E3455B9}" type="presOf" srcId="{A6C7263C-7F3B-43D8-803F-44969DB195E0}" destId="{8EA57E6A-14C0-481C-BEA7-E1D963119C4B}" srcOrd="0" destOrd="0" presId="urn:microsoft.com/office/officeart/2018/2/layout/IconCircleList"/>
    <dgm:cxn modelId="{FCDCD8BD-14F5-4E01-BB0F-59ED5F3C8C7B}" type="presOf" srcId="{8BD45817-D6BF-410F-9317-043A1C130CE1}" destId="{1AAB45E9-31A5-4BF3-A60A-A736163423E0}" srcOrd="0" destOrd="0" presId="urn:microsoft.com/office/officeart/2018/2/layout/IconCircleList"/>
    <dgm:cxn modelId="{22CA3FC8-512B-444E-A8F2-C5FC5526E863}" type="presOf" srcId="{E3D789D9-A73E-45F1-A549-31468919A818}" destId="{2F363EC1-0A46-4932-AF74-E1075EEC3B65}" srcOrd="0" destOrd="0" presId="urn:microsoft.com/office/officeart/2018/2/layout/IconCircleList"/>
    <dgm:cxn modelId="{E3D597CF-24A2-48B6-BEFA-43CC33EAB951}" srcId="{8BD45817-D6BF-410F-9317-043A1C130CE1}" destId="{40547AEA-8644-4721-A738-1DAD32DF5A3E}" srcOrd="1" destOrd="0" parTransId="{145CA4A2-C321-464C-BC80-879321D2701D}" sibTransId="{C820D9BA-6168-4C1C-99B6-824844448781}"/>
    <dgm:cxn modelId="{4A91C9D9-2950-46DF-8E7C-771ED6FED8C5}" type="presOf" srcId="{F5245BB9-A1B2-4E17-994B-12A7A601FB4C}" destId="{EEF9457D-0483-4848-BCFE-2356034F0A10}" srcOrd="0" destOrd="0" presId="urn:microsoft.com/office/officeart/2018/2/layout/IconCircleList"/>
    <dgm:cxn modelId="{05A2CDDF-330C-4EB4-BA04-CD87B03D9B6F}" srcId="{8BD45817-D6BF-410F-9317-043A1C130CE1}" destId="{A0EE7E21-1A67-45E4-8050-F0396FC7B90B}" srcOrd="2" destOrd="0" parTransId="{0364C6B1-A8F3-43A8-9115-14F239DCFA96}" sibTransId="{F5245BB9-A1B2-4E17-994B-12A7A601FB4C}"/>
    <dgm:cxn modelId="{078F66E1-47A7-476C-BE3A-BC0FD365EB9A}" type="presOf" srcId="{A0EE7E21-1A67-45E4-8050-F0396FC7B90B}" destId="{96152288-F7FA-4252-84EE-724ACDCD8B90}" srcOrd="0" destOrd="0" presId="urn:microsoft.com/office/officeart/2018/2/layout/IconCircleList"/>
    <dgm:cxn modelId="{7FD4DFFC-977B-489D-99B4-FFC572D44745}" type="presOf" srcId="{C820D9BA-6168-4C1C-99B6-824844448781}" destId="{724CB83E-F3FD-4EF2-B9D0-5C8BF90859E6}" srcOrd="0" destOrd="0" presId="urn:microsoft.com/office/officeart/2018/2/layout/IconCircleList"/>
    <dgm:cxn modelId="{85F80EB8-4AEC-4B60-9708-9B04F428C1CE}" type="presParOf" srcId="{1AAB45E9-31A5-4BF3-A60A-A736163423E0}" destId="{85E08801-1A8B-4CB0-9721-B22A08DC842F}" srcOrd="0" destOrd="0" presId="urn:microsoft.com/office/officeart/2018/2/layout/IconCircleList"/>
    <dgm:cxn modelId="{6BB7F4D6-0A18-4601-B8DD-CA3C77C6F223}" type="presParOf" srcId="{85E08801-1A8B-4CB0-9721-B22A08DC842F}" destId="{544D1269-6253-4262-B422-EAD8814DBA30}" srcOrd="0" destOrd="0" presId="urn:microsoft.com/office/officeart/2018/2/layout/IconCircleList"/>
    <dgm:cxn modelId="{F8B1422F-C459-4162-A0DD-309F09CF9B91}" type="presParOf" srcId="{544D1269-6253-4262-B422-EAD8814DBA30}" destId="{7BC3F2FE-AC07-46DF-891E-E69B93E8029A}" srcOrd="0" destOrd="0" presId="urn:microsoft.com/office/officeart/2018/2/layout/IconCircleList"/>
    <dgm:cxn modelId="{250E7D42-8AD8-401B-AD1B-5772F753A24A}" type="presParOf" srcId="{544D1269-6253-4262-B422-EAD8814DBA30}" destId="{E535AA03-E312-4BC2-80F1-9F9CF9DB6B40}" srcOrd="1" destOrd="0" presId="urn:microsoft.com/office/officeart/2018/2/layout/IconCircleList"/>
    <dgm:cxn modelId="{7D34F840-2848-4C35-8178-234F77388973}" type="presParOf" srcId="{544D1269-6253-4262-B422-EAD8814DBA30}" destId="{C7E7404D-7051-49F0-B50D-B53AA6C382C8}" srcOrd="2" destOrd="0" presId="urn:microsoft.com/office/officeart/2018/2/layout/IconCircleList"/>
    <dgm:cxn modelId="{A9A6929C-18FE-45AC-BAE2-D6347BF96A64}" type="presParOf" srcId="{544D1269-6253-4262-B422-EAD8814DBA30}" destId="{8EA57E6A-14C0-481C-BEA7-E1D963119C4B}" srcOrd="3" destOrd="0" presId="urn:microsoft.com/office/officeart/2018/2/layout/IconCircleList"/>
    <dgm:cxn modelId="{C8D496BB-6732-4FE3-BB74-851F52B747B7}" type="presParOf" srcId="{85E08801-1A8B-4CB0-9721-B22A08DC842F}" destId="{2F363EC1-0A46-4932-AF74-E1075EEC3B65}" srcOrd="1" destOrd="0" presId="urn:microsoft.com/office/officeart/2018/2/layout/IconCircleList"/>
    <dgm:cxn modelId="{DE3E1E50-635F-4D09-A8AD-D1B8442A2AD1}" type="presParOf" srcId="{85E08801-1A8B-4CB0-9721-B22A08DC842F}" destId="{99865DB1-68D5-4AB1-9FC3-6E08D5A54F48}" srcOrd="2" destOrd="0" presId="urn:microsoft.com/office/officeart/2018/2/layout/IconCircleList"/>
    <dgm:cxn modelId="{E96F43FC-61F7-43A7-89F7-E0811C714F65}" type="presParOf" srcId="{99865DB1-68D5-4AB1-9FC3-6E08D5A54F48}" destId="{552B9138-AEAB-45DA-B5BE-D228B7813A8E}" srcOrd="0" destOrd="0" presId="urn:microsoft.com/office/officeart/2018/2/layout/IconCircleList"/>
    <dgm:cxn modelId="{018BC745-E057-465C-8DBC-D16D7D8FD7A2}" type="presParOf" srcId="{99865DB1-68D5-4AB1-9FC3-6E08D5A54F48}" destId="{0B054B5D-3670-4243-B29C-A0DA6EA7F667}" srcOrd="1" destOrd="0" presId="urn:microsoft.com/office/officeart/2018/2/layout/IconCircleList"/>
    <dgm:cxn modelId="{92365C15-FB8A-4BB3-9986-D5F9E6D23460}" type="presParOf" srcId="{99865DB1-68D5-4AB1-9FC3-6E08D5A54F48}" destId="{9CC96520-B058-48E1-BB9B-3AB2C1E0B3BD}" srcOrd="2" destOrd="0" presId="urn:microsoft.com/office/officeart/2018/2/layout/IconCircleList"/>
    <dgm:cxn modelId="{602D048D-4BDA-459D-8270-52E2AECC174C}" type="presParOf" srcId="{99865DB1-68D5-4AB1-9FC3-6E08D5A54F48}" destId="{99B16B9F-C6EE-42AE-890E-AF42F8435432}" srcOrd="3" destOrd="0" presId="urn:microsoft.com/office/officeart/2018/2/layout/IconCircleList"/>
    <dgm:cxn modelId="{AF2CF4C0-5776-47D8-AF93-69ABE5902952}" type="presParOf" srcId="{85E08801-1A8B-4CB0-9721-B22A08DC842F}" destId="{724CB83E-F3FD-4EF2-B9D0-5C8BF90859E6}" srcOrd="3" destOrd="0" presId="urn:microsoft.com/office/officeart/2018/2/layout/IconCircleList"/>
    <dgm:cxn modelId="{D91FCAC7-7F0F-4A1A-A664-012CCAAEFA28}" type="presParOf" srcId="{85E08801-1A8B-4CB0-9721-B22A08DC842F}" destId="{D65035AD-1A27-4FCB-8773-4DE7258E99C2}" srcOrd="4" destOrd="0" presId="urn:microsoft.com/office/officeart/2018/2/layout/IconCircleList"/>
    <dgm:cxn modelId="{032695FC-AD85-401B-BE44-7AC8D56CC7A7}" type="presParOf" srcId="{D65035AD-1A27-4FCB-8773-4DE7258E99C2}" destId="{D208F120-D74A-40DD-BD5D-A335C26ECAAC}" srcOrd="0" destOrd="0" presId="urn:microsoft.com/office/officeart/2018/2/layout/IconCircleList"/>
    <dgm:cxn modelId="{B52E1231-72E1-40E8-8D3D-C8910FA510AA}" type="presParOf" srcId="{D65035AD-1A27-4FCB-8773-4DE7258E99C2}" destId="{8F265495-B5D6-4725-A988-5BF0AA1FFED8}" srcOrd="1" destOrd="0" presId="urn:microsoft.com/office/officeart/2018/2/layout/IconCircleList"/>
    <dgm:cxn modelId="{E1491953-E4A9-4ADC-A334-A22057C64B21}" type="presParOf" srcId="{D65035AD-1A27-4FCB-8773-4DE7258E99C2}" destId="{D09CE521-488C-49E9-BF33-5ED90B1D9A0F}" srcOrd="2" destOrd="0" presId="urn:microsoft.com/office/officeart/2018/2/layout/IconCircleList"/>
    <dgm:cxn modelId="{68425EC5-FF65-4A86-A8B8-F97C132C4628}" type="presParOf" srcId="{D65035AD-1A27-4FCB-8773-4DE7258E99C2}" destId="{96152288-F7FA-4252-84EE-724ACDCD8B90}" srcOrd="3" destOrd="0" presId="urn:microsoft.com/office/officeart/2018/2/layout/IconCircleList"/>
    <dgm:cxn modelId="{F8F925BB-7616-4B56-8A8A-CE58A605A982}" type="presParOf" srcId="{85E08801-1A8B-4CB0-9721-B22A08DC842F}" destId="{EEF9457D-0483-4848-BCFE-2356034F0A10}" srcOrd="5" destOrd="0" presId="urn:microsoft.com/office/officeart/2018/2/layout/IconCircleList"/>
    <dgm:cxn modelId="{650EA383-F93B-4D9C-8005-6D39DADDB507}" type="presParOf" srcId="{85E08801-1A8B-4CB0-9721-B22A08DC842F}" destId="{130CF97C-6CC9-4770-82E6-5E328C5E55FF}" srcOrd="6" destOrd="0" presId="urn:microsoft.com/office/officeart/2018/2/layout/IconCircleList"/>
    <dgm:cxn modelId="{17F5DB39-DE33-4A0F-AAE3-BAA1D6FE9418}" type="presParOf" srcId="{130CF97C-6CC9-4770-82E6-5E328C5E55FF}" destId="{9D065DC2-F8B8-4BD5-9D5D-EE7A4BF19C6D}" srcOrd="0" destOrd="0" presId="urn:microsoft.com/office/officeart/2018/2/layout/IconCircleList"/>
    <dgm:cxn modelId="{F7A7AC0F-B40E-459B-9C05-137B131F2E06}" type="presParOf" srcId="{130CF97C-6CC9-4770-82E6-5E328C5E55FF}" destId="{C3D9BE15-81E5-4D37-8408-4AD1246AAC7E}" srcOrd="1" destOrd="0" presId="urn:microsoft.com/office/officeart/2018/2/layout/IconCircleList"/>
    <dgm:cxn modelId="{A62D30F3-B723-4B60-BC55-964A9DFACE9C}" type="presParOf" srcId="{130CF97C-6CC9-4770-82E6-5E328C5E55FF}" destId="{9CC90677-6158-4196-81F7-93AF46E5D1BA}" srcOrd="2" destOrd="0" presId="urn:microsoft.com/office/officeart/2018/2/layout/IconCircleList"/>
    <dgm:cxn modelId="{396B79B8-D4C6-4516-BDF7-66047E8BD88A}" type="presParOf" srcId="{130CF97C-6CC9-4770-82E6-5E328C5E55FF}" destId="{0580AFC0-2B0D-4ADA-A217-62E683987640}"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22984840-3B1E-466E-BBA5-5AEA4753E0D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B7900D9-6DF4-449B-854D-A44C99A59CE2}">
      <dgm:prSet/>
      <dgm:spPr/>
      <dgm:t>
        <a:bodyPr/>
        <a:lstStyle/>
        <a:p>
          <a:pPr>
            <a:defRPr cap="all"/>
          </a:pPr>
          <a:r>
            <a:rPr lang="en-US"/>
            <a:t>Optimistic concurrency is common (version check)</a:t>
          </a:r>
        </a:p>
      </dgm:t>
    </dgm:pt>
    <dgm:pt modelId="{49517241-525F-4F2F-BAF3-1BA281D3B17C}" type="parTrans" cxnId="{D2638FD7-BF77-49FF-806B-7006EFEBACBB}">
      <dgm:prSet/>
      <dgm:spPr/>
      <dgm:t>
        <a:bodyPr/>
        <a:lstStyle/>
        <a:p>
          <a:endParaRPr lang="en-US"/>
        </a:p>
      </dgm:t>
    </dgm:pt>
    <dgm:pt modelId="{AA84A7BC-DFB5-424B-90D9-BA11B56251A8}" type="sibTrans" cxnId="{D2638FD7-BF77-49FF-806B-7006EFEBACBB}">
      <dgm:prSet/>
      <dgm:spPr/>
      <dgm:t>
        <a:bodyPr/>
        <a:lstStyle/>
        <a:p>
          <a:endParaRPr lang="en-US"/>
        </a:p>
      </dgm:t>
    </dgm:pt>
    <dgm:pt modelId="{654E867E-9C18-455C-940B-C4593F950831}">
      <dgm:prSet/>
      <dgm:spPr/>
      <dgm:t>
        <a:bodyPr/>
        <a:lstStyle/>
        <a:p>
          <a:pPr>
            <a:defRPr cap="all"/>
          </a:pPr>
          <a:r>
            <a:rPr lang="en-US"/>
            <a:t>Locking everything hurts scalability</a:t>
          </a:r>
        </a:p>
      </dgm:t>
    </dgm:pt>
    <dgm:pt modelId="{CE15D6F8-A8CC-4CB1-8EE7-3BE437E7A793}" type="parTrans" cxnId="{CC5C544B-B37E-45B6-A01A-F863069B3235}">
      <dgm:prSet/>
      <dgm:spPr/>
      <dgm:t>
        <a:bodyPr/>
        <a:lstStyle/>
        <a:p>
          <a:endParaRPr lang="en-US"/>
        </a:p>
      </dgm:t>
    </dgm:pt>
    <dgm:pt modelId="{B133FD42-FAD5-4D83-94B4-A2E6D8EB7739}" type="sibTrans" cxnId="{CC5C544B-B37E-45B6-A01A-F863069B3235}">
      <dgm:prSet/>
      <dgm:spPr/>
      <dgm:t>
        <a:bodyPr/>
        <a:lstStyle/>
        <a:p>
          <a:endParaRPr lang="en-US"/>
        </a:p>
      </dgm:t>
    </dgm:pt>
    <dgm:pt modelId="{CA4BE685-C9DC-491F-A94E-64C5B7AB8971}">
      <dgm:prSet/>
      <dgm:spPr/>
      <dgm:t>
        <a:bodyPr/>
        <a:lstStyle/>
        <a:p>
          <a:pPr>
            <a:defRPr cap="all"/>
          </a:pPr>
          <a:r>
            <a:rPr lang="en-US"/>
            <a:t>Design boundaries so most invariants are inside one aggregate</a:t>
          </a:r>
        </a:p>
      </dgm:t>
    </dgm:pt>
    <dgm:pt modelId="{AE6776F3-06F3-4DC7-AC2C-2733929A6740}" type="parTrans" cxnId="{20723923-244F-4F8A-93E6-AF130A69AD57}">
      <dgm:prSet/>
      <dgm:spPr/>
      <dgm:t>
        <a:bodyPr/>
        <a:lstStyle/>
        <a:p>
          <a:endParaRPr lang="en-US"/>
        </a:p>
      </dgm:t>
    </dgm:pt>
    <dgm:pt modelId="{3AC2FF85-B35A-4397-A210-B3264C7F8435}" type="sibTrans" cxnId="{20723923-244F-4F8A-93E6-AF130A69AD57}">
      <dgm:prSet/>
      <dgm:spPr/>
      <dgm:t>
        <a:bodyPr/>
        <a:lstStyle/>
        <a:p>
          <a:endParaRPr lang="en-US"/>
        </a:p>
      </dgm:t>
    </dgm:pt>
    <dgm:pt modelId="{0E3A8EAF-8CD8-4AF6-924B-578590748842}" type="pres">
      <dgm:prSet presAssocID="{22984840-3B1E-466E-BBA5-5AEA4753E0D7}" presName="root" presStyleCnt="0">
        <dgm:presLayoutVars>
          <dgm:dir/>
          <dgm:resizeHandles val="exact"/>
        </dgm:presLayoutVars>
      </dgm:prSet>
      <dgm:spPr/>
    </dgm:pt>
    <dgm:pt modelId="{98B70DC2-F0E0-4B2B-9EC7-15B23EB9EFC3}" type="pres">
      <dgm:prSet presAssocID="{4B7900D9-6DF4-449B-854D-A44C99A59CE2}" presName="compNode" presStyleCnt="0"/>
      <dgm:spPr/>
    </dgm:pt>
    <dgm:pt modelId="{65F88238-F927-44B2-B02C-E0DF79196771}" type="pres">
      <dgm:prSet presAssocID="{4B7900D9-6DF4-449B-854D-A44C99A59CE2}" presName="iconBgRect" presStyleLbl="bgShp" presStyleIdx="0" presStyleCnt="3"/>
      <dgm:spPr/>
    </dgm:pt>
    <dgm:pt modelId="{C4FFE873-0502-4124-B353-B5A1BF25A079}" type="pres">
      <dgm:prSet presAssocID="{4B7900D9-6DF4-449B-854D-A44C99A59CE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row Circle"/>
        </a:ext>
      </dgm:extLst>
    </dgm:pt>
    <dgm:pt modelId="{A1089D79-4A84-4EB5-84F8-3082923C97F7}" type="pres">
      <dgm:prSet presAssocID="{4B7900D9-6DF4-449B-854D-A44C99A59CE2}" presName="spaceRect" presStyleCnt="0"/>
      <dgm:spPr/>
    </dgm:pt>
    <dgm:pt modelId="{0AA68A2E-C2C6-4B93-A944-483F45F99E51}" type="pres">
      <dgm:prSet presAssocID="{4B7900D9-6DF4-449B-854D-A44C99A59CE2}" presName="textRect" presStyleLbl="revTx" presStyleIdx="0" presStyleCnt="3">
        <dgm:presLayoutVars>
          <dgm:chMax val="1"/>
          <dgm:chPref val="1"/>
        </dgm:presLayoutVars>
      </dgm:prSet>
      <dgm:spPr/>
    </dgm:pt>
    <dgm:pt modelId="{0E811A70-49F3-4518-8E64-4676390F4783}" type="pres">
      <dgm:prSet presAssocID="{AA84A7BC-DFB5-424B-90D9-BA11B56251A8}" presName="sibTrans" presStyleCnt="0"/>
      <dgm:spPr/>
    </dgm:pt>
    <dgm:pt modelId="{890527C6-643E-46DC-89BB-7238E037531D}" type="pres">
      <dgm:prSet presAssocID="{654E867E-9C18-455C-940B-C4593F950831}" presName="compNode" presStyleCnt="0"/>
      <dgm:spPr/>
    </dgm:pt>
    <dgm:pt modelId="{B756CB4B-14AD-4F06-8E91-D55A27804262}" type="pres">
      <dgm:prSet presAssocID="{654E867E-9C18-455C-940B-C4593F950831}" presName="iconBgRect" presStyleLbl="bgShp" presStyleIdx="1" presStyleCnt="3"/>
      <dgm:spPr/>
    </dgm:pt>
    <dgm:pt modelId="{1A3C010C-E4A7-4AF3-91FB-F2545A330EDA}" type="pres">
      <dgm:prSet presAssocID="{654E867E-9C18-455C-940B-C4593F95083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3DFBEA79-79EE-4E85-8867-A597980C01C0}" type="pres">
      <dgm:prSet presAssocID="{654E867E-9C18-455C-940B-C4593F950831}" presName="spaceRect" presStyleCnt="0"/>
      <dgm:spPr/>
    </dgm:pt>
    <dgm:pt modelId="{E17DD980-9032-4BDD-9C62-D5AEE25ADD4A}" type="pres">
      <dgm:prSet presAssocID="{654E867E-9C18-455C-940B-C4593F950831}" presName="textRect" presStyleLbl="revTx" presStyleIdx="1" presStyleCnt="3">
        <dgm:presLayoutVars>
          <dgm:chMax val="1"/>
          <dgm:chPref val="1"/>
        </dgm:presLayoutVars>
      </dgm:prSet>
      <dgm:spPr/>
    </dgm:pt>
    <dgm:pt modelId="{CF80F003-FAD1-48B8-A996-9CBC7AFAC7F6}" type="pres">
      <dgm:prSet presAssocID="{B133FD42-FAD5-4D83-94B4-A2E6D8EB7739}" presName="sibTrans" presStyleCnt="0"/>
      <dgm:spPr/>
    </dgm:pt>
    <dgm:pt modelId="{3410E3F5-A633-4303-A20B-F8ACF005B19C}" type="pres">
      <dgm:prSet presAssocID="{CA4BE685-C9DC-491F-A94E-64C5B7AB8971}" presName="compNode" presStyleCnt="0"/>
      <dgm:spPr/>
    </dgm:pt>
    <dgm:pt modelId="{CCFAE36C-A2CE-42BB-A2EA-E09F55CA7416}" type="pres">
      <dgm:prSet presAssocID="{CA4BE685-C9DC-491F-A94E-64C5B7AB8971}" presName="iconBgRect" presStyleLbl="bgShp" presStyleIdx="2" presStyleCnt="3"/>
      <dgm:spPr/>
    </dgm:pt>
    <dgm:pt modelId="{5F28361D-3999-4E02-994C-11393B1B936F}" type="pres">
      <dgm:prSet presAssocID="{CA4BE685-C9DC-491F-A94E-64C5B7AB897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6ABD8053-5B65-4CD5-9072-8230A1092C3C}" type="pres">
      <dgm:prSet presAssocID="{CA4BE685-C9DC-491F-A94E-64C5B7AB8971}" presName="spaceRect" presStyleCnt="0"/>
      <dgm:spPr/>
    </dgm:pt>
    <dgm:pt modelId="{CC6AC584-167E-4B46-8AE3-01243610A72C}" type="pres">
      <dgm:prSet presAssocID="{CA4BE685-C9DC-491F-A94E-64C5B7AB8971}" presName="textRect" presStyleLbl="revTx" presStyleIdx="2" presStyleCnt="3">
        <dgm:presLayoutVars>
          <dgm:chMax val="1"/>
          <dgm:chPref val="1"/>
        </dgm:presLayoutVars>
      </dgm:prSet>
      <dgm:spPr/>
    </dgm:pt>
  </dgm:ptLst>
  <dgm:cxnLst>
    <dgm:cxn modelId="{20723923-244F-4F8A-93E6-AF130A69AD57}" srcId="{22984840-3B1E-466E-BBA5-5AEA4753E0D7}" destId="{CA4BE685-C9DC-491F-A94E-64C5B7AB8971}" srcOrd="2" destOrd="0" parTransId="{AE6776F3-06F3-4DC7-AC2C-2733929A6740}" sibTransId="{3AC2FF85-B35A-4397-A210-B3264C7F8435}"/>
    <dgm:cxn modelId="{CC5C544B-B37E-45B6-A01A-F863069B3235}" srcId="{22984840-3B1E-466E-BBA5-5AEA4753E0D7}" destId="{654E867E-9C18-455C-940B-C4593F950831}" srcOrd="1" destOrd="0" parTransId="{CE15D6F8-A8CC-4CB1-8EE7-3BE437E7A793}" sibTransId="{B133FD42-FAD5-4D83-94B4-A2E6D8EB7739}"/>
    <dgm:cxn modelId="{B9380C7D-51E2-44DA-9107-FBC3FA44E196}" type="presOf" srcId="{22984840-3B1E-466E-BBA5-5AEA4753E0D7}" destId="{0E3A8EAF-8CD8-4AF6-924B-578590748842}" srcOrd="0" destOrd="0" presId="urn:microsoft.com/office/officeart/2018/5/layout/IconCircleLabelList"/>
    <dgm:cxn modelId="{16D30799-C599-425D-A449-D1B1C19D6F51}" type="presOf" srcId="{CA4BE685-C9DC-491F-A94E-64C5B7AB8971}" destId="{CC6AC584-167E-4B46-8AE3-01243610A72C}" srcOrd="0" destOrd="0" presId="urn:microsoft.com/office/officeart/2018/5/layout/IconCircleLabelList"/>
    <dgm:cxn modelId="{D9FAE19C-EFDD-4330-BD22-8E915E31548B}" type="presOf" srcId="{654E867E-9C18-455C-940B-C4593F950831}" destId="{E17DD980-9032-4BDD-9C62-D5AEE25ADD4A}" srcOrd="0" destOrd="0" presId="urn:microsoft.com/office/officeart/2018/5/layout/IconCircleLabelList"/>
    <dgm:cxn modelId="{39F3C9D0-92D2-4AAD-AC47-272FF39D5A14}" type="presOf" srcId="{4B7900D9-6DF4-449B-854D-A44C99A59CE2}" destId="{0AA68A2E-C2C6-4B93-A944-483F45F99E51}" srcOrd="0" destOrd="0" presId="urn:microsoft.com/office/officeart/2018/5/layout/IconCircleLabelList"/>
    <dgm:cxn modelId="{D2638FD7-BF77-49FF-806B-7006EFEBACBB}" srcId="{22984840-3B1E-466E-BBA5-5AEA4753E0D7}" destId="{4B7900D9-6DF4-449B-854D-A44C99A59CE2}" srcOrd="0" destOrd="0" parTransId="{49517241-525F-4F2F-BAF3-1BA281D3B17C}" sibTransId="{AA84A7BC-DFB5-424B-90D9-BA11B56251A8}"/>
    <dgm:cxn modelId="{57988326-B526-4CA5-A2F0-AD613A99FF40}" type="presParOf" srcId="{0E3A8EAF-8CD8-4AF6-924B-578590748842}" destId="{98B70DC2-F0E0-4B2B-9EC7-15B23EB9EFC3}" srcOrd="0" destOrd="0" presId="urn:microsoft.com/office/officeart/2018/5/layout/IconCircleLabelList"/>
    <dgm:cxn modelId="{1881F5BC-19F6-4099-AD04-B3B2EFFB583B}" type="presParOf" srcId="{98B70DC2-F0E0-4B2B-9EC7-15B23EB9EFC3}" destId="{65F88238-F927-44B2-B02C-E0DF79196771}" srcOrd="0" destOrd="0" presId="urn:microsoft.com/office/officeart/2018/5/layout/IconCircleLabelList"/>
    <dgm:cxn modelId="{4682FCA1-3E66-4DD6-99F6-823DF06BB560}" type="presParOf" srcId="{98B70DC2-F0E0-4B2B-9EC7-15B23EB9EFC3}" destId="{C4FFE873-0502-4124-B353-B5A1BF25A079}" srcOrd="1" destOrd="0" presId="urn:microsoft.com/office/officeart/2018/5/layout/IconCircleLabelList"/>
    <dgm:cxn modelId="{B6838FEB-7F83-4BAC-BB9C-91A8D3AE7EB1}" type="presParOf" srcId="{98B70DC2-F0E0-4B2B-9EC7-15B23EB9EFC3}" destId="{A1089D79-4A84-4EB5-84F8-3082923C97F7}" srcOrd="2" destOrd="0" presId="urn:microsoft.com/office/officeart/2018/5/layout/IconCircleLabelList"/>
    <dgm:cxn modelId="{A9D21773-1AE8-4AE0-9F46-DB629B4283FB}" type="presParOf" srcId="{98B70DC2-F0E0-4B2B-9EC7-15B23EB9EFC3}" destId="{0AA68A2E-C2C6-4B93-A944-483F45F99E51}" srcOrd="3" destOrd="0" presId="urn:microsoft.com/office/officeart/2018/5/layout/IconCircleLabelList"/>
    <dgm:cxn modelId="{9E7D2776-0545-47CA-B665-DDE3BAC7431A}" type="presParOf" srcId="{0E3A8EAF-8CD8-4AF6-924B-578590748842}" destId="{0E811A70-49F3-4518-8E64-4676390F4783}" srcOrd="1" destOrd="0" presId="urn:microsoft.com/office/officeart/2018/5/layout/IconCircleLabelList"/>
    <dgm:cxn modelId="{D51F0486-4B4B-44EF-A92F-A63233C5D28F}" type="presParOf" srcId="{0E3A8EAF-8CD8-4AF6-924B-578590748842}" destId="{890527C6-643E-46DC-89BB-7238E037531D}" srcOrd="2" destOrd="0" presId="urn:microsoft.com/office/officeart/2018/5/layout/IconCircleLabelList"/>
    <dgm:cxn modelId="{9048E1C6-BA44-4C1C-B21A-C07A5ED61542}" type="presParOf" srcId="{890527C6-643E-46DC-89BB-7238E037531D}" destId="{B756CB4B-14AD-4F06-8E91-D55A27804262}" srcOrd="0" destOrd="0" presId="urn:microsoft.com/office/officeart/2018/5/layout/IconCircleLabelList"/>
    <dgm:cxn modelId="{492137CB-0449-4ACC-8779-3DF8B554C9CA}" type="presParOf" srcId="{890527C6-643E-46DC-89BB-7238E037531D}" destId="{1A3C010C-E4A7-4AF3-91FB-F2545A330EDA}" srcOrd="1" destOrd="0" presId="urn:microsoft.com/office/officeart/2018/5/layout/IconCircleLabelList"/>
    <dgm:cxn modelId="{FD743ECA-8A6B-41DC-B590-83C8DD5D275C}" type="presParOf" srcId="{890527C6-643E-46DC-89BB-7238E037531D}" destId="{3DFBEA79-79EE-4E85-8867-A597980C01C0}" srcOrd="2" destOrd="0" presId="urn:microsoft.com/office/officeart/2018/5/layout/IconCircleLabelList"/>
    <dgm:cxn modelId="{BD2C526F-F75E-42CD-8296-A579890D74E9}" type="presParOf" srcId="{890527C6-643E-46DC-89BB-7238E037531D}" destId="{E17DD980-9032-4BDD-9C62-D5AEE25ADD4A}" srcOrd="3" destOrd="0" presId="urn:microsoft.com/office/officeart/2018/5/layout/IconCircleLabelList"/>
    <dgm:cxn modelId="{6615ABE0-6042-4B1D-876B-A28B7F3E462C}" type="presParOf" srcId="{0E3A8EAF-8CD8-4AF6-924B-578590748842}" destId="{CF80F003-FAD1-48B8-A996-9CBC7AFAC7F6}" srcOrd="3" destOrd="0" presId="urn:microsoft.com/office/officeart/2018/5/layout/IconCircleLabelList"/>
    <dgm:cxn modelId="{F2CB3343-C2B5-4DC8-AAFA-A13F208AAEF2}" type="presParOf" srcId="{0E3A8EAF-8CD8-4AF6-924B-578590748842}" destId="{3410E3F5-A633-4303-A20B-F8ACF005B19C}" srcOrd="4" destOrd="0" presId="urn:microsoft.com/office/officeart/2018/5/layout/IconCircleLabelList"/>
    <dgm:cxn modelId="{4A36FB94-8CA2-430A-8B5A-69ABEDB94059}" type="presParOf" srcId="{3410E3F5-A633-4303-A20B-F8ACF005B19C}" destId="{CCFAE36C-A2CE-42BB-A2EA-E09F55CA7416}" srcOrd="0" destOrd="0" presId="urn:microsoft.com/office/officeart/2018/5/layout/IconCircleLabelList"/>
    <dgm:cxn modelId="{110D4BC1-5D95-4F40-98EA-2F7D6CAB0ABC}" type="presParOf" srcId="{3410E3F5-A633-4303-A20B-F8ACF005B19C}" destId="{5F28361D-3999-4E02-994C-11393B1B936F}" srcOrd="1" destOrd="0" presId="urn:microsoft.com/office/officeart/2018/5/layout/IconCircleLabelList"/>
    <dgm:cxn modelId="{3561571E-080B-4C29-B779-AA6036E2206A}" type="presParOf" srcId="{3410E3F5-A633-4303-A20B-F8ACF005B19C}" destId="{6ABD8053-5B65-4CD5-9072-8230A1092C3C}" srcOrd="2" destOrd="0" presId="urn:microsoft.com/office/officeart/2018/5/layout/IconCircleLabelList"/>
    <dgm:cxn modelId="{BB69DFB4-12DA-45F3-9CFE-926A3F603F06}" type="presParOf" srcId="{3410E3F5-A633-4303-A20B-F8ACF005B19C}" destId="{CC6AC584-167E-4B46-8AE3-01243610A72C}"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CCF14B3-F8D4-4390-B3C8-406A48CE335A}" type="doc">
      <dgm:prSet loTypeId="urn:microsoft.com/office/officeart/2016/7/layout/LinearBlockProcessNumbered" loCatId="process" qsTypeId="urn:microsoft.com/office/officeart/2005/8/quickstyle/simple2" qsCatId="simple" csTypeId="urn:microsoft.com/office/officeart/2005/8/colors/colorful2" csCatId="colorful"/>
      <dgm:spPr/>
      <dgm:t>
        <a:bodyPr/>
        <a:lstStyle/>
        <a:p>
          <a:endParaRPr lang="en-US"/>
        </a:p>
      </dgm:t>
    </dgm:pt>
    <dgm:pt modelId="{4D3D1E9F-B325-445D-B174-12BC13C58C88}">
      <dgm:prSet/>
      <dgm:spPr/>
      <dgm:t>
        <a:bodyPr/>
        <a:lstStyle/>
        <a:p>
          <a:r>
            <a:rPr lang="en-US"/>
            <a:t>Prefer events for loose coupling</a:t>
          </a:r>
        </a:p>
      </dgm:t>
    </dgm:pt>
    <dgm:pt modelId="{80DD74B4-F3BB-4DF0-A021-BD7D7CF68CD2}" type="parTrans" cxnId="{C0340719-8660-4C06-B325-1A64327CAC4A}">
      <dgm:prSet/>
      <dgm:spPr/>
      <dgm:t>
        <a:bodyPr/>
        <a:lstStyle/>
        <a:p>
          <a:endParaRPr lang="en-US"/>
        </a:p>
      </dgm:t>
    </dgm:pt>
    <dgm:pt modelId="{DD7257E5-5D8F-4E19-A55F-AEE39D6BE9A4}" type="sibTrans" cxnId="{C0340719-8660-4C06-B325-1A64327CAC4A}">
      <dgm:prSet phldrT="01" phldr="0"/>
      <dgm:spPr/>
      <dgm:t>
        <a:bodyPr/>
        <a:lstStyle/>
        <a:p>
          <a:r>
            <a:rPr lang="en-US"/>
            <a:t>01</a:t>
          </a:r>
        </a:p>
      </dgm:t>
    </dgm:pt>
    <dgm:pt modelId="{C41B9D11-6FB5-45FB-9CD7-F757E59F97EC}">
      <dgm:prSet/>
      <dgm:spPr/>
      <dgm:t>
        <a:bodyPr/>
        <a:lstStyle/>
        <a:p>
          <a:r>
            <a:rPr lang="en-US"/>
            <a:t>Use ACL where models do not match</a:t>
          </a:r>
        </a:p>
      </dgm:t>
    </dgm:pt>
    <dgm:pt modelId="{020A20B1-EFF5-4C55-9763-89B879F3A1B3}" type="parTrans" cxnId="{FD605708-C915-4D63-8FBA-6A5920CC4580}">
      <dgm:prSet/>
      <dgm:spPr/>
      <dgm:t>
        <a:bodyPr/>
        <a:lstStyle/>
        <a:p>
          <a:endParaRPr lang="en-US"/>
        </a:p>
      </dgm:t>
    </dgm:pt>
    <dgm:pt modelId="{FEE71CFA-5567-4EB1-9FA7-9009F955BE2F}" type="sibTrans" cxnId="{FD605708-C915-4D63-8FBA-6A5920CC4580}">
      <dgm:prSet phldrT="02" phldr="0"/>
      <dgm:spPr/>
      <dgm:t>
        <a:bodyPr/>
        <a:lstStyle/>
        <a:p>
          <a:r>
            <a:rPr lang="en-US"/>
            <a:t>02</a:t>
          </a:r>
        </a:p>
      </dgm:t>
    </dgm:pt>
    <dgm:pt modelId="{30C8789F-D331-4993-964B-476D530C4496}">
      <dgm:prSet/>
      <dgm:spPr/>
      <dgm:t>
        <a:bodyPr/>
        <a:lstStyle/>
        <a:p>
          <a:r>
            <a:rPr lang="en-US"/>
            <a:t>Keep contracts stable (Published Language)</a:t>
          </a:r>
        </a:p>
      </dgm:t>
    </dgm:pt>
    <dgm:pt modelId="{0DBDB1D0-AAA8-43E6-AA34-20DEE983AA6B}" type="parTrans" cxnId="{ED7745D4-CFE6-43D9-B63B-4BAEC664BD19}">
      <dgm:prSet/>
      <dgm:spPr/>
      <dgm:t>
        <a:bodyPr/>
        <a:lstStyle/>
        <a:p>
          <a:endParaRPr lang="en-US"/>
        </a:p>
      </dgm:t>
    </dgm:pt>
    <dgm:pt modelId="{916D00FE-D6A6-42D8-84EE-48CD8CC909BA}" type="sibTrans" cxnId="{ED7745D4-CFE6-43D9-B63B-4BAEC664BD19}">
      <dgm:prSet phldrT="03" phldr="0"/>
      <dgm:spPr/>
      <dgm:t>
        <a:bodyPr/>
        <a:lstStyle/>
        <a:p>
          <a:r>
            <a:rPr lang="en-US"/>
            <a:t>03</a:t>
          </a:r>
        </a:p>
      </dgm:t>
    </dgm:pt>
    <dgm:pt modelId="{C71ED1BB-6CC4-CF48-B262-CAF06AFAD265}" type="pres">
      <dgm:prSet presAssocID="{3CCF14B3-F8D4-4390-B3C8-406A48CE335A}" presName="Name0" presStyleCnt="0">
        <dgm:presLayoutVars>
          <dgm:animLvl val="lvl"/>
          <dgm:resizeHandles val="exact"/>
        </dgm:presLayoutVars>
      </dgm:prSet>
      <dgm:spPr/>
    </dgm:pt>
    <dgm:pt modelId="{4A5524B3-DC7B-DA42-B4D9-78D71E0E0F01}" type="pres">
      <dgm:prSet presAssocID="{4D3D1E9F-B325-445D-B174-12BC13C58C88}" presName="compositeNode" presStyleCnt="0">
        <dgm:presLayoutVars>
          <dgm:bulletEnabled val="1"/>
        </dgm:presLayoutVars>
      </dgm:prSet>
      <dgm:spPr/>
    </dgm:pt>
    <dgm:pt modelId="{6C151F3B-B78B-F042-8F32-263F552EA60D}" type="pres">
      <dgm:prSet presAssocID="{4D3D1E9F-B325-445D-B174-12BC13C58C88}" presName="bgRect" presStyleLbl="alignNode1" presStyleIdx="0" presStyleCnt="3"/>
      <dgm:spPr/>
    </dgm:pt>
    <dgm:pt modelId="{A26058BB-DF87-4840-BCD6-0040293CC9FE}" type="pres">
      <dgm:prSet presAssocID="{DD7257E5-5D8F-4E19-A55F-AEE39D6BE9A4}" presName="sibTransNodeRect" presStyleLbl="alignNode1" presStyleIdx="0" presStyleCnt="3">
        <dgm:presLayoutVars>
          <dgm:chMax val="0"/>
          <dgm:bulletEnabled val="1"/>
        </dgm:presLayoutVars>
      </dgm:prSet>
      <dgm:spPr/>
    </dgm:pt>
    <dgm:pt modelId="{D405D00F-777C-1048-A960-6C7942B2F80A}" type="pres">
      <dgm:prSet presAssocID="{4D3D1E9F-B325-445D-B174-12BC13C58C88}" presName="nodeRect" presStyleLbl="alignNode1" presStyleIdx="0" presStyleCnt="3">
        <dgm:presLayoutVars>
          <dgm:bulletEnabled val="1"/>
        </dgm:presLayoutVars>
      </dgm:prSet>
      <dgm:spPr/>
    </dgm:pt>
    <dgm:pt modelId="{01A3A69E-E1F1-7443-A872-7C6E731AC3BB}" type="pres">
      <dgm:prSet presAssocID="{DD7257E5-5D8F-4E19-A55F-AEE39D6BE9A4}" presName="sibTrans" presStyleCnt="0"/>
      <dgm:spPr/>
    </dgm:pt>
    <dgm:pt modelId="{A3CB865B-F4FF-384C-972F-182ABCE989B0}" type="pres">
      <dgm:prSet presAssocID="{C41B9D11-6FB5-45FB-9CD7-F757E59F97EC}" presName="compositeNode" presStyleCnt="0">
        <dgm:presLayoutVars>
          <dgm:bulletEnabled val="1"/>
        </dgm:presLayoutVars>
      </dgm:prSet>
      <dgm:spPr/>
    </dgm:pt>
    <dgm:pt modelId="{E5B9F3E2-8606-0644-9E0A-530D88C1DCA2}" type="pres">
      <dgm:prSet presAssocID="{C41B9D11-6FB5-45FB-9CD7-F757E59F97EC}" presName="bgRect" presStyleLbl="alignNode1" presStyleIdx="1" presStyleCnt="3"/>
      <dgm:spPr/>
    </dgm:pt>
    <dgm:pt modelId="{72434D1E-22E1-8D42-A648-305E979D4876}" type="pres">
      <dgm:prSet presAssocID="{FEE71CFA-5567-4EB1-9FA7-9009F955BE2F}" presName="sibTransNodeRect" presStyleLbl="alignNode1" presStyleIdx="1" presStyleCnt="3">
        <dgm:presLayoutVars>
          <dgm:chMax val="0"/>
          <dgm:bulletEnabled val="1"/>
        </dgm:presLayoutVars>
      </dgm:prSet>
      <dgm:spPr/>
    </dgm:pt>
    <dgm:pt modelId="{E26C8631-759D-414A-8D19-B8AD34CED648}" type="pres">
      <dgm:prSet presAssocID="{C41B9D11-6FB5-45FB-9CD7-F757E59F97EC}" presName="nodeRect" presStyleLbl="alignNode1" presStyleIdx="1" presStyleCnt="3">
        <dgm:presLayoutVars>
          <dgm:bulletEnabled val="1"/>
        </dgm:presLayoutVars>
      </dgm:prSet>
      <dgm:spPr/>
    </dgm:pt>
    <dgm:pt modelId="{E9D353B8-2203-8B4B-A69B-9D4771CCA8A0}" type="pres">
      <dgm:prSet presAssocID="{FEE71CFA-5567-4EB1-9FA7-9009F955BE2F}" presName="sibTrans" presStyleCnt="0"/>
      <dgm:spPr/>
    </dgm:pt>
    <dgm:pt modelId="{4642C284-9063-0245-9809-A769EFF337EF}" type="pres">
      <dgm:prSet presAssocID="{30C8789F-D331-4993-964B-476D530C4496}" presName="compositeNode" presStyleCnt="0">
        <dgm:presLayoutVars>
          <dgm:bulletEnabled val="1"/>
        </dgm:presLayoutVars>
      </dgm:prSet>
      <dgm:spPr/>
    </dgm:pt>
    <dgm:pt modelId="{47135387-BAB7-B440-B21C-0B82ED61E7FF}" type="pres">
      <dgm:prSet presAssocID="{30C8789F-D331-4993-964B-476D530C4496}" presName="bgRect" presStyleLbl="alignNode1" presStyleIdx="2" presStyleCnt="3"/>
      <dgm:spPr/>
    </dgm:pt>
    <dgm:pt modelId="{90B16351-7613-FE4E-A8DD-0129B0A0388F}" type="pres">
      <dgm:prSet presAssocID="{916D00FE-D6A6-42D8-84EE-48CD8CC909BA}" presName="sibTransNodeRect" presStyleLbl="alignNode1" presStyleIdx="2" presStyleCnt="3">
        <dgm:presLayoutVars>
          <dgm:chMax val="0"/>
          <dgm:bulletEnabled val="1"/>
        </dgm:presLayoutVars>
      </dgm:prSet>
      <dgm:spPr/>
    </dgm:pt>
    <dgm:pt modelId="{991CAEA5-7ACB-DD48-A903-EF9DF30181EA}" type="pres">
      <dgm:prSet presAssocID="{30C8789F-D331-4993-964B-476D530C4496}" presName="nodeRect" presStyleLbl="alignNode1" presStyleIdx="2" presStyleCnt="3">
        <dgm:presLayoutVars>
          <dgm:bulletEnabled val="1"/>
        </dgm:presLayoutVars>
      </dgm:prSet>
      <dgm:spPr/>
    </dgm:pt>
  </dgm:ptLst>
  <dgm:cxnLst>
    <dgm:cxn modelId="{166DAB06-5410-4B4B-B590-309AEF09749D}" type="presOf" srcId="{DD7257E5-5D8F-4E19-A55F-AEE39D6BE9A4}" destId="{A26058BB-DF87-4840-BCD6-0040293CC9FE}" srcOrd="0" destOrd="0" presId="urn:microsoft.com/office/officeart/2016/7/layout/LinearBlockProcessNumbered"/>
    <dgm:cxn modelId="{FD605708-C915-4D63-8FBA-6A5920CC4580}" srcId="{3CCF14B3-F8D4-4390-B3C8-406A48CE335A}" destId="{C41B9D11-6FB5-45FB-9CD7-F757E59F97EC}" srcOrd="1" destOrd="0" parTransId="{020A20B1-EFF5-4C55-9763-89B879F3A1B3}" sibTransId="{FEE71CFA-5567-4EB1-9FA7-9009F955BE2F}"/>
    <dgm:cxn modelId="{E8AACE11-77E8-F84A-9450-638C66B46B87}" type="presOf" srcId="{30C8789F-D331-4993-964B-476D530C4496}" destId="{47135387-BAB7-B440-B21C-0B82ED61E7FF}" srcOrd="0" destOrd="0" presId="urn:microsoft.com/office/officeart/2016/7/layout/LinearBlockProcessNumbered"/>
    <dgm:cxn modelId="{C0340719-8660-4C06-B325-1A64327CAC4A}" srcId="{3CCF14B3-F8D4-4390-B3C8-406A48CE335A}" destId="{4D3D1E9F-B325-445D-B174-12BC13C58C88}" srcOrd="0" destOrd="0" parTransId="{80DD74B4-F3BB-4DF0-A021-BD7D7CF68CD2}" sibTransId="{DD7257E5-5D8F-4E19-A55F-AEE39D6BE9A4}"/>
    <dgm:cxn modelId="{538DEB36-B43A-0848-8080-ECF8E3B6D035}" type="presOf" srcId="{30C8789F-D331-4993-964B-476D530C4496}" destId="{991CAEA5-7ACB-DD48-A903-EF9DF30181EA}" srcOrd="1" destOrd="0" presId="urn:microsoft.com/office/officeart/2016/7/layout/LinearBlockProcessNumbered"/>
    <dgm:cxn modelId="{D34F6737-6F2E-5A49-B25C-3D486661FB45}" type="presOf" srcId="{C41B9D11-6FB5-45FB-9CD7-F757E59F97EC}" destId="{E5B9F3E2-8606-0644-9E0A-530D88C1DCA2}" srcOrd="0" destOrd="0" presId="urn:microsoft.com/office/officeart/2016/7/layout/LinearBlockProcessNumbered"/>
    <dgm:cxn modelId="{5362D241-B92B-AF46-959D-2756232A9A6D}" type="presOf" srcId="{916D00FE-D6A6-42D8-84EE-48CD8CC909BA}" destId="{90B16351-7613-FE4E-A8DD-0129B0A0388F}" srcOrd="0" destOrd="0" presId="urn:microsoft.com/office/officeart/2016/7/layout/LinearBlockProcessNumbered"/>
    <dgm:cxn modelId="{7B1C0849-431A-7045-A200-94F65C8ED8E6}" type="presOf" srcId="{4D3D1E9F-B325-445D-B174-12BC13C58C88}" destId="{D405D00F-777C-1048-A960-6C7942B2F80A}" srcOrd="1" destOrd="0" presId="urn:microsoft.com/office/officeart/2016/7/layout/LinearBlockProcessNumbered"/>
    <dgm:cxn modelId="{47A7C994-EFEE-604A-9587-74857AE85705}" type="presOf" srcId="{FEE71CFA-5567-4EB1-9FA7-9009F955BE2F}" destId="{72434D1E-22E1-8D42-A648-305E979D4876}" srcOrd="0" destOrd="0" presId="urn:microsoft.com/office/officeart/2016/7/layout/LinearBlockProcessNumbered"/>
    <dgm:cxn modelId="{316218A3-8F69-E742-9EC2-9D0FE6BD5CDA}" type="presOf" srcId="{4D3D1E9F-B325-445D-B174-12BC13C58C88}" destId="{6C151F3B-B78B-F042-8F32-263F552EA60D}" srcOrd="0" destOrd="0" presId="urn:microsoft.com/office/officeart/2016/7/layout/LinearBlockProcessNumbered"/>
    <dgm:cxn modelId="{65E387BF-3DBD-C34D-98AD-07F6984748E8}" type="presOf" srcId="{3CCF14B3-F8D4-4390-B3C8-406A48CE335A}" destId="{C71ED1BB-6CC4-CF48-B262-CAF06AFAD265}" srcOrd="0" destOrd="0" presId="urn:microsoft.com/office/officeart/2016/7/layout/LinearBlockProcessNumbered"/>
    <dgm:cxn modelId="{4817C1C9-17A5-A84E-97A0-CEA68C2326FC}" type="presOf" srcId="{C41B9D11-6FB5-45FB-9CD7-F757E59F97EC}" destId="{E26C8631-759D-414A-8D19-B8AD34CED648}" srcOrd="1" destOrd="0" presId="urn:microsoft.com/office/officeart/2016/7/layout/LinearBlockProcessNumbered"/>
    <dgm:cxn modelId="{ED7745D4-CFE6-43D9-B63B-4BAEC664BD19}" srcId="{3CCF14B3-F8D4-4390-B3C8-406A48CE335A}" destId="{30C8789F-D331-4993-964B-476D530C4496}" srcOrd="2" destOrd="0" parTransId="{0DBDB1D0-AAA8-43E6-AA34-20DEE983AA6B}" sibTransId="{916D00FE-D6A6-42D8-84EE-48CD8CC909BA}"/>
    <dgm:cxn modelId="{AF9DD2D5-74A4-CF40-A339-5868DCF09248}" type="presParOf" srcId="{C71ED1BB-6CC4-CF48-B262-CAF06AFAD265}" destId="{4A5524B3-DC7B-DA42-B4D9-78D71E0E0F01}" srcOrd="0" destOrd="0" presId="urn:microsoft.com/office/officeart/2016/7/layout/LinearBlockProcessNumbered"/>
    <dgm:cxn modelId="{A730CFCC-B086-354C-B018-6DD94FDA2EDD}" type="presParOf" srcId="{4A5524B3-DC7B-DA42-B4D9-78D71E0E0F01}" destId="{6C151F3B-B78B-F042-8F32-263F552EA60D}" srcOrd="0" destOrd="0" presId="urn:microsoft.com/office/officeart/2016/7/layout/LinearBlockProcessNumbered"/>
    <dgm:cxn modelId="{797798BF-D5EC-AB47-918C-B9599E435909}" type="presParOf" srcId="{4A5524B3-DC7B-DA42-B4D9-78D71E0E0F01}" destId="{A26058BB-DF87-4840-BCD6-0040293CC9FE}" srcOrd="1" destOrd="0" presId="urn:microsoft.com/office/officeart/2016/7/layout/LinearBlockProcessNumbered"/>
    <dgm:cxn modelId="{B333A833-44D7-FD45-A088-87403FD6B23B}" type="presParOf" srcId="{4A5524B3-DC7B-DA42-B4D9-78D71E0E0F01}" destId="{D405D00F-777C-1048-A960-6C7942B2F80A}" srcOrd="2" destOrd="0" presId="urn:microsoft.com/office/officeart/2016/7/layout/LinearBlockProcessNumbered"/>
    <dgm:cxn modelId="{D68C722C-E2AA-334B-B075-F655A24549F0}" type="presParOf" srcId="{C71ED1BB-6CC4-CF48-B262-CAF06AFAD265}" destId="{01A3A69E-E1F1-7443-A872-7C6E731AC3BB}" srcOrd="1" destOrd="0" presId="urn:microsoft.com/office/officeart/2016/7/layout/LinearBlockProcessNumbered"/>
    <dgm:cxn modelId="{8D8E8C97-34D0-CA4E-A2E1-9BAD231BD58E}" type="presParOf" srcId="{C71ED1BB-6CC4-CF48-B262-CAF06AFAD265}" destId="{A3CB865B-F4FF-384C-972F-182ABCE989B0}" srcOrd="2" destOrd="0" presId="urn:microsoft.com/office/officeart/2016/7/layout/LinearBlockProcessNumbered"/>
    <dgm:cxn modelId="{EA1A6512-DBC3-5B44-9430-17797FFA2957}" type="presParOf" srcId="{A3CB865B-F4FF-384C-972F-182ABCE989B0}" destId="{E5B9F3E2-8606-0644-9E0A-530D88C1DCA2}" srcOrd="0" destOrd="0" presId="urn:microsoft.com/office/officeart/2016/7/layout/LinearBlockProcessNumbered"/>
    <dgm:cxn modelId="{2A628128-2899-CD43-8945-EB39257A2D60}" type="presParOf" srcId="{A3CB865B-F4FF-384C-972F-182ABCE989B0}" destId="{72434D1E-22E1-8D42-A648-305E979D4876}" srcOrd="1" destOrd="0" presId="urn:microsoft.com/office/officeart/2016/7/layout/LinearBlockProcessNumbered"/>
    <dgm:cxn modelId="{B06B8EDB-D026-2147-A6EE-3FB68B074735}" type="presParOf" srcId="{A3CB865B-F4FF-384C-972F-182ABCE989B0}" destId="{E26C8631-759D-414A-8D19-B8AD34CED648}" srcOrd="2" destOrd="0" presId="urn:microsoft.com/office/officeart/2016/7/layout/LinearBlockProcessNumbered"/>
    <dgm:cxn modelId="{46E004A3-90CC-C045-8102-31F7827CD00C}" type="presParOf" srcId="{C71ED1BB-6CC4-CF48-B262-CAF06AFAD265}" destId="{E9D353B8-2203-8B4B-A69B-9D4771CCA8A0}" srcOrd="3" destOrd="0" presId="urn:microsoft.com/office/officeart/2016/7/layout/LinearBlockProcessNumbered"/>
    <dgm:cxn modelId="{A610CD89-B871-074C-AA6D-9AAD5D1F7387}" type="presParOf" srcId="{C71ED1BB-6CC4-CF48-B262-CAF06AFAD265}" destId="{4642C284-9063-0245-9809-A769EFF337EF}" srcOrd="4" destOrd="0" presId="urn:microsoft.com/office/officeart/2016/7/layout/LinearBlockProcessNumbered"/>
    <dgm:cxn modelId="{9880673C-BA76-E844-8CBD-22F7E379B26F}" type="presParOf" srcId="{4642C284-9063-0245-9809-A769EFF337EF}" destId="{47135387-BAB7-B440-B21C-0B82ED61E7FF}" srcOrd="0" destOrd="0" presId="urn:microsoft.com/office/officeart/2016/7/layout/LinearBlockProcessNumbered"/>
    <dgm:cxn modelId="{6328280F-37C9-3344-A08B-256907A0C0EC}" type="presParOf" srcId="{4642C284-9063-0245-9809-A769EFF337EF}" destId="{90B16351-7613-FE4E-A8DD-0129B0A0388F}" srcOrd="1" destOrd="0" presId="urn:microsoft.com/office/officeart/2016/7/layout/LinearBlockProcessNumbered"/>
    <dgm:cxn modelId="{EFFE971F-4D40-7A42-A595-BA81B0EC4614}" type="presParOf" srcId="{4642C284-9063-0245-9809-A769EFF337EF}" destId="{991CAEA5-7ACB-DD48-A903-EF9DF30181EA}"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BF45438A-3071-4268-A098-36CEA2EDADD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CB116DD-8360-46C0-9781-906377BF5468}">
      <dgm:prSet/>
      <dgm:spPr/>
      <dgm:t>
        <a:bodyPr/>
        <a:lstStyle/>
        <a:p>
          <a:r>
            <a:rPr lang="en-US"/>
            <a:t>Separate write model (commands) from read model (queries)</a:t>
          </a:r>
        </a:p>
      </dgm:t>
    </dgm:pt>
    <dgm:pt modelId="{AA678D5D-2189-48B2-97DB-8732E54D294D}" type="parTrans" cxnId="{56459BB9-2BFD-4275-ADC0-7DBE68FD82E1}">
      <dgm:prSet/>
      <dgm:spPr/>
      <dgm:t>
        <a:bodyPr/>
        <a:lstStyle/>
        <a:p>
          <a:endParaRPr lang="en-US"/>
        </a:p>
      </dgm:t>
    </dgm:pt>
    <dgm:pt modelId="{8C791550-1C6C-4DFB-8AA1-BCCCE98B3ACA}" type="sibTrans" cxnId="{56459BB9-2BFD-4275-ADC0-7DBE68FD82E1}">
      <dgm:prSet/>
      <dgm:spPr/>
      <dgm:t>
        <a:bodyPr/>
        <a:lstStyle/>
        <a:p>
          <a:endParaRPr lang="en-US"/>
        </a:p>
      </dgm:t>
    </dgm:pt>
    <dgm:pt modelId="{C7783605-3083-456E-9814-35DB96AD7A4B}">
      <dgm:prSet/>
      <dgm:spPr/>
      <dgm:t>
        <a:bodyPr/>
        <a:lstStyle/>
        <a:p>
          <a:r>
            <a:rPr lang="en-US"/>
            <a:t>Helps when reads and writes have different needs</a:t>
          </a:r>
        </a:p>
      </dgm:t>
    </dgm:pt>
    <dgm:pt modelId="{C7E57142-65A7-4573-A416-1B41A0710EA4}" type="parTrans" cxnId="{9E26104B-E26F-492E-A040-09260EC30574}">
      <dgm:prSet/>
      <dgm:spPr/>
      <dgm:t>
        <a:bodyPr/>
        <a:lstStyle/>
        <a:p>
          <a:endParaRPr lang="en-US"/>
        </a:p>
      </dgm:t>
    </dgm:pt>
    <dgm:pt modelId="{F18A4A89-0B68-49C3-A7CF-99D4A80CE034}" type="sibTrans" cxnId="{9E26104B-E26F-492E-A040-09260EC30574}">
      <dgm:prSet/>
      <dgm:spPr/>
      <dgm:t>
        <a:bodyPr/>
        <a:lstStyle/>
        <a:p>
          <a:endParaRPr lang="en-US"/>
        </a:p>
      </dgm:t>
    </dgm:pt>
    <dgm:pt modelId="{B2AD2E8C-EB8C-494B-9B58-56B8866E5203}">
      <dgm:prSet/>
      <dgm:spPr/>
      <dgm:t>
        <a:bodyPr/>
        <a:lstStyle/>
        <a:p>
          <a:r>
            <a:rPr lang="en-US"/>
            <a:t>Start light: different DTOs, same DB</a:t>
          </a:r>
        </a:p>
      </dgm:t>
    </dgm:pt>
    <dgm:pt modelId="{3159928C-BA82-4AA2-A301-BD9183AA47E6}" type="parTrans" cxnId="{C0DE6DFC-C8B7-442B-9754-888A1D0E866F}">
      <dgm:prSet/>
      <dgm:spPr/>
      <dgm:t>
        <a:bodyPr/>
        <a:lstStyle/>
        <a:p>
          <a:endParaRPr lang="en-US"/>
        </a:p>
      </dgm:t>
    </dgm:pt>
    <dgm:pt modelId="{720E0FEC-73CF-43DE-AFE1-A12823C829CE}" type="sibTrans" cxnId="{C0DE6DFC-C8B7-442B-9754-888A1D0E866F}">
      <dgm:prSet/>
      <dgm:spPr/>
      <dgm:t>
        <a:bodyPr/>
        <a:lstStyle/>
        <a:p>
          <a:endParaRPr lang="en-US"/>
        </a:p>
      </dgm:t>
    </dgm:pt>
    <dgm:pt modelId="{49B9B40A-B9C6-497A-B24B-A94645FF1CAD}" type="pres">
      <dgm:prSet presAssocID="{BF45438A-3071-4268-A098-36CEA2EDADD2}" presName="root" presStyleCnt="0">
        <dgm:presLayoutVars>
          <dgm:dir/>
          <dgm:resizeHandles val="exact"/>
        </dgm:presLayoutVars>
      </dgm:prSet>
      <dgm:spPr/>
    </dgm:pt>
    <dgm:pt modelId="{3CAF16B4-0C32-46BF-842B-1B12B9D7419D}" type="pres">
      <dgm:prSet presAssocID="{2CB116DD-8360-46C0-9781-906377BF5468}" presName="compNode" presStyleCnt="0"/>
      <dgm:spPr/>
    </dgm:pt>
    <dgm:pt modelId="{F6DFF341-F2DA-4A22-A5BA-F35F5E0165AC}" type="pres">
      <dgm:prSet presAssocID="{2CB116DD-8360-46C0-9781-906377BF5468}" presName="bgRect" presStyleLbl="bgShp" presStyleIdx="0" presStyleCnt="3"/>
      <dgm:spPr/>
    </dgm:pt>
    <dgm:pt modelId="{7D80F10C-66AE-443A-AAF8-BDCF563B1B5F}" type="pres">
      <dgm:prSet presAssocID="{2CB116DD-8360-46C0-9781-906377BF546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2A6DC6E5-0261-4C9F-8FB7-E6B108359228}" type="pres">
      <dgm:prSet presAssocID="{2CB116DD-8360-46C0-9781-906377BF5468}" presName="spaceRect" presStyleCnt="0"/>
      <dgm:spPr/>
    </dgm:pt>
    <dgm:pt modelId="{46CD0A74-A247-4689-8415-DCC4D159ADCA}" type="pres">
      <dgm:prSet presAssocID="{2CB116DD-8360-46C0-9781-906377BF5468}" presName="parTx" presStyleLbl="revTx" presStyleIdx="0" presStyleCnt="3">
        <dgm:presLayoutVars>
          <dgm:chMax val="0"/>
          <dgm:chPref val="0"/>
        </dgm:presLayoutVars>
      </dgm:prSet>
      <dgm:spPr/>
    </dgm:pt>
    <dgm:pt modelId="{EFCDB3BB-DFCC-4FF2-AE7C-2C84582F2347}" type="pres">
      <dgm:prSet presAssocID="{8C791550-1C6C-4DFB-8AA1-BCCCE98B3ACA}" presName="sibTrans" presStyleCnt="0"/>
      <dgm:spPr/>
    </dgm:pt>
    <dgm:pt modelId="{5CE3C42E-DBE4-4072-9877-F8D2FD1C5A08}" type="pres">
      <dgm:prSet presAssocID="{C7783605-3083-456E-9814-35DB96AD7A4B}" presName="compNode" presStyleCnt="0"/>
      <dgm:spPr/>
    </dgm:pt>
    <dgm:pt modelId="{E442D314-D04E-4D49-8777-1880F03AEA1D}" type="pres">
      <dgm:prSet presAssocID="{C7783605-3083-456E-9814-35DB96AD7A4B}" presName="bgRect" presStyleLbl="bgShp" presStyleIdx="1" presStyleCnt="3"/>
      <dgm:spPr/>
    </dgm:pt>
    <dgm:pt modelId="{62040E75-7737-466C-BC3A-D2E4FE4C0360}" type="pres">
      <dgm:prSet presAssocID="{C7783605-3083-456E-9814-35DB96AD7A4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ncil"/>
        </a:ext>
      </dgm:extLst>
    </dgm:pt>
    <dgm:pt modelId="{7CBBFBA6-E310-40E0-9E3E-8109BD742BD2}" type="pres">
      <dgm:prSet presAssocID="{C7783605-3083-456E-9814-35DB96AD7A4B}" presName="spaceRect" presStyleCnt="0"/>
      <dgm:spPr/>
    </dgm:pt>
    <dgm:pt modelId="{D03D0BC2-2213-431F-8F68-526E2116C67C}" type="pres">
      <dgm:prSet presAssocID="{C7783605-3083-456E-9814-35DB96AD7A4B}" presName="parTx" presStyleLbl="revTx" presStyleIdx="1" presStyleCnt="3">
        <dgm:presLayoutVars>
          <dgm:chMax val="0"/>
          <dgm:chPref val="0"/>
        </dgm:presLayoutVars>
      </dgm:prSet>
      <dgm:spPr/>
    </dgm:pt>
    <dgm:pt modelId="{BE12C5CE-3E61-4EB5-911F-2CFE25F383F8}" type="pres">
      <dgm:prSet presAssocID="{F18A4A89-0B68-49C3-A7CF-99D4A80CE034}" presName="sibTrans" presStyleCnt="0"/>
      <dgm:spPr/>
    </dgm:pt>
    <dgm:pt modelId="{35C15E6C-737A-4AA5-9DE8-B76C98D6E2AA}" type="pres">
      <dgm:prSet presAssocID="{B2AD2E8C-EB8C-494B-9B58-56B8866E5203}" presName="compNode" presStyleCnt="0"/>
      <dgm:spPr/>
    </dgm:pt>
    <dgm:pt modelId="{8619806A-F7B3-42C4-9EDF-67B95605F6AF}" type="pres">
      <dgm:prSet presAssocID="{B2AD2E8C-EB8C-494B-9B58-56B8866E5203}" presName="bgRect" presStyleLbl="bgShp" presStyleIdx="2" presStyleCnt="3"/>
      <dgm:spPr/>
    </dgm:pt>
    <dgm:pt modelId="{269918C4-49D8-41FC-A3A8-480CB560B510}" type="pres">
      <dgm:prSet presAssocID="{B2AD2E8C-EB8C-494B-9B58-56B8866E520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ble"/>
        </a:ext>
      </dgm:extLst>
    </dgm:pt>
    <dgm:pt modelId="{EBFAE8ED-7BEA-4D18-B398-84F214F3F22B}" type="pres">
      <dgm:prSet presAssocID="{B2AD2E8C-EB8C-494B-9B58-56B8866E5203}" presName="spaceRect" presStyleCnt="0"/>
      <dgm:spPr/>
    </dgm:pt>
    <dgm:pt modelId="{5B4BD0EA-E75B-4FD3-85DF-E3F7B515E851}" type="pres">
      <dgm:prSet presAssocID="{B2AD2E8C-EB8C-494B-9B58-56B8866E5203}" presName="parTx" presStyleLbl="revTx" presStyleIdx="2" presStyleCnt="3">
        <dgm:presLayoutVars>
          <dgm:chMax val="0"/>
          <dgm:chPref val="0"/>
        </dgm:presLayoutVars>
      </dgm:prSet>
      <dgm:spPr/>
    </dgm:pt>
  </dgm:ptLst>
  <dgm:cxnLst>
    <dgm:cxn modelId="{5580E82E-61B8-4F39-A1B8-A7314CA5B5AF}" type="presOf" srcId="{B2AD2E8C-EB8C-494B-9B58-56B8866E5203}" destId="{5B4BD0EA-E75B-4FD3-85DF-E3F7B515E851}" srcOrd="0" destOrd="0" presId="urn:microsoft.com/office/officeart/2018/2/layout/IconVerticalSolidList"/>
    <dgm:cxn modelId="{9E26104B-E26F-492E-A040-09260EC30574}" srcId="{BF45438A-3071-4268-A098-36CEA2EDADD2}" destId="{C7783605-3083-456E-9814-35DB96AD7A4B}" srcOrd="1" destOrd="0" parTransId="{C7E57142-65A7-4573-A416-1B41A0710EA4}" sibTransId="{F18A4A89-0B68-49C3-A7CF-99D4A80CE034}"/>
    <dgm:cxn modelId="{497D769A-2EB9-46B4-BE23-223207AA5ACE}" type="presOf" srcId="{C7783605-3083-456E-9814-35DB96AD7A4B}" destId="{D03D0BC2-2213-431F-8F68-526E2116C67C}" srcOrd="0" destOrd="0" presId="urn:microsoft.com/office/officeart/2018/2/layout/IconVerticalSolidList"/>
    <dgm:cxn modelId="{56459BB9-2BFD-4275-ADC0-7DBE68FD82E1}" srcId="{BF45438A-3071-4268-A098-36CEA2EDADD2}" destId="{2CB116DD-8360-46C0-9781-906377BF5468}" srcOrd="0" destOrd="0" parTransId="{AA678D5D-2189-48B2-97DB-8732E54D294D}" sibTransId="{8C791550-1C6C-4DFB-8AA1-BCCCE98B3ACA}"/>
    <dgm:cxn modelId="{8CF0D4CD-3DE0-40B8-BAD2-FD474213FA01}" type="presOf" srcId="{2CB116DD-8360-46C0-9781-906377BF5468}" destId="{46CD0A74-A247-4689-8415-DCC4D159ADCA}" srcOrd="0" destOrd="0" presId="urn:microsoft.com/office/officeart/2018/2/layout/IconVerticalSolidList"/>
    <dgm:cxn modelId="{1CFE9DEC-8992-4EC1-B704-0DF346EC60E1}" type="presOf" srcId="{BF45438A-3071-4268-A098-36CEA2EDADD2}" destId="{49B9B40A-B9C6-497A-B24B-A94645FF1CAD}" srcOrd="0" destOrd="0" presId="urn:microsoft.com/office/officeart/2018/2/layout/IconVerticalSolidList"/>
    <dgm:cxn modelId="{C0DE6DFC-C8B7-442B-9754-888A1D0E866F}" srcId="{BF45438A-3071-4268-A098-36CEA2EDADD2}" destId="{B2AD2E8C-EB8C-494B-9B58-56B8866E5203}" srcOrd="2" destOrd="0" parTransId="{3159928C-BA82-4AA2-A301-BD9183AA47E6}" sibTransId="{720E0FEC-73CF-43DE-AFE1-A12823C829CE}"/>
    <dgm:cxn modelId="{D0DD18B3-71C5-41DE-945C-7EBB4AF3D098}" type="presParOf" srcId="{49B9B40A-B9C6-497A-B24B-A94645FF1CAD}" destId="{3CAF16B4-0C32-46BF-842B-1B12B9D7419D}" srcOrd="0" destOrd="0" presId="urn:microsoft.com/office/officeart/2018/2/layout/IconVerticalSolidList"/>
    <dgm:cxn modelId="{1F14281D-3AA3-4152-AF4B-8C6EC487DCDB}" type="presParOf" srcId="{3CAF16B4-0C32-46BF-842B-1B12B9D7419D}" destId="{F6DFF341-F2DA-4A22-A5BA-F35F5E0165AC}" srcOrd="0" destOrd="0" presId="urn:microsoft.com/office/officeart/2018/2/layout/IconVerticalSolidList"/>
    <dgm:cxn modelId="{25B2F375-0EA1-4134-94EC-90E5917A8F8C}" type="presParOf" srcId="{3CAF16B4-0C32-46BF-842B-1B12B9D7419D}" destId="{7D80F10C-66AE-443A-AAF8-BDCF563B1B5F}" srcOrd="1" destOrd="0" presId="urn:microsoft.com/office/officeart/2018/2/layout/IconVerticalSolidList"/>
    <dgm:cxn modelId="{502A0757-D28E-408C-B882-47A138EEE8D7}" type="presParOf" srcId="{3CAF16B4-0C32-46BF-842B-1B12B9D7419D}" destId="{2A6DC6E5-0261-4C9F-8FB7-E6B108359228}" srcOrd="2" destOrd="0" presId="urn:microsoft.com/office/officeart/2018/2/layout/IconVerticalSolidList"/>
    <dgm:cxn modelId="{B4B5A3B0-653C-4DD4-BB3C-53E5721E3656}" type="presParOf" srcId="{3CAF16B4-0C32-46BF-842B-1B12B9D7419D}" destId="{46CD0A74-A247-4689-8415-DCC4D159ADCA}" srcOrd="3" destOrd="0" presId="urn:microsoft.com/office/officeart/2018/2/layout/IconVerticalSolidList"/>
    <dgm:cxn modelId="{1B23013E-8447-4990-8E88-079986E84A3F}" type="presParOf" srcId="{49B9B40A-B9C6-497A-B24B-A94645FF1CAD}" destId="{EFCDB3BB-DFCC-4FF2-AE7C-2C84582F2347}" srcOrd="1" destOrd="0" presId="urn:microsoft.com/office/officeart/2018/2/layout/IconVerticalSolidList"/>
    <dgm:cxn modelId="{5701DC84-BB58-4844-8D1B-69684AC9C9EC}" type="presParOf" srcId="{49B9B40A-B9C6-497A-B24B-A94645FF1CAD}" destId="{5CE3C42E-DBE4-4072-9877-F8D2FD1C5A08}" srcOrd="2" destOrd="0" presId="urn:microsoft.com/office/officeart/2018/2/layout/IconVerticalSolidList"/>
    <dgm:cxn modelId="{9532B0CE-D209-4F84-8A06-138AD9386F10}" type="presParOf" srcId="{5CE3C42E-DBE4-4072-9877-F8D2FD1C5A08}" destId="{E442D314-D04E-4D49-8777-1880F03AEA1D}" srcOrd="0" destOrd="0" presId="urn:microsoft.com/office/officeart/2018/2/layout/IconVerticalSolidList"/>
    <dgm:cxn modelId="{A3EAF498-F46E-4513-A305-295BEEADD53D}" type="presParOf" srcId="{5CE3C42E-DBE4-4072-9877-F8D2FD1C5A08}" destId="{62040E75-7737-466C-BC3A-D2E4FE4C0360}" srcOrd="1" destOrd="0" presId="urn:microsoft.com/office/officeart/2018/2/layout/IconVerticalSolidList"/>
    <dgm:cxn modelId="{16139B05-14F5-4E69-8850-5D293F2C19B2}" type="presParOf" srcId="{5CE3C42E-DBE4-4072-9877-F8D2FD1C5A08}" destId="{7CBBFBA6-E310-40E0-9E3E-8109BD742BD2}" srcOrd="2" destOrd="0" presId="urn:microsoft.com/office/officeart/2018/2/layout/IconVerticalSolidList"/>
    <dgm:cxn modelId="{B21E8AAD-A04F-4F32-A13F-BCE8A9652ACE}" type="presParOf" srcId="{5CE3C42E-DBE4-4072-9877-F8D2FD1C5A08}" destId="{D03D0BC2-2213-431F-8F68-526E2116C67C}" srcOrd="3" destOrd="0" presId="urn:microsoft.com/office/officeart/2018/2/layout/IconVerticalSolidList"/>
    <dgm:cxn modelId="{C48C3CB6-FF88-4B9D-9CE2-FD541EC04065}" type="presParOf" srcId="{49B9B40A-B9C6-497A-B24B-A94645FF1CAD}" destId="{BE12C5CE-3E61-4EB5-911F-2CFE25F383F8}" srcOrd="3" destOrd="0" presId="urn:microsoft.com/office/officeart/2018/2/layout/IconVerticalSolidList"/>
    <dgm:cxn modelId="{E5A8CFA0-E23E-4BD1-AF4D-61A502868DD6}" type="presParOf" srcId="{49B9B40A-B9C6-497A-B24B-A94645FF1CAD}" destId="{35C15E6C-737A-4AA5-9DE8-B76C98D6E2AA}" srcOrd="4" destOrd="0" presId="urn:microsoft.com/office/officeart/2018/2/layout/IconVerticalSolidList"/>
    <dgm:cxn modelId="{3FF54F55-1A64-4979-AF5A-FFAB25EDDD86}" type="presParOf" srcId="{35C15E6C-737A-4AA5-9DE8-B76C98D6E2AA}" destId="{8619806A-F7B3-42C4-9EDF-67B95605F6AF}" srcOrd="0" destOrd="0" presId="urn:microsoft.com/office/officeart/2018/2/layout/IconVerticalSolidList"/>
    <dgm:cxn modelId="{AFA212BC-4797-42DA-B80F-987D5265AE43}" type="presParOf" srcId="{35C15E6C-737A-4AA5-9DE8-B76C98D6E2AA}" destId="{269918C4-49D8-41FC-A3A8-480CB560B510}" srcOrd="1" destOrd="0" presId="urn:microsoft.com/office/officeart/2018/2/layout/IconVerticalSolidList"/>
    <dgm:cxn modelId="{F337716F-8FD2-4296-901F-C5B92D8817C5}" type="presParOf" srcId="{35C15E6C-737A-4AA5-9DE8-B76C98D6E2AA}" destId="{EBFAE8ED-7BEA-4D18-B398-84F214F3F22B}" srcOrd="2" destOrd="0" presId="urn:microsoft.com/office/officeart/2018/2/layout/IconVerticalSolidList"/>
    <dgm:cxn modelId="{60997B73-787C-4423-B24B-95263C2BD42E}" type="presParOf" srcId="{35C15E6C-737A-4AA5-9DE8-B76C98D6E2AA}" destId="{5B4BD0EA-E75B-4FD3-85DF-E3F7B515E85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B5938829-E21D-47E5-808F-1811CBB1F305}" type="doc">
      <dgm:prSet loTypeId="urn:microsoft.com/office/officeart/2018/5/layout/Centered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978277F8-1765-4786-BC8D-BBD38DEDC088}">
      <dgm:prSet/>
      <dgm:spPr/>
      <dgm:t>
        <a:bodyPr/>
        <a:lstStyle/>
        <a:p>
          <a:pPr>
            <a:defRPr b="1"/>
          </a:pPr>
          <a:r>
            <a:rPr lang="en-US"/>
            <a:t>Write side</a:t>
          </a:r>
        </a:p>
      </dgm:t>
    </dgm:pt>
    <dgm:pt modelId="{02E44658-0807-4760-A10A-C731D07CFCD9}" type="parTrans" cxnId="{10E652B4-FB25-4B00-930D-30279FC9BF36}">
      <dgm:prSet/>
      <dgm:spPr/>
      <dgm:t>
        <a:bodyPr/>
        <a:lstStyle/>
        <a:p>
          <a:endParaRPr lang="en-US"/>
        </a:p>
      </dgm:t>
    </dgm:pt>
    <dgm:pt modelId="{F94A8906-B2CF-4688-96B9-A9A56E55CE78}" type="sibTrans" cxnId="{10E652B4-FB25-4B00-930D-30279FC9BF36}">
      <dgm:prSet/>
      <dgm:spPr/>
      <dgm:t>
        <a:bodyPr/>
        <a:lstStyle/>
        <a:p>
          <a:endParaRPr lang="en-US"/>
        </a:p>
      </dgm:t>
    </dgm:pt>
    <dgm:pt modelId="{349EA095-150A-47EE-BD76-172697BC57A2}">
      <dgm:prSet/>
      <dgm:spPr/>
      <dgm:t>
        <a:bodyPr/>
        <a:lstStyle/>
        <a:p>
          <a:r>
            <a:rPr lang="en-US"/>
            <a:t>Aggregates + invariants</a:t>
          </a:r>
        </a:p>
      </dgm:t>
    </dgm:pt>
    <dgm:pt modelId="{C6CBBDC1-4DA7-473C-890B-E804EDE540A6}" type="parTrans" cxnId="{854225C9-58EC-42AD-9C7C-44807504E54D}">
      <dgm:prSet/>
      <dgm:spPr/>
      <dgm:t>
        <a:bodyPr/>
        <a:lstStyle/>
        <a:p>
          <a:endParaRPr lang="en-US"/>
        </a:p>
      </dgm:t>
    </dgm:pt>
    <dgm:pt modelId="{3FBF0487-5043-48E3-AA0A-B5FD2803931F}" type="sibTrans" cxnId="{854225C9-58EC-42AD-9C7C-44807504E54D}">
      <dgm:prSet/>
      <dgm:spPr/>
      <dgm:t>
        <a:bodyPr/>
        <a:lstStyle/>
        <a:p>
          <a:endParaRPr lang="en-US"/>
        </a:p>
      </dgm:t>
    </dgm:pt>
    <dgm:pt modelId="{4A11A6EC-6E61-420F-8772-CF718938A68E}">
      <dgm:prSet/>
      <dgm:spPr/>
      <dgm:t>
        <a:bodyPr/>
        <a:lstStyle/>
        <a:p>
          <a:r>
            <a:rPr lang="en-US"/>
            <a:t>Transactional consistency</a:t>
          </a:r>
        </a:p>
      </dgm:t>
    </dgm:pt>
    <dgm:pt modelId="{AC628318-60FC-4C51-975C-F5FE097FBB5B}" type="parTrans" cxnId="{F02CD6EA-042D-409B-9B0F-D2D822AAAAD0}">
      <dgm:prSet/>
      <dgm:spPr/>
      <dgm:t>
        <a:bodyPr/>
        <a:lstStyle/>
        <a:p>
          <a:endParaRPr lang="en-US"/>
        </a:p>
      </dgm:t>
    </dgm:pt>
    <dgm:pt modelId="{F5CAAD73-1F21-43F6-AE7C-8262BC60D368}" type="sibTrans" cxnId="{F02CD6EA-042D-409B-9B0F-D2D822AAAAD0}">
      <dgm:prSet/>
      <dgm:spPr/>
      <dgm:t>
        <a:bodyPr/>
        <a:lstStyle/>
        <a:p>
          <a:endParaRPr lang="en-US"/>
        </a:p>
      </dgm:t>
    </dgm:pt>
    <dgm:pt modelId="{3F1672D4-244E-4AFF-87BA-A72522A1450E}">
      <dgm:prSet/>
      <dgm:spPr/>
      <dgm:t>
        <a:bodyPr/>
        <a:lstStyle/>
        <a:p>
          <a:pPr>
            <a:defRPr b="1"/>
          </a:pPr>
          <a:r>
            <a:rPr lang="en-US"/>
            <a:t>Read side</a:t>
          </a:r>
        </a:p>
      </dgm:t>
    </dgm:pt>
    <dgm:pt modelId="{43946377-E6B8-45EB-85F2-1E3FB656D2DB}" type="parTrans" cxnId="{9E746C41-5CAA-4DB3-AE98-46FC9981DEB3}">
      <dgm:prSet/>
      <dgm:spPr/>
      <dgm:t>
        <a:bodyPr/>
        <a:lstStyle/>
        <a:p>
          <a:endParaRPr lang="en-US"/>
        </a:p>
      </dgm:t>
    </dgm:pt>
    <dgm:pt modelId="{93C35411-1DE6-4FE4-B287-5048F2A704FA}" type="sibTrans" cxnId="{9E746C41-5CAA-4DB3-AE98-46FC9981DEB3}">
      <dgm:prSet/>
      <dgm:spPr/>
      <dgm:t>
        <a:bodyPr/>
        <a:lstStyle/>
        <a:p>
          <a:endParaRPr lang="en-US"/>
        </a:p>
      </dgm:t>
    </dgm:pt>
    <dgm:pt modelId="{0645D196-3B54-4100-AA05-83D7BBDE91FB}">
      <dgm:prSet/>
      <dgm:spPr/>
      <dgm:t>
        <a:bodyPr/>
        <a:lstStyle/>
        <a:p>
          <a:r>
            <a:rPr lang="en-US"/>
            <a:t>Fast queries</a:t>
          </a:r>
        </a:p>
      </dgm:t>
    </dgm:pt>
    <dgm:pt modelId="{C193EECA-ABDD-4AA9-A309-DF957F2A9C85}" type="parTrans" cxnId="{23A6283E-8BFD-4FF8-BBB0-D685AFF3E36C}">
      <dgm:prSet/>
      <dgm:spPr/>
      <dgm:t>
        <a:bodyPr/>
        <a:lstStyle/>
        <a:p>
          <a:endParaRPr lang="en-US"/>
        </a:p>
      </dgm:t>
    </dgm:pt>
    <dgm:pt modelId="{C740CBC3-97B1-48F3-BE8D-131E54F48C11}" type="sibTrans" cxnId="{23A6283E-8BFD-4FF8-BBB0-D685AFF3E36C}">
      <dgm:prSet/>
      <dgm:spPr/>
      <dgm:t>
        <a:bodyPr/>
        <a:lstStyle/>
        <a:p>
          <a:endParaRPr lang="en-US"/>
        </a:p>
      </dgm:t>
    </dgm:pt>
    <dgm:pt modelId="{A9D734FF-8B42-42AD-A466-DF098B3AE8A9}">
      <dgm:prSet/>
      <dgm:spPr/>
      <dgm:t>
        <a:bodyPr/>
        <a:lstStyle/>
        <a:p>
          <a:r>
            <a:rPr lang="en-US"/>
            <a:t>Denormalized views</a:t>
          </a:r>
        </a:p>
      </dgm:t>
    </dgm:pt>
    <dgm:pt modelId="{136E77BB-7574-401E-8A09-D53CA6CDF672}" type="parTrans" cxnId="{063E063B-9BA0-43EB-BC8E-9BC30892296F}">
      <dgm:prSet/>
      <dgm:spPr/>
      <dgm:t>
        <a:bodyPr/>
        <a:lstStyle/>
        <a:p>
          <a:endParaRPr lang="en-US"/>
        </a:p>
      </dgm:t>
    </dgm:pt>
    <dgm:pt modelId="{20E9DC95-CD66-446E-8AF3-43D9B8E36CF0}" type="sibTrans" cxnId="{063E063B-9BA0-43EB-BC8E-9BC30892296F}">
      <dgm:prSet/>
      <dgm:spPr/>
      <dgm:t>
        <a:bodyPr/>
        <a:lstStyle/>
        <a:p>
          <a:endParaRPr lang="en-US"/>
        </a:p>
      </dgm:t>
    </dgm:pt>
    <dgm:pt modelId="{A56B4338-F1FF-4991-9703-332B4DEB0B7D}">
      <dgm:prSet/>
      <dgm:spPr/>
      <dgm:t>
        <a:bodyPr/>
        <a:lstStyle/>
        <a:p>
          <a:r>
            <a:rPr lang="en-US"/>
            <a:t>No business rules</a:t>
          </a:r>
        </a:p>
      </dgm:t>
    </dgm:pt>
    <dgm:pt modelId="{49185748-4D6B-4A65-8BE2-7325DE05CCB8}" type="parTrans" cxnId="{331FEC03-CD75-4750-8FFE-53F48DB5ED21}">
      <dgm:prSet/>
      <dgm:spPr/>
      <dgm:t>
        <a:bodyPr/>
        <a:lstStyle/>
        <a:p>
          <a:endParaRPr lang="en-US"/>
        </a:p>
      </dgm:t>
    </dgm:pt>
    <dgm:pt modelId="{5ED0427F-BFDB-4D95-AB3A-60DCDAD2F1A8}" type="sibTrans" cxnId="{331FEC03-CD75-4750-8FFE-53F48DB5ED21}">
      <dgm:prSet/>
      <dgm:spPr/>
      <dgm:t>
        <a:bodyPr/>
        <a:lstStyle/>
        <a:p>
          <a:endParaRPr lang="en-US"/>
        </a:p>
      </dgm:t>
    </dgm:pt>
    <dgm:pt modelId="{8C338F04-A4FE-4196-9D0C-8F616993F6B4}" type="pres">
      <dgm:prSet presAssocID="{B5938829-E21D-47E5-808F-1811CBB1F305}" presName="root" presStyleCnt="0">
        <dgm:presLayoutVars>
          <dgm:dir/>
          <dgm:resizeHandles val="exact"/>
        </dgm:presLayoutVars>
      </dgm:prSet>
      <dgm:spPr/>
    </dgm:pt>
    <dgm:pt modelId="{467D07DF-DD87-4B3D-8DDA-991A57641DF4}" type="pres">
      <dgm:prSet presAssocID="{978277F8-1765-4786-BC8D-BBD38DEDC088}" presName="compNode" presStyleCnt="0"/>
      <dgm:spPr/>
    </dgm:pt>
    <dgm:pt modelId="{20AAC21F-BDD2-4001-8FBB-C1EB5B58A0C9}" type="pres">
      <dgm:prSet presAssocID="{978277F8-1765-4786-BC8D-BBD38DEDC08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A26814A6-A687-4673-8AF3-2CF680A6D58E}" type="pres">
      <dgm:prSet presAssocID="{978277F8-1765-4786-BC8D-BBD38DEDC088}" presName="iconSpace" presStyleCnt="0"/>
      <dgm:spPr/>
    </dgm:pt>
    <dgm:pt modelId="{8F62A8E6-458F-4E6A-8FE1-CD52D2D4F55E}" type="pres">
      <dgm:prSet presAssocID="{978277F8-1765-4786-BC8D-BBD38DEDC088}" presName="parTx" presStyleLbl="revTx" presStyleIdx="0" presStyleCnt="4">
        <dgm:presLayoutVars>
          <dgm:chMax val="0"/>
          <dgm:chPref val="0"/>
        </dgm:presLayoutVars>
      </dgm:prSet>
      <dgm:spPr/>
    </dgm:pt>
    <dgm:pt modelId="{8D7AEC29-FBEB-43DA-A099-6319D0866E86}" type="pres">
      <dgm:prSet presAssocID="{978277F8-1765-4786-BC8D-BBD38DEDC088}" presName="txSpace" presStyleCnt="0"/>
      <dgm:spPr/>
    </dgm:pt>
    <dgm:pt modelId="{F8BE73AE-5F46-4AC2-AEAD-0243FFAA66B7}" type="pres">
      <dgm:prSet presAssocID="{978277F8-1765-4786-BC8D-BBD38DEDC088}" presName="desTx" presStyleLbl="revTx" presStyleIdx="1" presStyleCnt="4">
        <dgm:presLayoutVars/>
      </dgm:prSet>
      <dgm:spPr/>
    </dgm:pt>
    <dgm:pt modelId="{A21F8432-55E4-45FB-8851-1125BF73B879}" type="pres">
      <dgm:prSet presAssocID="{F94A8906-B2CF-4688-96B9-A9A56E55CE78}" presName="sibTrans" presStyleCnt="0"/>
      <dgm:spPr/>
    </dgm:pt>
    <dgm:pt modelId="{76690D05-9E85-4D55-A69D-1855F1FDAC99}" type="pres">
      <dgm:prSet presAssocID="{3F1672D4-244E-4AFF-87BA-A72522A1450E}" presName="compNode" presStyleCnt="0"/>
      <dgm:spPr/>
    </dgm:pt>
    <dgm:pt modelId="{FA6178DE-CA72-4434-ACFF-E69628EA42B1}" type="pres">
      <dgm:prSet presAssocID="{3F1672D4-244E-4AFF-87BA-A72522A1450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itor"/>
        </a:ext>
      </dgm:extLst>
    </dgm:pt>
    <dgm:pt modelId="{6BE1E84C-1A17-4196-843E-08BB79518569}" type="pres">
      <dgm:prSet presAssocID="{3F1672D4-244E-4AFF-87BA-A72522A1450E}" presName="iconSpace" presStyleCnt="0"/>
      <dgm:spPr/>
    </dgm:pt>
    <dgm:pt modelId="{347F4574-A3B8-4752-95B4-300B90FB0676}" type="pres">
      <dgm:prSet presAssocID="{3F1672D4-244E-4AFF-87BA-A72522A1450E}" presName="parTx" presStyleLbl="revTx" presStyleIdx="2" presStyleCnt="4">
        <dgm:presLayoutVars>
          <dgm:chMax val="0"/>
          <dgm:chPref val="0"/>
        </dgm:presLayoutVars>
      </dgm:prSet>
      <dgm:spPr/>
    </dgm:pt>
    <dgm:pt modelId="{F2BE32FC-2869-45C2-A5B7-563C0CF4BF9F}" type="pres">
      <dgm:prSet presAssocID="{3F1672D4-244E-4AFF-87BA-A72522A1450E}" presName="txSpace" presStyleCnt="0"/>
      <dgm:spPr/>
    </dgm:pt>
    <dgm:pt modelId="{C760A0A3-3B56-4FE3-BAC9-18B52E936192}" type="pres">
      <dgm:prSet presAssocID="{3F1672D4-244E-4AFF-87BA-A72522A1450E}" presName="desTx" presStyleLbl="revTx" presStyleIdx="3" presStyleCnt="4">
        <dgm:presLayoutVars/>
      </dgm:prSet>
      <dgm:spPr/>
    </dgm:pt>
  </dgm:ptLst>
  <dgm:cxnLst>
    <dgm:cxn modelId="{331FEC03-CD75-4750-8FFE-53F48DB5ED21}" srcId="{3F1672D4-244E-4AFF-87BA-A72522A1450E}" destId="{A56B4338-F1FF-4991-9703-332B4DEB0B7D}" srcOrd="2" destOrd="0" parTransId="{49185748-4D6B-4A65-8BE2-7325DE05CCB8}" sibTransId="{5ED0427F-BFDB-4D95-AB3A-60DCDAD2F1A8}"/>
    <dgm:cxn modelId="{645CCE15-8759-4A95-9928-44A6C79EB6FB}" type="presOf" srcId="{A56B4338-F1FF-4991-9703-332B4DEB0B7D}" destId="{C760A0A3-3B56-4FE3-BAC9-18B52E936192}" srcOrd="0" destOrd="2" presId="urn:microsoft.com/office/officeart/2018/5/layout/CenteredIconLabelDescriptionList"/>
    <dgm:cxn modelId="{063E063B-9BA0-43EB-BC8E-9BC30892296F}" srcId="{3F1672D4-244E-4AFF-87BA-A72522A1450E}" destId="{A9D734FF-8B42-42AD-A466-DF098B3AE8A9}" srcOrd="1" destOrd="0" parTransId="{136E77BB-7574-401E-8A09-D53CA6CDF672}" sibTransId="{20E9DC95-CD66-446E-8AF3-43D9B8E36CF0}"/>
    <dgm:cxn modelId="{23A6283E-8BFD-4FF8-BBB0-D685AFF3E36C}" srcId="{3F1672D4-244E-4AFF-87BA-A72522A1450E}" destId="{0645D196-3B54-4100-AA05-83D7BBDE91FB}" srcOrd="0" destOrd="0" parTransId="{C193EECA-ABDD-4AA9-A309-DF957F2A9C85}" sibTransId="{C740CBC3-97B1-48F3-BE8D-131E54F48C11}"/>
    <dgm:cxn modelId="{9E746C41-5CAA-4DB3-AE98-46FC9981DEB3}" srcId="{B5938829-E21D-47E5-808F-1811CBB1F305}" destId="{3F1672D4-244E-4AFF-87BA-A72522A1450E}" srcOrd="1" destOrd="0" parTransId="{43946377-E6B8-45EB-85F2-1E3FB656D2DB}" sibTransId="{93C35411-1DE6-4FE4-B287-5048F2A704FA}"/>
    <dgm:cxn modelId="{77AC6069-37C6-4512-8659-4E8B01F5573E}" type="presOf" srcId="{A9D734FF-8B42-42AD-A466-DF098B3AE8A9}" destId="{C760A0A3-3B56-4FE3-BAC9-18B52E936192}" srcOrd="0" destOrd="1" presId="urn:microsoft.com/office/officeart/2018/5/layout/CenteredIconLabelDescriptionList"/>
    <dgm:cxn modelId="{42D84C6B-53A1-44D4-8954-C7F59E11581C}" type="presOf" srcId="{349EA095-150A-47EE-BD76-172697BC57A2}" destId="{F8BE73AE-5F46-4AC2-AEAD-0243FFAA66B7}" srcOrd="0" destOrd="0" presId="urn:microsoft.com/office/officeart/2018/5/layout/CenteredIconLabelDescriptionList"/>
    <dgm:cxn modelId="{AB35AE82-62E7-4D78-AA44-B0BDC927CCCB}" type="presOf" srcId="{0645D196-3B54-4100-AA05-83D7BBDE91FB}" destId="{C760A0A3-3B56-4FE3-BAC9-18B52E936192}" srcOrd="0" destOrd="0" presId="urn:microsoft.com/office/officeart/2018/5/layout/CenteredIconLabelDescriptionList"/>
    <dgm:cxn modelId="{10E652B4-FB25-4B00-930D-30279FC9BF36}" srcId="{B5938829-E21D-47E5-808F-1811CBB1F305}" destId="{978277F8-1765-4786-BC8D-BBD38DEDC088}" srcOrd="0" destOrd="0" parTransId="{02E44658-0807-4760-A10A-C731D07CFCD9}" sibTransId="{F94A8906-B2CF-4688-96B9-A9A56E55CE78}"/>
    <dgm:cxn modelId="{854225C9-58EC-42AD-9C7C-44807504E54D}" srcId="{978277F8-1765-4786-BC8D-BBD38DEDC088}" destId="{349EA095-150A-47EE-BD76-172697BC57A2}" srcOrd="0" destOrd="0" parTransId="{C6CBBDC1-4DA7-473C-890B-E804EDE540A6}" sibTransId="{3FBF0487-5043-48E3-AA0A-B5FD2803931F}"/>
    <dgm:cxn modelId="{CBAD15CD-D507-47F7-B1FE-C487244E69CF}" type="presOf" srcId="{4A11A6EC-6E61-420F-8772-CF718938A68E}" destId="{F8BE73AE-5F46-4AC2-AEAD-0243FFAA66B7}" srcOrd="0" destOrd="1" presId="urn:microsoft.com/office/officeart/2018/5/layout/CenteredIconLabelDescriptionList"/>
    <dgm:cxn modelId="{E10692CE-1220-4BFE-96BF-6AD7886B9E05}" type="presOf" srcId="{978277F8-1765-4786-BC8D-BBD38DEDC088}" destId="{8F62A8E6-458F-4E6A-8FE1-CD52D2D4F55E}" srcOrd="0" destOrd="0" presId="urn:microsoft.com/office/officeart/2018/5/layout/CenteredIconLabelDescriptionList"/>
    <dgm:cxn modelId="{CD8C07D9-B086-4EF8-B1B2-487691DF4BF4}" type="presOf" srcId="{B5938829-E21D-47E5-808F-1811CBB1F305}" destId="{8C338F04-A4FE-4196-9D0C-8F616993F6B4}" srcOrd="0" destOrd="0" presId="urn:microsoft.com/office/officeart/2018/5/layout/CenteredIconLabelDescriptionList"/>
    <dgm:cxn modelId="{F02CD6EA-042D-409B-9B0F-D2D822AAAAD0}" srcId="{978277F8-1765-4786-BC8D-BBD38DEDC088}" destId="{4A11A6EC-6E61-420F-8772-CF718938A68E}" srcOrd="1" destOrd="0" parTransId="{AC628318-60FC-4C51-975C-F5FE097FBB5B}" sibTransId="{F5CAAD73-1F21-43F6-AE7C-8262BC60D368}"/>
    <dgm:cxn modelId="{74564AFC-4DF6-41E0-A5F3-7B92FF65B513}" type="presOf" srcId="{3F1672D4-244E-4AFF-87BA-A72522A1450E}" destId="{347F4574-A3B8-4752-95B4-300B90FB0676}" srcOrd="0" destOrd="0" presId="urn:microsoft.com/office/officeart/2018/5/layout/CenteredIconLabelDescriptionList"/>
    <dgm:cxn modelId="{0EB2FA35-FD9D-42AA-8987-FFD682512200}" type="presParOf" srcId="{8C338F04-A4FE-4196-9D0C-8F616993F6B4}" destId="{467D07DF-DD87-4B3D-8DDA-991A57641DF4}" srcOrd="0" destOrd="0" presId="urn:microsoft.com/office/officeart/2018/5/layout/CenteredIconLabelDescriptionList"/>
    <dgm:cxn modelId="{347655BD-1C2A-4E79-BD17-3ED72AB16804}" type="presParOf" srcId="{467D07DF-DD87-4B3D-8DDA-991A57641DF4}" destId="{20AAC21F-BDD2-4001-8FBB-C1EB5B58A0C9}" srcOrd="0" destOrd="0" presId="urn:microsoft.com/office/officeart/2018/5/layout/CenteredIconLabelDescriptionList"/>
    <dgm:cxn modelId="{0EA90A83-21D7-4CBB-A9DA-743BEB208923}" type="presParOf" srcId="{467D07DF-DD87-4B3D-8DDA-991A57641DF4}" destId="{A26814A6-A687-4673-8AF3-2CF680A6D58E}" srcOrd="1" destOrd="0" presId="urn:microsoft.com/office/officeart/2018/5/layout/CenteredIconLabelDescriptionList"/>
    <dgm:cxn modelId="{E1CA5354-221D-4E0E-9FE8-0046BE96FFE3}" type="presParOf" srcId="{467D07DF-DD87-4B3D-8DDA-991A57641DF4}" destId="{8F62A8E6-458F-4E6A-8FE1-CD52D2D4F55E}" srcOrd="2" destOrd="0" presId="urn:microsoft.com/office/officeart/2018/5/layout/CenteredIconLabelDescriptionList"/>
    <dgm:cxn modelId="{5546106B-AAE4-462B-9832-FF148827BF03}" type="presParOf" srcId="{467D07DF-DD87-4B3D-8DDA-991A57641DF4}" destId="{8D7AEC29-FBEB-43DA-A099-6319D0866E86}" srcOrd="3" destOrd="0" presId="urn:microsoft.com/office/officeart/2018/5/layout/CenteredIconLabelDescriptionList"/>
    <dgm:cxn modelId="{D7884CFB-A15A-48DF-BA10-8AFB4BE6EB10}" type="presParOf" srcId="{467D07DF-DD87-4B3D-8DDA-991A57641DF4}" destId="{F8BE73AE-5F46-4AC2-AEAD-0243FFAA66B7}" srcOrd="4" destOrd="0" presId="urn:microsoft.com/office/officeart/2018/5/layout/CenteredIconLabelDescriptionList"/>
    <dgm:cxn modelId="{B2F36582-3AF4-48FE-A980-D559A8ECE762}" type="presParOf" srcId="{8C338F04-A4FE-4196-9D0C-8F616993F6B4}" destId="{A21F8432-55E4-45FB-8851-1125BF73B879}" srcOrd="1" destOrd="0" presId="urn:microsoft.com/office/officeart/2018/5/layout/CenteredIconLabelDescriptionList"/>
    <dgm:cxn modelId="{EFC382D2-6663-4BE8-85B6-57518B9927D4}" type="presParOf" srcId="{8C338F04-A4FE-4196-9D0C-8F616993F6B4}" destId="{76690D05-9E85-4D55-A69D-1855F1FDAC99}" srcOrd="2" destOrd="0" presId="urn:microsoft.com/office/officeart/2018/5/layout/CenteredIconLabelDescriptionList"/>
    <dgm:cxn modelId="{8688E787-69C6-494C-B369-13879CAE1921}" type="presParOf" srcId="{76690D05-9E85-4D55-A69D-1855F1FDAC99}" destId="{FA6178DE-CA72-4434-ACFF-E69628EA42B1}" srcOrd="0" destOrd="0" presId="urn:microsoft.com/office/officeart/2018/5/layout/CenteredIconLabelDescriptionList"/>
    <dgm:cxn modelId="{F96481DC-B102-4BD4-8360-8DE9F8379997}" type="presParOf" srcId="{76690D05-9E85-4D55-A69D-1855F1FDAC99}" destId="{6BE1E84C-1A17-4196-843E-08BB79518569}" srcOrd="1" destOrd="0" presId="urn:microsoft.com/office/officeart/2018/5/layout/CenteredIconLabelDescriptionList"/>
    <dgm:cxn modelId="{BE38347E-1E42-4715-AF4E-4CCEACF88FE1}" type="presParOf" srcId="{76690D05-9E85-4D55-A69D-1855F1FDAC99}" destId="{347F4574-A3B8-4752-95B4-300B90FB0676}" srcOrd="2" destOrd="0" presId="urn:microsoft.com/office/officeart/2018/5/layout/CenteredIconLabelDescriptionList"/>
    <dgm:cxn modelId="{74299795-8B11-477A-9493-96281BB2A1F1}" type="presParOf" srcId="{76690D05-9E85-4D55-A69D-1855F1FDAC99}" destId="{F2BE32FC-2869-45C2-A5B7-563C0CF4BF9F}" srcOrd="3" destOrd="0" presId="urn:microsoft.com/office/officeart/2018/5/layout/CenteredIconLabelDescriptionList"/>
    <dgm:cxn modelId="{2E93C9E5-6658-4610-B50F-445A9407F1A0}" type="presParOf" srcId="{76690D05-9E85-4D55-A69D-1855F1FDAC99}" destId="{C760A0A3-3B56-4FE3-BAC9-18B52E936192}"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051CEBCD-561E-47CF-991E-2805C8632F0C}"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D5D6094E-81E1-40E4-9C17-E00EE07D0753}">
      <dgm:prSet/>
      <dgm:spPr/>
      <dgm:t>
        <a:bodyPr/>
        <a:lstStyle/>
        <a:p>
          <a:r>
            <a:rPr lang="en-US"/>
            <a:t>Starting with patterns instead of boundaries</a:t>
          </a:r>
        </a:p>
      </dgm:t>
    </dgm:pt>
    <dgm:pt modelId="{49D5FF6A-FEBC-4B1A-BC3A-47CAB389C322}" type="parTrans" cxnId="{AC1FD5C6-480D-47C7-8DA1-60B50547F24F}">
      <dgm:prSet/>
      <dgm:spPr/>
      <dgm:t>
        <a:bodyPr/>
        <a:lstStyle/>
        <a:p>
          <a:endParaRPr lang="en-US"/>
        </a:p>
      </dgm:t>
    </dgm:pt>
    <dgm:pt modelId="{E64ECA24-C29F-4BE7-AB70-09FD286DFAC1}" type="sibTrans" cxnId="{AC1FD5C6-480D-47C7-8DA1-60B50547F24F}">
      <dgm:prSet/>
      <dgm:spPr/>
      <dgm:t>
        <a:bodyPr/>
        <a:lstStyle/>
        <a:p>
          <a:endParaRPr lang="en-US"/>
        </a:p>
      </dgm:t>
    </dgm:pt>
    <dgm:pt modelId="{BA0FD865-A6D9-4294-A2A5-60FBABD87641}">
      <dgm:prSet/>
      <dgm:spPr/>
      <dgm:t>
        <a:bodyPr/>
        <a:lstStyle/>
        <a:p>
          <a:r>
            <a:rPr lang="en-US"/>
            <a:t>One mega-model for everything</a:t>
          </a:r>
        </a:p>
      </dgm:t>
    </dgm:pt>
    <dgm:pt modelId="{BE0BA8C9-AD95-4EB9-AECA-62334F5253CC}" type="parTrans" cxnId="{D2408579-547D-4E9F-8B67-84F0DDC0E446}">
      <dgm:prSet/>
      <dgm:spPr/>
      <dgm:t>
        <a:bodyPr/>
        <a:lstStyle/>
        <a:p>
          <a:endParaRPr lang="en-US"/>
        </a:p>
      </dgm:t>
    </dgm:pt>
    <dgm:pt modelId="{432D7163-1244-4CBA-972A-9F9206332982}" type="sibTrans" cxnId="{D2408579-547D-4E9F-8B67-84F0DDC0E446}">
      <dgm:prSet/>
      <dgm:spPr/>
      <dgm:t>
        <a:bodyPr/>
        <a:lstStyle/>
        <a:p>
          <a:endParaRPr lang="en-US"/>
        </a:p>
      </dgm:t>
    </dgm:pt>
    <dgm:pt modelId="{AF770463-90E0-4425-8962-2A64978F4D10}">
      <dgm:prSet/>
      <dgm:spPr/>
      <dgm:t>
        <a:bodyPr/>
        <a:lstStyle/>
        <a:p>
          <a:r>
            <a:rPr lang="en-US"/>
            <a:t>Anemic domain model (all logic in services/controllers)</a:t>
          </a:r>
        </a:p>
      </dgm:t>
    </dgm:pt>
    <dgm:pt modelId="{57299CAF-0BD6-4866-9E06-B6CC5AE8E877}" type="parTrans" cxnId="{D62CBDEF-472E-4706-8236-566D08180736}">
      <dgm:prSet/>
      <dgm:spPr/>
      <dgm:t>
        <a:bodyPr/>
        <a:lstStyle/>
        <a:p>
          <a:endParaRPr lang="en-US"/>
        </a:p>
      </dgm:t>
    </dgm:pt>
    <dgm:pt modelId="{AC0D81FC-F72D-4A2E-85D7-B54EC4EB2C52}" type="sibTrans" cxnId="{D62CBDEF-472E-4706-8236-566D08180736}">
      <dgm:prSet/>
      <dgm:spPr/>
      <dgm:t>
        <a:bodyPr/>
        <a:lstStyle/>
        <a:p>
          <a:endParaRPr lang="en-US"/>
        </a:p>
      </dgm:t>
    </dgm:pt>
    <dgm:pt modelId="{BD43677D-B106-4097-8987-B825F16AD8B8}">
      <dgm:prSet/>
      <dgm:spPr/>
      <dgm:t>
        <a:bodyPr/>
        <a:lstStyle/>
        <a:p>
          <a:r>
            <a:rPr lang="en-US"/>
            <a:t>Too-big aggregates</a:t>
          </a:r>
        </a:p>
      </dgm:t>
    </dgm:pt>
    <dgm:pt modelId="{682B3A79-D414-46EB-83F8-865ACE17CDAB}" type="parTrans" cxnId="{8C1E1331-017A-49EF-BE6C-28F5F2A7B779}">
      <dgm:prSet/>
      <dgm:spPr/>
      <dgm:t>
        <a:bodyPr/>
        <a:lstStyle/>
        <a:p>
          <a:endParaRPr lang="en-US"/>
        </a:p>
      </dgm:t>
    </dgm:pt>
    <dgm:pt modelId="{6879FE5E-5C6D-4EE2-8D3D-2770A0D5AC27}" type="sibTrans" cxnId="{8C1E1331-017A-49EF-BE6C-28F5F2A7B779}">
      <dgm:prSet/>
      <dgm:spPr/>
      <dgm:t>
        <a:bodyPr/>
        <a:lstStyle/>
        <a:p>
          <a:endParaRPr lang="en-US"/>
        </a:p>
      </dgm:t>
    </dgm:pt>
    <dgm:pt modelId="{9C5468A3-BC3A-4E0A-AFB9-3559382027DB}">
      <dgm:prSet/>
      <dgm:spPr/>
      <dgm:t>
        <a:bodyPr/>
        <a:lstStyle/>
        <a:p>
          <a:r>
            <a:rPr lang="en-US"/>
            <a:t>Overdoing CQRS/Event Sourcing too early</a:t>
          </a:r>
        </a:p>
      </dgm:t>
    </dgm:pt>
    <dgm:pt modelId="{F0ECB837-D868-4D10-B267-5E41C058DE19}" type="parTrans" cxnId="{9016B359-C050-4A27-AF62-90178964D033}">
      <dgm:prSet/>
      <dgm:spPr/>
      <dgm:t>
        <a:bodyPr/>
        <a:lstStyle/>
        <a:p>
          <a:endParaRPr lang="en-US"/>
        </a:p>
      </dgm:t>
    </dgm:pt>
    <dgm:pt modelId="{F3CAF052-D44B-48B7-836B-A94159B35BE9}" type="sibTrans" cxnId="{9016B359-C050-4A27-AF62-90178964D033}">
      <dgm:prSet/>
      <dgm:spPr/>
      <dgm:t>
        <a:bodyPr/>
        <a:lstStyle/>
        <a:p>
          <a:endParaRPr lang="en-US"/>
        </a:p>
      </dgm:t>
    </dgm:pt>
    <dgm:pt modelId="{95245495-9764-B44C-B8CB-D608985BAD14}" type="pres">
      <dgm:prSet presAssocID="{051CEBCD-561E-47CF-991E-2805C8632F0C}" presName="linear" presStyleCnt="0">
        <dgm:presLayoutVars>
          <dgm:animLvl val="lvl"/>
          <dgm:resizeHandles val="exact"/>
        </dgm:presLayoutVars>
      </dgm:prSet>
      <dgm:spPr/>
    </dgm:pt>
    <dgm:pt modelId="{70B14162-291F-BE48-AB09-57738118CBCE}" type="pres">
      <dgm:prSet presAssocID="{D5D6094E-81E1-40E4-9C17-E00EE07D0753}" presName="parentText" presStyleLbl="node1" presStyleIdx="0" presStyleCnt="5">
        <dgm:presLayoutVars>
          <dgm:chMax val="0"/>
          <dgm:bulletEnabled val="1"/>
        </dgm:presLayoutVars>
      </dgm:prSet>
      <dgm:spPr/>
    </dgm:pt>
    <dgm:pt modelId="{CEFBF7E1-1EBC-F34E-B808-28226F695BA3}" type="pres">
      <dgm:prSet presAssocID="{E64ECA24-C29F-4BE7-AB70-09FD286DFAC1}" presName="spacer" presStyleCnt="0"/>
      <dgm:spPr/>
    </dgm:pt>
    <dgm:pt modelId="{74B202D8-59A4-7A44-AF70-9851929A0D88}" type="pres">
      <dgm:prSet presAssocID="{BA0FD865-A6D9-4294-A2A5-60FBABD87641}" presName="parentText" presStyleLbl="node1" presStyleIdx="1" presStyleCnt="5">
        <dgm:presLayoutVars>
          <dgm:chMax val="0"/>
          <dgm:bulletEnabled val="1"/>
        </dgm:presLayoutVars>
      </dgm:prSet>
      <dgm:spPr/>
    </dgm:pt>
    <dgm:pt modelId="{F0921282-1EB5-0740-AE65-0B60BF00CE15}" type="pres">
      <dgm:prSet presAssocID="{432D7163-1244-4CBA-972A-9F9206332982}" presName="spacer" presStyleCnt="0"/>
      <dgm:spPr/>
    </dgm:pt>
    <dgm:pt modelId="{59CF09B8-2C2E-EB42-80BF-4D1FE97075C5}" type="pres">
      <dgm:prSet presAssocID="{AF770463-90E0-4425-8962-2A64978F4D10}" presName="parentText" presStyleLbl="node1" presStyleIdx="2" presStyleCnt="5">
        <dgm:presLayoutVars>
          <dgm:chMax val="0"/>
          <dgm:bulletEnabled val="1"/>
        </dgm:presLayoutVars>
      </dgm:prSet>
      <dgm:spPr/>
    </dgm:pt>
    <dgm:pt modelId="{00514D9F-0DF3-AA48-B58E-8CA6A4875176}" type="pres">
      <dgm:prSet presAssocID="{AC0D81FC-F72D-4A2E-85D7-B54EC4EB2C52}" presName="spacer" presStyleCnt="0"/>
      <dgm:spPr/>
    </dgm:pt>
    <dgm:pt modelId="{1A94E79D-65FA-A84B-8DFC-3BE626004129}" type="pres">
      <dgm:prSet presAssocID="{BD43677D-B106-4097-8987-B825F16AD8B8}" presName="parentText" presStyleLbl="node1" presStyleIdx="3" presStyleCnt="5">
        <dgm:presLayoutVars>
          <dgm:chMax val="0"/>
          <dgm:bulletEnabled val="1"/>
        </dgm:presLayoutVars>
      </dgm:prSet>
      <dgm:spPr/>
    </dgm:pt>
    <dgm:pt modelId="{CDCDBB77-640A-CD49-8C3B-C6AA74A3554E}" type="pres">
      <dgm:prSet presAssocID="{6879FE5E-5C6D-4EE2-8D3D-2770A0D5AC27}" presName="spacer" presStyleCnt="0"/>
      <dgm:spPr/>
    </dgm:pt>
    <dgm:pt modelId="{2A37B41A-D05B-5043-823C-82E2CF5C0479}" type="pres">
      <dgm:prSet presAssocID="{9C5468A3-BC3A-4E0A-AFB9-3559382027DB}" presName="parentText" presStyleLbl="node1" presStyleIdx="4" presStyleCnt="5">
        <dgm:presLayoutVars>
          <dgm:chMax val="0"/>
          <dgm:bulletEnabled val="1"/>
        </dgm:presLayoutVars>
      </dgm:prSet>
      <dgm:spPr/>
    </dgm:pt>
  </dgm:ptLst>
  <dgm:cxnLst>
    <dgm:cxn modelId="{0F88A110-B977-3848-AA25-FA24B0B78BEB}" type="presOf" srcId="{BD43677D-B106-4097-8987-B825F16AD8B8}" destId="{1A94E79D-65FA-A84B-8DFC-3BE626004129}" srcOrd="0" destOrd="0" presId="urn:microsoft.com/office/officeart/2005/8/layout/vList2"/>
    <dgm:cxn modelId="{B54FF92B-6D19-8440-A30B-48FBF60A4E54}" type="presOf" srcId="{AF770463-90E0-4425-8962-2A64978F4D10}" destId="{59CF09B8-2C2E-EB42-80BF-4D1FE97075C5}" srcOrd="0" destOrd="0" presId="urn:microsoft.com/office/officeart/2005/8/layout/vList2"/>
    <dgm:cxn modelId="{8C1E1331-017A-49EF-BE6C-28F5F2A7B779}" srcId="{051CEBCD-561E-47CF-991E-2805C8632F0C}" destId="{BD43677D-B106-4097-8987-B825F16AD8B8}" srcOrd="3" destOrd="0" parTransId="{682B3A79-D414-46EB-83F8-865ACE17CDAB}" sibTransId="{6879FE5E-5C6D-4EE2-8D3D-2770A0D5AC27}"/>
    <dgm:cxn modelId="{8B30E23C-645E-B64A-A1ED-15B0D74951E6}" type="presOf" srcId="{9C5468A3-BC3A-4E0A-AFB9-3559382027DB}" destId="{2A37B41A-D05B-5043-823C-82E2CF5C0479}" srcOrd="0" destOrd="0" presId="urn:microsoft.com/office/officeart/2005/8/layout/vList2"/>
    <dgm:cxn modelId="{7EA3964D-8AA2-1744-A62D-B23B064BABDD}" type="presOf" srcId="{051CEBCD-561E-47CF-991E-2805C8632F0C}" destId="{95245495-9764-B44C-B8CB-D608985BAD14}" srcOrd="0" destOrd="0" presId="urn:microsoft.com/office/officeart/2005/8/layout/vList2"/>
    <dgm:cxn modelId="{9016B359-C050-4A27-AF62-90178964D033}" srcId="{051CEBCD-561E-47CF-991E-2805C8632F0C}" destId="{9C5468A3-BC3A-4E0A-AFB9-3559382027DB}" srcOrd="4" destOrd="0" parTransId="{F0ECB837-D868-4D10-B267-5E41C058DE19}" sibTransId="{F3CAF052-D44B-48B7-836B-A94159B35BE9}"/>
    <dgm:cxn modelId="{D2408579-547D-4E9F-8B67-84F0DDC0E446}" srcId="{051CEBCD-561E-47CF-991E-2805C8632F0C}" destId="{BA0FD865-A6D9-4294-A2A5-60FBABD87641}" srcOrd="1" destOrd="0" parTransId="{BE0BA8C9-AD95-4EB9-AECA-62334F5253CC}" sibTransId="{432D7163-1244-4CBA-972A-9F9206332982}"/>
    <dgm:cxn modelId="{6DD8BA94-7160-C344-91BB-9B26AADBE73A}" type="presOf" srcId="{D5D6094E-81E1-40E4-9C17-E00EE07D0753}" destId="{70B14162-291F-BE48-AB09-57738118CBCE}" srcOrd="0" destOrd="0" presId="urn:microsoft.com/office/officeart/2005/8/layout/vList2"/>
    <dgm:cxn modelId="{E439A6A6-2017-7441-B5E9-B67F65EEF0EF}" type="presOf" srcId="{BA0FD865-A6D9-4294-A2A5-60FBABD87641}" destId="{74B202D8-59A4-7A44-AF70-9851929A0D88}" srcOrd="0" destOrd="0" presId="urn:microsoft.com/office/officeart/2005/8/layout/vList2"/>
    <dgm:cxn modelId="{AC1FD5C6-480D-47C7-8DA1-60B50547F24F}" srcId="{051CEBCD-561E-47CF-991E-2805C8632F0C}" destId="{D5D6094E-81E1-40E4-9C17-E00EE07D0753}" srcOrd="0" destOrd="0" parTransId="{49D5FF6A-FEBC-4B1A-BC3A-47CAB389C322}" sibTransId="{E64ECA24-C29F-4BE7-AB70-09FD286DFAC1}"/>
    <dgm:cxn modelId="{D62CBDEF-472E-4706-8236-566D08180736}" srcId="{051CEBCD-561E-47CF-991E-2805C8632F0C}" destId="{AF770463-90E0-4425-8962-2A64978F4D10}" srcOrd="2" destOrd="0" parTransId="{57299CAF-0BD6-4866-9E06-B6CC5AE8E877}" sibTransId="{AC0D81FC-F72D-4A2E-85D7-B54EC4EB2C52}"/>
    <dgm:cxn modelId="{4F2A86BE-00FF-FD48-8E8A-0D2CDA9B093F}" type="presParOf" srcId="{95245495-9764-B44C-B8CB-D608985BAD14}" destId="{70B14162-291F-BE48-AB09-57738118CBCE}" srcOrd="0" destOrd="0" presId="urn:microsoft.com/office/officeart/2005/8/layout/vList2"/>
    <dgm:cxn modelId="{EA8A4696-1EFF-164D-838F-9AB7545EDC53}" type="presParOf" srcId="{95245495-9764-B44C-B8CB-D608985BAD14}" destId="{CEFBF7E1-1EBC-F34E-B808-28226F695BA3}" srcOrd="1" destOrd="0" presId="urn:microsoft.com/office/officeart/2005/8/layout/vList2"/>
    <dgm:cxn modelId="{43869F04-BCAC-9844-8F4F-2BB70B8E089A}" type="presParOf" srcId="{95245495-9764-B44C-B8CB-D608985BAD14}" destId="{74B202D8-59A4-7A44-AF70-9851929A0D88}" srcOrd="2" destOrd="0" presId="urn:microsoft.com/office/officeart/2005/8/layout/vList2"/>
    <dgm:cxn modelId="{26396FC0-52A0-CB41-98BE-A968F914C9CE}" type="presParOf" srcId="{95245495-9764-B44C-B8CB-D608985BAD14}" destId="{F0921282-1EB5-0740-AE65-0B60BF00CE15}" srcOrd="3" destOrd="0" presId="urn:microsoft.com/office/officeart/2005/8/layout/vList2"/>
    <dgm:cxn modelId="{EBE84CE3-0C69-A840-A9DB-C324DAABC928}" type="presParOf" srcId="{95245495-9764-B44C-B8CB-D608985BAD14}" destId="{59CF09B8-2C2E-EB42-80BF-4D1FE97075C5}" srcOrd="4" destOrd="0" presId="urn:microsoft.com/office/officeart/2005/8/layout/vList2"/>
    <dgm:cxn modelId="{440508E7-3C7C-D24E-8E41-A678B6D56F70}" type="presParOf" srcId="{95245495-9764-B44C-B8CB-D608985BAD14}" destId="{00514D9F-0DF3-AA48-B58E-8CA6A4875176}" srcOrd="5" destOrd="0" presId="urn:microsoft.com/office/officeart/2005/8/layout/vList2"/>
    <dgm:cxn modelId="{9521F50F-808D-E948-BC95-20D99A0F7A59}" type="presParOf" srcId="{95245495-9764-B44C-B8CB-D608985BAD14}" destId="{1A94E79D-65FA-A84B-8DFC-3BE626004129}" srcOrd="6" destOrd="0" presId="urn:microsoft.com/office/officeart/2005/8/layout/vList2"/>
    <dgm:cxn modelId="{47A5777D-BE3C-D24D-8E4F-7734AA104386}" type="presParOf" srcId="{95245495-9764-B44C-B8CB-D608985BAD14}" destId="{CDCDBB77-640A-CD49-8C3B-C6AA74A3554E}" srcOrd="7" destOrd="0" presId="urn:microsoft.com/office/officeart/2005/8/layout/vList2"/>
    <dgm:cxn modelId="{61CDFA1D-F6EE-E14C-8DFB-213D6EEC6A40}" type="presParOf" srcId="{95245495-9764-B44C-B8CB-D608985BAD14}" destId="{2A37B41A-D05B-5043-823C-82E2CF5C0479}" srcOrd="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4D3E43A3-D5BE-40AC-A21A-B6C2E9E3299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7809003-18A1-434F-B96A-2B0CDBC734EC}">
      <dgm:prSet/>
      <dgm:spPr/>
      <dgm:t>
        <a:bodyPr/>
        <a:lstStyle/>
        <a:p>
          <a:r>
            <a:rPr lang="en-US"/>
            <a:t>Regular domain conversations</a:t>
          </a:r>
        </a:p>
      </dgm:t>
    </dgm:pt>
    <dgm:pt modelId="{BEC122EE-CCF9-459D-A0DA-EC7C03519793}" type="parTrans" cxnId="{618A9846-D348-4645-93DE-7072D5AF16ED}">
      <dgm:prSet/>
      <dgm:spPr/>
      <dgm:t>
        <a:bodyPr/>
        <a:lstStyle/>
        <a:p>
          <a:endParaRPr lang="en-US"/>
        </a:p>
      </dgm:t>
    </dgm:pt>
    <dgm:pt modelId="{DE92AD0E-EC27-449C-81B1-0DB6E7C97581}" type="sibTrans" cxnId="{618A9846-D348-4645-93DE-7072D5AF16ED}">
      <dgm:prSet/>
      <dgm:spPr/>
      <dgm:t>
        <a:bodyPr/>
        <a:lstStyle/>
        <a:p>
          <a:endParaRPr lang="en-US"/>
        </a:p>
      </dgm:t>
    </dgm:pt>
    <dgm:pt modelId="{DDC014E0-6BFA-4C47-B6BF-8FDE7A1BE18D}">
      <dgm:prSet/>
      <dgm:spPr/>
      <dgm:t>
        <a:bodyPr/>
        <a:lstStyle/>
        <a:p>
          <a:r>
            <a:rPr lang="en-US"/>
            <a:t>Refactor names to match language</a:t>
          </a:r>
        </a:p>
      </dgm:t>
    </dgm:pt>
    <dgm:pt modelId="{1E3E8877-CCD4-4ADD-8DF4-631489198C53}" type="parTrans" cxnId="{ADADDEA3-F358-40B1-B7E7-C80EF5128FDD}">
      <dgm:prSet/>
      <dgm:spPr/>
      <dgm:t>
        <a:bodyPr/>
        <a:lstStyle/>
        <a:p>
          <a:endParaRPr lang="en-US"/>
        </a:p>
      </dgm:t>
    </dgm:pt>
    <dgm:pt modelId="{F5A4053D-97F7-43D7-911C-E9DC6C6BF568}" type="sibTrans" cxnId="{ADADDEA3-F358-40B1-B7E7-C80EF5128FDD}">
      <dgm:prSet/>
      <dgm:spPr/>
      <dgm:t>
        <a:bodyPr/>
        <a:lstStyle/>
        <a:p>
          <a:endParaRPr lang="en-US"/>
        </a:p>
      </dgm:t>
    </dgm:pt>
    <dgm:pt modelId="{6A4931D9-FB7C-4242-BA5B-7BDDA9601DAD}">
      <dgm:prSet/>
      <dgm:spPr/>
      <dgm:t>
        <a:bodyPr/>
        <a:lstStyle/>
        <a:p>
          <a:r>
            <a:rPr lang="en-US"/>
            <a:t>Keep boundaries explicit</a:t>
          </a:r>
        </a:p>
      </dgm:t>
    </dgm:pt>
    <dgm:pt modelId="{721D8D7D-D55E-430B-8ACE-5177CB3C2B1D}" type="parTrans" cxnId="{35F3DE7A-44A6-48EA-AB8B-282EAA66F3E7}">
      <dgm:prSet/>
      <dgm:spPr/>
      <dgm:t>
        <a:bodyPr/>
        <a:lstStyle/>
        <a:p>
          <a:endParaRPr lang="en-US"/>
        </a:p>
      </dgm:t>
    </dgm:pt>
    <dgm:pt modelId="{82E712BC-AAE0-417E-8E00-9DF37960CD04}" type="sibTrans" cxnId="{35F3DE7A-44A6-48EA-AB8B-282EAA66F3E7}">
      <dgm:prSet/>
      <dgm:spPr/>
      <dgm:t>
        <a:bodyPr/>
        <a:lstStyle/>
        <a:p>
          <a:endParaRPr lang="en-US"/>
        </a:p>
      </dgm:t>
    </dgm:pt>
    <dgm:pt modelId="{CB1852D6-B0A2-4BB4-9EB5-57A4B6E3C853}">
      <dgm:prSet/>
      <dgm:spPr/>
      <dgm:t>
        <a:bodyPr/>
        <a:lstStyle/>
        <a:p>
          <a:r>
            <a:rPr lang="en-US"/>
            <a:t>Document context maps and contracts</a:t>
          </a:r>
        </a:p>
      </dgm:t>
    </dgm:pt>
    <dgm:pt modelId="{82863CB6-6F81-4837-B7A5-8D9E4704DC06}" type="parTrans" cxnId="{3575E166-1A93-4909-BFEF-04BDDB4C54A7}">
      <dgm:prSet/>
      <dgm:spPr/>
      <dgm:t>
        <a:bodyPr/>
        <a:lstStyle/>
        <a:p>
          <a:endParaRPr lang="en-US"/>
        </a:p>
      </dgm:t>
    </dgm:pt>
    <dgm:pt modelId="{BDC1BC4B-639D-4A2B-A4EB-DD79273A2C31}" type="sibTrans" cxnId="{3575E166-1A93-4909-BFEF-04BDDB4C54A7}">
      <dgm:prSet/>
      <dgm:spPr/>
      <dgm:t>
        <a:bodyPr/>
        <a:lstStyle/>
        <a:p>
          <a:endParaRPr lang="en-US"/>
        </a:p>
      </dgm:t>
    </dgm:pt>
    <dgm:pt modelId="{A50EF134-6FE7-4030-9973-80C61B143866}">
      <dgm:prSet/>
      <dgm:spPr/>
      <dgm:t>
        <a:bodyPr/>
        <a:lstStyle/>
        <a:p>
          <a:r>
            <a:rPr lang="en-US"/>
            <a:t>Use examples as living documentation (tests)</a:t>
          </a:r>
        </a:p>
      </dgm:t>
    </dgm:pt>
    <dgm:pt modelId="{9AB90DFC-3AA4-4FC0-8D8A-C5993C31BB09}" type="parTrans" cxnId="{8C651F1B-DDA2-4704-80B6-6AA2EC537B91}">
      <dgm:prSet/>
      <dgm:spPr/>
      <dgm:t>
        <a:bodyPr/>
        <a:lstStyle/>
        <a:p>
          <a:endParaRPr lang="en-US"/>
        </a:p>
      </dgm:t>
    </dgm:pt>
    <dgm:pt modelId="{25FED5B1-3214-404D-8BF7-3887E26F4804}" type="sibTrans" cxnId="{8C651F1B-DDA2-4704-80B6-6AA2EC537B91}">
      <dgm:prSet/>
      <dgm:spPr/>
      <dgm:t>
        <a:bodyPr/>
        <a:lstStyle/>
        <a:p>
          <a:endParaRPr lang="en-US"/>
        </a:p>
      </dgm:t>
    </dgm:pt>
    <dgm:pt modelId="{26C34908-E36C-4836-A8C9-7E9AD2DAEB44}" type="pres">
      <dgm:prSet presAssocID="{4D3E43A3-D5BE-40AC-A21A-B6C2E9E32992}" presName="root" presStyleCnt="0">
        <dgm:presLayoutVars>
          <dgm:dir/>
          <dgm:resizeHandles val="exact"/>
        </dgm:presLayoutVars>
      </dgm:prSet>
      <dgm:spPr/>
    </dgm:pt>
    <dgm:pt modelId="{353A7EC3-A040-41D0-B672-B691D3C9D22C}" type="pres">
      <dgm:prSet presAssocID="{87809003-18A1-434F-B96A-2B0CDBC734EC}" presName="compNode" presStyleCnt="0"/>
      <dgm:spPr/>
    </dgm:pt>
    <dgm:pt modelId="{E3D5A3E3-42FC-428A-9D22-A0890B04CD2D}" type="pres">
      <dgm:prSet presAssocID="{87809003-18A1-434F-B96A-2B0CDBC734EC}" presName="bgRect" presStyleLbl="bgShp" presStyleIdx="0" presStyleCnt="5"/>
      <dgm:spPr/>
    </dgm:pt>
    <dgm:pt modelId="{C9967744-9ABC-4B17-8796-7C735C4C3482}" type="pres">
      <dgm:prSet presAssocID="{87809003-18A1-434F-B96A-2B0CDBC734E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15532644-D24F-49EE-BD3C-5D4AF5189091}" type="pres">
      <dgm:prSet presAssocID="{87809003-18A1-434F-B96A-2B0CDBC734EC}" presName="spaceRect" presStyleCnt="0"/>
      <dgm:spPr/>
    </dgm:pt>
    <dgm:pt modelId="{F95023C6-77E1-4A48-AFE5-A1CB3648A968}" type="pres">
      <dgm:prSet presAssocID="{87809003-18A1-434F-B96A-2B0CDBC734EC}" presName="parTx" presStyleLbl="revTx" presStyleIdx="0" presStyleCnt="5">
        <dgm:presLayoutVars>
          <dgm:chMax val="0"/>
          <dgm:chPref val="0"/>
        </dgm:presLayoutVars>
      </dgm:prSet>
      <dgm:spPr/>
    </dgm:pt>
    <dgm:pt modelId="{82A3343F-8D44-4AC1-A707-653194E4A1A1}" type="pres">
      <dgm:prSet presAssocID="{DE92AD0E-EC27-449C-81B1-0DB6E7C97581}" presName="sibTrans" presStyleCnt="0"/>
      <dgm:spPr/>
    </dgm:pt>
    <dgm:pt modelId="{A8E20996-F3CA-4EB0-82C7-3C38AD3B1670}" type="pres">
      <dgm:prSet presAssocID="{DDC014E0-6BFA-4C47-B6BF-8FDE7A1BE18D}" presName="compNode" presStyleCnt="0"/>
      <dgm:spPr/>
    </dgm:pt>
    <dgm:pt modelId="{45B180FA-F341-47A7-81E9-8B0FBB40EBFB}" type="pres">
      <dgm:prSet presAssocID="{DDC014E0-6BFA-4C47-B6BF-8FDE7A1BE18D}" presName="bgRect" presStyleLbl="bgShp" presStyleIdx="1" presStyleCnt="5"/>
      <dgm:spPr/>
    </dgm:pt>
    <dgm:pt modelId="{470238CA-ED81-46B2-9BF9-6FEC2357E65C}" type="pres">
      <dgm:prSet presAssocID="{DDC014E0-6BFA-4C47-B6BF-8FDE7A1BE18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3EABF739-DA84-465D-8590-6F908AAE0B8F}" type="pres">
      <dgm:prSet presAssocID="{DDC014E0-6BFA-4C47-B6BF-8FDE7A1BE18D}" presName="spaceRect" presStyleCnt="0"/>
      <dgm:spPr/>
    </dgm:pt>
    <dgm:pt modelId="{4D95FA00-19C7-4001-B58A-7E80E34410C7}" type="pres">
      <dgm:prSet presAssocID="{DDC014E0-6BFA-4C47-B6BF-8FDE7A1BE18D}" presName="parTx" presStyleLbl="revTx" presStyleIdx="1" presStyleCnt="5">
        <dgm:presLayoutVars>
          <dgm:chMax val="0"/>
          <dgm:chPref val="0"/>
        </dgm:presLayoutVars>
      </dgm:prSet>
      <dgm:spPr/>
    </dgm:pt>
    <dgm:pt modelId="{6E30C96A-C64B-48E6-B03B-A491AFFF1028}" type="pres">
      <dgm:prSet presAssocID="{F5A4053D-97F7-43D7-911C-E9DC6C6BF568}" presName="sibTrans" presStyleCnt="0"/>
      <dgm:spPr/>
    </dgm:pt>
    <dgm:pt modelId="{8B53410F-1BB7-4530-A11E-DF312C7D4E72}" type="pres">
      <dgm:prSet presAssocID="{6A4931D9-FB7C-4242-BA5B-7BDDA9601DAD}" presName="compNode" presStyleCnt="0"/>
      <dgm:spPr/>
    </dgm:pt>
    <dgm:pt modelId="{BD4E9550-9F67-4B4F-9E07-F4A9F0D37943}" type="pres">
      <dgm:prSet presAssocID="{6A4931D9-FB7C-4242-BA5B-7BDDA9601DAD}" presName="bgRect" presStyleLbl="bgShp" presStyleIdx="2" presStyleCnt="5"/>
      <dgm:spPr/>
    </dgm:pt>
    <dgm:pt modelId="{E9EABD34-63D7-483E-8E00-B08932F9B5D8}" type="pres">
      <dgm:prSet presAssocID="{6A4931D9-FB7C-4242-BA5B-7BDDA9601DA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o sign"/>
        </a:ext>
      </dgm:extLst>
    </dgm:pt>
    <dgm:pt modelId="{4AD94D10-805D-45CD-98B4-2702AEFD1657}" type="pres">
      <dgm:prSet presAssocID="{6A4931D9-FB7C-4242-BA5B-7BDDA9601DAD}" presName="spaceRect" presStyleCnt="0"/>
      <dgm:spPr/>
    </dgm:pt>
    <dgm:pt modelId="{017A15FA-0FFD-4F60-85FA-6E603AAEBF55}" type="pres">
      <dgm:prSet presAssocID="{6A4931D9-FB7C-4242-BA5B-7BDDA9601DAD}" presName="parTx" presStyleLbl="revTx" presStyleIdx="2" presStyleCnt="5">
        <dgm:presLayoutVars>
          <dgm:chMax val="0"/>
          <dgm:chPref val="0"/>
        </dgm:presLayoutVars>
      </dgm:prSet>
      <dgm:spPr/>
    </dgm:pt>
    <dgm:pt modelId="{4680095C-7D08-43FA-B723-5951015586A5}" type="pres">
      <dgm:prSet presAssocID="{82E712BC-AAE0-417E-8E00-9DF37960CD04}" presName="sibTrans" presStyleCnt="0"/>
      <dgm:spPr/>
    </dgm:pt>
    <dgm:pt modelId="{56ABE608-A3DB-403E-A98F-DFE28B1F304D}" type="pres">
      <dgm:prSet presAssocID="{CB1852D6-B0A2-4BB4-9EB5-57A4B6E3C853}" presName="compNode" presStyleCnt="0"/>
      <dgm:spPr/>
    </dgm:pt>
    <dgm:pt modelId="{6AFB0224-FB4F-40F3-9609-D2718B1A9146}" type="pres">
      <dgm:prSet presAssocID="{CB1852D6-B0A2-4BB4-9EB5-57A4B6E3C853}" presName="bgRect" presStyleLbl="bgShp" presStyleIdx="3" presStyleCnt="5"/>
      <dgm:spPr/>
    </dgm:pt>
    <dgm:pt modelId="{E8C764DA-5632-4ABC-BA78-EA4DA1A47AA0}" type="pres">
      <dgm:prSet presAssocID="{CB1852D6-B0A2-4BB4-9EB5-57A4B6E3C85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CE650977-6599-41E3-BADB-F4EB27BBCE9C}" type="pres">
      <dgm:prSet presAssocID="{CB1852D6-B0A2-4BB4-9EB5-57A4B6E3C853}" presName="spaceRect" presStyleCnt="0"/>
      <dgm:spPr/>
    </dgm:pt>
    <dgm:pt modelId="{F9013FDE-0D89-4F9A-8023-144B7832E6AF}" type="pres">
      <dgm:prSet presAssocID="{CB1852D6-B0A2-4BB4-9EB5-57A4B6E3C853}" presName="parTx" presStyleLbl="revTx" presStyleIdx="3" presStyleCnt="5">
        <dgm:presLayoutVars>
          <dgm:chMax val="0"/>
          <dgm:chPref val="0"/>
        </dgm:presLayoutVars>
      </dgm:prSet>
      <dgm:spPr/>
    </dgm:pt>
    <dgm:pt modelId="{1A8A0108-C05F-42BC-8FE9-F515DA0843CD}" type="pres">
      <dgm:prSet presAssocID="{BDC1BC4B-639D-4A2B-A4EB-DD79273A2C31}" presName="sibTrans" presStyleCnt="0"/>
      <dgm:spPr/>
    </dgm:pt>
    <dgm:pt modelId="{8748F6C8-B796-4F79-B84D-EA434DA820F1}" type="pres">
      <dgm:prSet presAssocID="{A50EF134-6FE7-4030-9973-80C61B143866}" presName="compNode" presStyleCnt="0"/>
      <dgm:spPr/>
    </dgm:pt>
    <dgm:pt modelId="{C07BA3A5-885F-4E19-B5A8-094BC3B43881}" type="pres">
      <dgm:prSet presAssocID="{A50EF134-6FE7-4030-9973-80C61B143866}" presName="bgRect" presStyleLbl="bgShp" presStyleIdx="4" presStyleCnt="5"/>
      <dgm:spPr/>
    </dgm:pt>
    <dgm:pt modelId="{20425928-173D-4306-A732-39E3B847C1A8}" type="pres">
      <dgm:prSet presAssocID="{A50EF134-6FE7-4030-9973-80C61B14386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esentation with Checklist"/>
        </a:ext>
      </dgm:extLst>
    </dgm:pt>
    <dgm:pt modelId="{9785A58D-CEFB-4036-A507-3E2178AB4C2E}" type="pres">
      <dgm:prSet presAssocID="{A50EF134-6FE7-4030-9973-80C61B143866}" presName="spaceRect" presStyleCnt="0"/>
      <dgm:spPr/>
    </dgm:pt>
    <dgm:pt modelId="{1EEFB630-C5D7-4AD9-9361-E6F5852514E8}" type="pres">
      <dgm:prSet presAssocID="{A50EF134-6FE7-4030-9973-80C61B143866}" presName="parTx" presStyleLbl="revTx" presStyleIdx="4" presStyleCnt="5">
        <dgm:presLayoutVars>
          <dgm:chMax val="0"/>
          <dgm:chPref val="0"/>
        </dgm:presLayoutVars>
      </dgm:prSet>
      <dgm:spPr/>
    </dgm:pt>
  </dgm:ptLst>
  <dgm:cxnLst>
    <dgm:cxn modelId="{4C439106-27DA-422A-8C3A-5E03C11BAD13}" type="presOf" srcId="{CB1852D6-B0A2-4BB4-9EB5-57A4B6E3C853}" destId="{F9013FDE-0D89-4F9A-8023-144B7832E6AF}" srcOrd="0" destOrd="0" presId="urn:microsoft.com/office/officeart/2018/2/layout/IconVerticalSolidList"/>
    <dgm:cxn modelId="{6057C412-F18E-4893-93E4-C1FB0376171B}" type="presOf" srcId="{DDC014E0-6BFA-4C47-B6BF-8FDE7A1BE18D}" destId="{4D95FA00-19C7-4001-B58A-7E80E34410C7}" srcOrd="0" destOrd="0" presId="urn:microsoft.com/office/officeart/2018/2/layout/IconVerticalSolidList"/>
    <dgm:cxn modelId="{8C651F1B-DDA2-4704-80B6-6AA2EC537B91}" srcId="{4D3E43A3-D5BE-40AC-A21A-B6C2E9E32992}" destId="{A50EF134-6FE7-4030-9973-80C61B143866}" srcOrd="4" destOrd="0" parTransId="{9AB90DFC-3AA4-4FC0-8D8A-C5993C31BB09}" sibTransId="{25FED5B1-3214-404D-8BF7-3887E26F4804}"/>
    <dgm:cxn modelId="{69D8071C-20B2-4D65-A972-076B9FE07B1A}" type="presOf" srcId="{87809003-18A1-434F-B96A-2B0CDBC734EC}" destId="{F95023C6-77E1-4A48-AFE5-A1CB3648A968}" srcOrd="0" destOrd="0" presId="urn:microsoft.com/office/officeart/2018/2/layout/IconVerticalSolidList"/>
    <dgm:cxn modelId="{618A9846-D348-4645-93DE-7072D5AF16ED}" srcId="{4D3E43A3-D5BE-40AC-A21A-B6C2E9E32992}" destId="{87809003-18A1-434F-B96A-2B0CDBC734EC}" srcOrd="0" destOrd="0" parTransId="{BEC122EE-CCF9-459D-A0DA-EC7C03519793}" sibTransId="{DE92AD0E-EC27-449C-81B1-0DB6E7C97581}"/>
    <dgm:cxn modelId="{3575E166-1A93-4909-BFEF-04BDDB4C54A7}" srcId="{4D3E43A3-D5BE-40AC-A21A-B6C2E9E32992}" destId="{CB1852D6-B0A2-4BB4-9EB5-57A4B6E3C853}" srcOrd="3" destOrd="0" parTransId="{82863CB6-6F81-4837-B7A5-8D9E4704DC06}" sibTransId="{BDC1BC4B-639D-4A2B-A4EB-DD79273A2C31}"/>
    <dgm:cxn modelId="{5737B56C-5195-4ECA-AD5D-D2B727836EE3}" type="presOf" srcId="{A50EF134-6FE7-4030-9973-80C61B143866}" destId="{1EEFB630-C5D7-4AD9-9361-E6F5852514E8}" srcOrd="0" destOrd="0" presId="urn:microsoft.com/office/officeart/2018/2/layout/IconVerticalSolidList"/>
    <dgm:cxn modelId="{ED4BAF7A-7611-481B-8103-130E6C6DCC8A}" type="presOf" srcId="{4D3E43A3-D5BE-40AC-A21A-B6C2E9E32992}" destId="{26C34908-E36C-4836-A8C9-7E9AD2DAEB44}" srcOrd="0" destOrd="0" presId="urn:microsoft.com/office/officeart/2018/2/layout/IconVerticalSolidList"/>
    <dgm:cxn modelId="{35F3DE7A-44A6-48EA-AB8B-282EAA66F3E7}" srcId="{4D3E43A3-D5BE-40AC-A21A-B6C2E9E32992}" destId="{6A4931D9-FB7C-4242-BA5B-7BDDA9601DAD}" srcOrd="2" destOrd="0" parTransId="{721D8D7D-D55E-430B-8ACE-5177CB3C2B1D}" sibTransId="{82E712BC-AAE0-417E-8E00-9DF37960CD04}"/>
    <dgm:cxn modelId="{ADADDEA3-F358-40B1-B7E7-C80EF5128FDD}" srcId="{4D3E43A3-D5BE-40AC-A21A-B6C2E9E32992}" destId="{DDC014E0-6BFA-4C47-B6BF-8FDE7A1BE18D}" srcOrd="1" destOrd="0" parTransId="{1E3E8877-CCD4-4ADD-8DF4-631489198C53}" sibTransId="{F5A4053D-97F7-43D7-911C-E9DC6C6BF568}"/>
    <dgm:cxn modelId="{3402D4F4-4311-4962-9694-393F8C793674}" type="presOf" srcId="{6A4931D9-FB7C-4242-BA5B-7BDDA9601DAD}" destId="{017A15FA-0FFD-4F60-85FA-6E603AAEBF55}" srcOrd="0" destOrd="0" presId="urn:microsoft.com/office/officeart/2018/2/layout/IconVerticalSolidList"/>
    <dgm:cxn modelId="{00AF481F-692C-495F-9794-56C7F9D695E6}" type="presParOf" srcId="{26C34908-E36C-4836-A8C9-7E9AD2DAEB44}" destId="{353A7EC3-A040-41D0-B672-B691D3C9D22C}" srcOrd="0" destOrd="0" presId="urn:microsoft.com/office/officeart/2018/2/layout/IconVerticalSolidList"/>
    <dgm:cxn modelId="{95C74D81-D638-4A8E-9361-4526F905E0BD}" type="presParOf" srcId="{353A7EC3-A040-41D0-B672-B691D3C9D22C}" destId="{E3D5A3E3-42FC-428A-9D22-A0890B04CD2D}" srcOrd="0" destOrd="0" presId="urn:microsoft.com/office/officeart/2018/2/layout/IconVerticalSolidList"/>
    <dgm:cxn modelId="{A960FC6F-1BE6-400B-BEA6-BA90322EED0D}" type="presParOf" srcId="{353A7EC3-A040-41D0-B672-B691D3C9D22C}" destId="{C9967744-9ABC-4B17-8796-7C735C4C3482}" srcOrd="1" destOrd="0" presId="urn:microsoft.com/office/officeart/2018/2/layout/IconVerticalSolidList"/>
    <dgm:cxn modelId="{13A8723E-F55F-4BD4-8BAB-ADA93C2240A1}" type="presParOf" srcId="{353A7EC3-A040-41D0-B672-B691D3C9D22C}" destId="{15532644-D24F-49EE-BD3C-5D4AF5189091}" srcOrd="2" destOrd="0" presId="urn:microsoft.com/office/officeart/2018/2/layout/IconVerticalSolidList"/>
    <dgm:cxn modelId="{D2EE7B3C-25FB-4D2E-A1D8-E92CF1601DA5}" type="presParOf" srcId="{353A7EC3-A040-41D0-B672-B691D3C9D22C}" destId="{F95023C6-77E1-4A48-AFE5-A1CB3648A968}" srcOrd="3" destOrd="0" presId="urn:microsoft.com/office/officeart/2018/2/layout/IconVerticalSolidList"/>
    <dgm:cxn modelId="{A5D4EE64-97A4-427D-920D-0861448B3374}" type="presParOf" srcId="{26C34908-E36C-4836-A8C9-7E9AD2DAEB44}" destId="{82A3343F-8D44-4AC1-A707-653194E4A1A1}" srcOrd="1" destOrd="0" presId="urn:microsoft.com/office/officeart/2018/2/layout/IconVerticalSolidList"/>
    <dgm:cxn modelId="{D4B0FC73-E7C3-4AB6-91E8-CC8CF983A432}" type="presParOf" srcId="{26C34908-E36C-4836-A8C9-7E9AD2DAEB44}" destId="{A8E20996-F3CA-4EB0-82C7-3C38AD3B1670}" srcOrd="2" destOrd="0" presId="urn:microsoft.com/office/officeart/2018/2/layout/IconVerticalSolidList"/>
    <dgm:cxn modelId="{00A8BC2C-D749-4411-8653-3BEE1DEE2238}" type="presParOf" srcId="{A8E20996-F3CA-4EB0-82C7-3C38AD3B1670}" destId="{45B180FA-F341-47A7-81E9-8B0FBB40EBFB}" srcOrd="0" destOrd="0" presId="urn:microsoft.com/office/officeart/2018/2/layout/IconVerticalSolidList"/>
    <dgm:cxn modelId="{C4437A98-A880-4FD3-8C2E-ABC13E6E85CD}" type="presParOf" srcId="{A8E20996-F3CA-4EB0-82C7-3C38AD3B1670}" destId="{470238CA-ED81-46B2-9BF9-6FEC2357E65C}" srcOrd="1" destOrd="0" presId="urn:microsoft.com/office/officeart/2018/2/layout/IconVerticalSolidList"/>
    <dgm:cxn modelId="{E24EF958-7AEA-4D79-80E1-3FE3C93244D8}" type="presParOf" srcId="{A8E20996-F3CA-4EB0-82C7-3C38AD3B1670}" destId="{3EABF739-DA84-465D-8590-6F908AAE0B8F}" srcOrd="2" destOrd="0" presId="urn:microsoft.com/office/officeart/2018/2/layout/IconVerticalSolidList"/>
    <dgm:cxn modelId="{483DC172-BAF3-493E-8F6D-254E8C642F26}" type="presParOf" srcId="{A8E20996-F3CA-4EB0-82C7-3C38AD3B1670}" destId="{4D95FA00-19C7-4001-B58A-7E80E34410C7}" srcOrd="3" destOrd="0" presId="urn:microsoft.com/office/officeart/2018/2/layout/IconVerticalSolidList"/>
    <dgm:cxn modelId="{9C289954-6740-4A13-A1D1-649958FC9369}" type="presParOf" srcId="{26C34908-E36C-4836-A8C9-7E9AD2DAEB44}" destId="{6E30C96A-C64B-48E6-B03B-A491AFFF1028}" srcOrd="3" destOrd="0" presId="urn:microsoft.com/office/officeart/2018/2/layout/IconVerticalSolidList"/>
    <dgm:cxn modelId="{710C551E-73C3-42F8-BC62-0AE6F2B180C4}" type="presParOf" srcId="{26C34908-E36C-4836-A8C9-7E9AD2DAEB44}" destId="{8B53410F-1BB7-4530-A11E-DF312C7D4E72}" srcOrd="4" destOrd="0" presId="urn:microsoft.com/office/officeart/2018/2/layout/IconVerticalSolidList"/>
    <dgm:cxn modelId="{D51490F4-CCDC-4269-A955-E378C0CB3C55}" type="presParOf" srcId="{8B53410F-1BB7-4530-A11E-DF312C7D4E72}" destId="{BD4E9550-9F67-4B4F-9E07-F4A9F0D37943}" srcOrd="0" destOrd="0" presId="urn:microsoft.com/office/officeart/2018/2/layout/IconVerticalSolidList"/>
    <dgm:cxn modelId="{808A39C9-E48C-4154-BB51-9D84F35CBB0A}" type="presParOf" srcId="{8B53410F-1BB7-4530-A11E-DF312C7D4E72}" destId="{E9EABD34-63D7-483E-8E00-B08932F9B5D8}" srcOrd="1" destOrd="0" presId="urn:microsoft.com/office/officeart/2018/2/layout/IconVerticalSolidList"/>
    <dgm:cxn modelId="{6E574CE0-D206-4121-85C6-C3267DE8D4B2}" type="presParOf" srcId="{8B53410F-1BB7-4530-A11E-DF312C7D4E72}" destId="{4AD94D10-805D-45CD-98B4-2702AEFD1657}" srcOrd="2" destOrd="0" presId="urn:microsoft.com/office/officeart/2018/2/layout/IconVerticalSolidList"/>
    <dgm:cxn modelId="{8441C6E5-F772-4A56-BFB4-2A7C17A941FC}" type="presParOf" srcId="{8B53410F-1BB7-4530-A11E-DF312C7D4E72}" destId="{017A15FA-0FFD-4F60-85FA-6E603AAEBF55}" srcOrd="3" destOrd="0" presId="urn:microsoft.com/office/officeart/2018/2/layout/IconVerticalSolidList"/>
    <dgm:cxn modelId="{0FE43203-E565-4AE2-937C-FA2EC045A513}" type="presParOf" srcId="{26C34908-E36C-4836-A8C9-7E9AD2DAEB44}" destId="{4680095C-7D08-43FA-B723-5951015586A5}" srcOrd="5" destOrd="0" presId="urn:microsoft.com/office/officeart/2018/2/layout/IconVerticalSolidList"/>
    <dgm:cxn modelId="{9B31EE43-5AE8-4F0A-806A-34A2FB59E343}" type="presParOf" srcId="{26C34908-E36C-4836-A8C9-7E9AD2DAEB44}" destId="{56ABE608-A3DB-403E-A98F-DFE28B1F304D}" srcOrd="6" destOrd="0" presId="urn:microsoft.com/office/officeart/2018/2/layout/IconVerticalSolidList"/>
    <dgm:cxn modelId="{F512C46F-F138-45A9-978B-69852699C8F0}" type="presParOf" srcId="{56ABE608-A3DB-403E-A98F-DFE28B1F304D}" destId="{6AFB0224-FB4F-40F3-9609-D2718B1A9146}" srcOrd="0" destOrd="0" presId="urn:microsoft.com/office/officeart/2018/2/layout/IconVerticalSolidList"/>
    <dgm:cxn modelId="{822EAD2B-2296-4263-8B9D-FCFD871CA6D6}" type="presParOf" srcId="{56ABE608-A3DB-403E-A98F-DFE28B1F304D}" destId="{E8C764DA-5632-4ABC-BA78-EA4DA1A47AA0}" srcOrd="1" destOrd="0" presId="urn:microsoft.com/office/officeart/2018/2/layout/IconVerticalSolidList"/>
    <dgm:cxn modelId="{0DAAE678-9B09-45D3-A03A-9C948F21A69A}" type="presParOf" srcId="{56ABE608-A3DB-403E-A98F-DFE28B1F304D}" destId="{CE650977-6599-41E3-BADB-F4EB27BBCE9C}" srcOrd="2" destOrd="0" presId="urn:microsoft.com/office/officeart/2018/2/layout/IconVerticalSolidList"/>
    <dgm:cxn modelId="{2D9E6834-7ADD-4EAC-8334-7263238FB339}" type="presParOf" srcId="{56ABE608-A3DB-403E-A98F-DFE28B1F304D}" destId="{F9013FDE-0D89-4F9A-8023-144B7832E6AF}" srcOrd="3" destOrd="0" presId="urn:microsoft.com/office/officeart/2018/2/layout/IconVerticalSolidList"/>
    <dgm:cxn modelId="{6A128F4A-F464-4A02-84FD-32C195FC616E}" type="presParOf" srcId="{26C34908-E36C-4836-A8C9-7E9AD2DAEB44}" destId="{1A8A0108-C05F-42BC-8FE9-F515DA0843CD}" srcOrd="7" destOrd="0" presId="urn:microsoft.com/office/officeart/2018/2/layout/IconVerticalSolidList"/>
    <dgm:cxn modelId="{18C9F923-135A-4819-8621-FB29EABD164E}" type="presParOf" srcId="{26C34908-E36C-4836-A8C9-7E9AD2DAEB44}" destId="{8748F6C8-B796-4F79-B84D-EA434DA820F1}" srcOrd="8" destOrd="0" presId="urn:microsoft.com/office/officeart/2018/2/layout/IconVerticalSolidList"/>
    <dgm:cxn modelId="{56EC90B1-228E-4DC4-9453-2EDF8F61D151}" type="presParOf" srcId="{8748F6C8-B796-4F79-B84D-EA434DA820F1}" destId="{C07BA3A5-885F-4E19-B5A8-094BC3B43881}" srcOrd="0" destOrd="0" presId="urn:microsoft.com/office/officeart/2018/2/layout/IconVerticalSolidList"/>
    <dgm:cxn modelId="{6323B847-04FE-40A6-885D-76FCA8602E55}" type="presParOf" srcId="{8748F6C8-B796-4F79-B84D-EA434DA820F1}" destId="{20425928-173D-4306-A732-39E3B847C1A8}" srcOrd="1" destOrd="0" presId="urn:microsoft.com/office/officeart/2018/2/layout/IconVerticalSolidList"/>
    <dgm:cxn modelId="{DB3FF551-4CE0-4531-9BCF-A2F965BF250E}" type="presParOf" srcId="{8748F6C8-B796-4F79-B84D-EA434DA820F1}" destId="{9785A58D-CEFB-4036-A507-3E2178AB4C2E}" srcOrd="2" destOrd="0" presId="urn:microsoft.com/office/officeart/2018/2/layout/IconVerticalSolidList"/>
    <dgm:cxn modelId="{9DA98133-C9E5-46C4-9671-FE5E74777587}" type="presParOf" srcId="{8748F6C8-B796-4F79-B84D-EA434DA820F1}" destId="{1EEFB630-C5D7-4AD9-9361-E6F5852514E8}"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EC9F7C2E-3985-4692-87C1-28269035F4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4361E48-883A-41DA-B8FE-886EA1F88559}">
      <dgm:prSet/>
      <dgm:spPr/>
      <dgm:t>
        <a:bodyPr/>
        <a:lstStyle/>
        <a:p>
          <a:r>
            <a:rPr lang="en-US"/>
            <a:t>1) Ubiquitous language (glossary, names)</a:t>
          </a:r>
        </a:p>
      </dgm:t>
    </dgm:pt>
    <dgm:pt modelId="{0A82AACF-D524-48AC-8BB9-804ABAB1CDC0}" type="parTrans" cxnId="{A24044E1-FE91-4354-A8F0-E9AE6B24DE9A}">
      <dgm:prSet/>
      <dgm:spPr/>
      <dgm:t>
        <a:bodyPr/>
        <a:lstStyle/>
        <a:p>
          <a:endParaRPr lang="en-US"/>
        </a:p>
      </dgm:t>
    </dgm:pt>
    <dgm:pt modelId="{6E38AFAE-2FFF-4FC0-9911-9189147DD9A0}" type="sibTrans" cxnId="{A24044E1-FE91-4354-A8F0-E9AE6B24DE9A}">
      <dgm:prSet/>
      <dgm:spPr/>
      <dgm:t>
        <a:bodyPr/>
        <a:lstStyle/>
        <a:p>
          <a:endParaRPr lang="en-US"/>
        </a:p>
      </dgm:t>
    </dgm:pt>
    <dgm:pt modelId="{2C793408-0F7C-484C-AB1E-DAFB374EE776}">
      <dgm:prSet/>
      <dgm:spPr/>
      <dgm:t>
        <a:bodyPr/>
        <a:lstStyle/>
        <a:p>
          <a:r>
            <a:rPr lang="en-US"/>
            <a:t>2) Identify bounded contexts</a:t>
          </a:r>
        </a:p>
      </dgm:t>
    </dgm:pt>
    <dgm:pt modelId="{1513431A-1D98-489C-87DF-ABF71C4D58F1}" type="parTrans" cxnId="{473F335A-6868-4848-887F-239E07D47899}">
      <dgm:prSet/>
      <dgm:spPr/>
      <dgm:t>
        <a:bodyPr/>
        <a:lstStyle/>
        <a:p>
          <a:endParaRPr lang="en-US"/>
        </a:p>
      </dgm:t>
    </dgm:pt>
    <dgm:pt modelId="{75D55926-2B9F-4D3B-BF72-9355983FDF23}" type="sibTrans" cxnId="{473F335A-6868-4848-887F-239E07D47899}">
      <dgm:prSet/>
      <dgm:spPr/>
      <dgm:t>
        <a:bodyPr/>
        <a:lstStyle/>
        <a:p>
          <a:endParaRPr lang="en-US"/>
        </a:p>
      </dgm:t>
    </dgm:pt>
    <dgm:pt modelId="{1B054161-C8F1-45FC-9E8E-8C23271AA11B}">
      <dgm:prSet/>
      <dgm:spPr/>
      <dgm:t>
        <a:bodyPr/>
        <a:lstStyle/>
        <a:p>
          <a:r>
            <a:rPr lang="en-US"/>
            <a:t>3) Model 1–2 core flows well</a:t>
          </a:r>
        </a:p>
      </dgm:t>
    </dgm:pt>
    <dgm:pt modelId="{B032DF82-494B-4AFD-A9BF-FA7325CEEA8D}" type="parTrans" cxnId="{5F20D0D2-746D-4A1A-BB52-C385FA5D9C81}">
      <dgm:prSet/>
      <dgm:spPr/>
      <dgm:t>
        <a:bodyPr/>
        <a:lstStyle/>
        <a:p>
          <a:endParaRPr lang="en-US"/>
        </a:p>
      </dgm:t>
    </dgm:pt>
    <dgm:pt modelId="{3AB035B1-DF71-4A06-8ACE-0C20E96B01F8}" type="sibTrans" cxnId="{5F20D0D2-746D-4A1A-BB52-C385FA5D9C81}">
      <dgm:prSet/>
      <dgm:spPr/>
      <dgm:t>
        <a:bodyPr/>
        <a:lstStyle/>
        <a:p>
          <a:endParaRPr lang="en-US"/>
        </a:p>
      </dgm:t>
    </dgm:pt>
    <dgm:pt modelId="{942AA4AE-C8B1-464A-9D90-E9F491CAA916}">
      <dgm:prSet/>
      <dgm:spPr/>
      <dgm:t>
        <a:bodyPr/>
        <a:lstStyle/>
        <a:p>
          <a:r>
            <a:rPr lang="en-US"/>
            <a:t>4) Add value objects + aggregates where rules matter</a:t>
          </a:r>
        </a:p>
      </dgm:t>
    </dgm:pt>
    <dgm:pt modelId="{906C5565-DF63-4D61-9931-6F8AF13ABA86}" type="parTrans" cxnId="{0B0B9504-B87A-4969-97C7-F7E81E6280CA}">
      <dgm:prSet/>
      <dgm:spPr/>
      <dgm:t>
        <a:bodyPr/>
        <a:lstStyle/>
        <a:p>
          <a:endParaRPr lang="en-US"/>
        </a:p>
      </dgm:t>
    </dgm:pt>
    <dgm:pt modelId="{A8C12C25-D7EE-41B6-86B2-DCCA7DEF3A3A}" type="sibTrans" cxnId="{0B0B9504-B87A-4969-97C7-F7E81E6280CA}">
      <dgm:prSet/>
      <dgm:spPr/>
      <dgm:t>
        <a:bodyPr/>
        <a:lstStyle/>
        <a:p>
          <a:endParaRPr lang="en-US"/>
        </a:p>
      </dgm:t>
    </dgm:pt>
    <dgm:pt modelId="{8A964029-3B9E-4416-BF54-1C8B4B28725A}">
      <dgm:prSet/>
      <dgm:spPr/>
      <dgm:t>
        <a:bodyPr/>
        <a:lstStyle/>
        <a:p>
          <a:r>
            <a:rPr lang="en-US"/>
            <a:t>5) Publish domain events to decouple</a:t>
          </a:r>
        </a:p>
      </dgm:t>
    </dgm:pt>
    <dgm:pt modelId="{7FFAEE75-0155-4CC8-BD9A-C42EC8DFB0E1}" type="parTrans" cxnId="{BE70D987-9C23-4AE2-BB83-C25B92113967}">
      <dgm:prSet/>
      <dgm:spPr/>
      <dgm:t>
        <a:bodyPr/>
        <a:lstStyle/>
        <a:p>
          <a:endParaRPr lang="en-US"/>
        </a:p>
      </dgm:t>
    </dgm:pt>
    <dgm:pt modelId="{FD252D17-D4E1-4A29-B2E8-8198275916A1}" type="sibTrans" cxnId="{BE70D987-9C23-4AE2-BB83-C25B92113967}">
      <dgm:prSet/>
      <dgm:spPr/>
      <dgm:t>
        <a:bodyPr/>
        <a:lstStyle/>
        <a:p>
          <a:endParaRPr lang="en-US"/>
        </a:p>
      </dgm:t>
    </dgm:pt>
    <dgm:pt modelId="{1034F747-51B6-436D-A593-0A42D9B2A32D}">
      <dgm:prSet/>
      <dgm:spPr/>
      <dgm:t>
        <a:bodyPr/>
        <a:lstStyle/>
        <a:p>
          <a:r>
            <a:rPr lang="en-US"/>
            <a:t>6) Add sagas/CQRS only if needed</a:t>
          </a:r>
        </a:p>
      </dgm:t>
    </dgm:pt>
    <dgm:pt modelId="{3E609795-62ED-4608-93BF-3C141529E7E1}" type="parTrans" cxnId="{0EA8B4B0-751D-434D-8793-435AB0B0362D}">
      <dgm:prSet/>
      <dgm:spPr/>
      <dgm:t>
        <a:bodyPr/>
        <a:lstStyle/>
        <a:p>
          <a:endParaRPr lang="en-US"/>
        </a:p>
      </dgm:t>
    </dgm:pt>
    <dgm:pt modelId="{90D42724-D332-419D-BE00-AFC430F30C48}" type="sibTrans" cxnId="{0EA8B4B0-751D-434D-8793-435AB0B0362D}">
      <dgm:prSet/>
      <dgm:spPr/>
      <dgm:t>
        <a:bodyPr/>
        <a:lstStyle/>
        <a:p>
          <a:endParaRPr lang="en-US"/>
        </a:p>
      </dgm:t>
    </dgm:pt>
    <dgm:pt modelId="{B8C644E0-FE92-4510-84CF-959372F45C29}" type="pres">
      <dgm:prSet presAssocID="{EC9F7C2E-3985-4692-87C1-28269035F42A}" presName="root" presStyleCnt="0">
        <dgm:presLayoutVars>
          <dgm:dir/>
          <dgm:resizeHandles val="exact"/>
        </dgm:presLayoutVars>
      </dgm:prSet>
      <dgm:spPr/>
    </dgm:pt>
    <dgm:pt modelId="{733C2A79-370E-4734-A70D-1062B404FF62}" type="pres">
      <dgm:prSet presAssocID="{74361E48-883A-41DA-B8FE-886EA1F88559}" presName="compNode" presStyleCnt="0"/>
      <dgm:spPr/>
    </dgm:pt>
    <dgm:pt modelId="{52ED0514-A65D-4B84-B1DB-76E19E54B41F}" type="pres">
      <dgm:prSet presAssocID="{74361E48-883A-41DA-B8FE-886EA1F88559}" presName="bgRect" presStyleLbl="bgShp" presStyleIdx="0" presStyleCnt="6"/>
      <dgm:spPr/>
    </dgm:pt>
    <dgm:pt modelId="{6BBB45F5-0BA1-43F4-AADE-4C0A4BDEEC47}" type="pres">
      <dgm:prSet presAssocID="{74361E48-883A-41DA-B8FE-886EA1F88559}"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54C8E6E4-1937-4D6E-BBC1-764708BFF1CC}" type="pres">
      <dgm:prSet presAssocID="{74361E48-883A-41DA-B8FE-886EA1F88559}" presName="spaceRect" presStyleCnt="0"/>
      <dgm:spPr/>
    </dgm:pt>
    <dgm:pt modelId="{9A5AC0B5-12E6-4C49-A792-D85785FA2084}" type="pres">
      <dgm:prSet presAssocID="{74361E48-883A-41DA-B8FE-886EA1F88559}" presName="parTx" presStyleLbl="revTx" presStyleIdx="0" presStyleCnt="6">
        <dgm:presLayoutVars>
          <dgm:chMax val="0"/>
          <dgm:chPref val="0"/>
        </dgm:presLayoutVars>
      </dgm:prSet>
      <dgm:spPr/>
    </dgm:pt>
    <dgm:pt modelId="{8AC1D40C-9001-45AB-9F00-7EC44CC952E0}" type="pres">
      <dgm:prSet presAssocID="{6E38AFAE-2FFF-4FC0-9911-9189147DD9A0}" presName="sibTrans" presStyleCnt="0"/>
      <dgm:spPr/>
    </dgm:pt>
    <dgm:pt modelId="{97346C62-5629-466E-8C0E-E44B4077010F}" type="pres">
      <dgm:prSet presAssocID="{2C793408-0F7C-484C-AB1E-DAFB374EE776}" presName="compNode" presStyleCnt="0"/>
      <dgm:spPr/>
    </dgm:pt>
    <dgm:pt modelId="{267C82E9-C586-4567-B6DD-4B745E6358C2}" type="pres">
      <dgm:prSet presAssocID="{2C793408-0F7C-484C-AB1E-DAFB374EE776}" presName="bgRect" presStyleLbl="bgShp" presStyleIdx="1" presStyleCnt="6"/>
      <dgm:spPr/>
    </dgm:pt>
    <dgm:pt modelId="{2057825B-8F39-4220-BC0D-6F2C19BC1BF2}" type="pres">
      <dgm:prSet presAssocID="{2C793408-0F7C-484C-AB1E-DAFB374EE77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68C866B8-BE31-4EBF-B69F-36E2EAC53CE1}" type="pres">
      <dgm:prSet presAssocID="{2C793408-0F7C-484C-AB1E-DAFB374EE776}" presName="spaceRect" presStyleCnt="0"/>
      <dgm:spPr/>
    </dgm:pt>
    <dgm:pt modelId="{96D4A113-E75F-4A06-B40F-021F8F995E89}" type="pres">
      <dgm:prSet presAssocID="{2C793408-0F7C-484C-AB1E-DAFB374EE776}" presName="parTx" presStyleLbl="revTx" presStyleIdx="1" presStyleCnt="6">
        <dgm:presLayoutVars>
          <dgm:chMax val="0"/>
          <dgm:chPref val="0"/>
        </dgm:presLayoutVars>
      </dgm:prSet>
      <dgm:spPr/>
    </dgm:pt>
    <dgm:pt modelId="{50F5EC5D-ECC8-4211-AEA9-22E3F43FFBDA}" type="pres">
      <dgm:prSet presAssocID="{75D55926-2B9F-4D3B-BF72-9355983FDF23}" presName="sibTrans" presStyleCnt="0"/>
      <dgm:spPr/>
    </dgm:pt>
    <dgm:pt modelId="{34F53C52-4A02-4D1B-9BC8-9DD5B7A36EE9}" type="pres">
      <dgm:prSet presAssocID="{1B054161-C8F1-45FC-9E8E-8C23271AA11B}" presName="compNode" presStyleCnt="0"/>
      <dgm:spPr/>
    </dgm:pt>
    <dgm:pt modelId="{20F6E8A7-6705-49E8-992A-FDC524DBA628}" type="pres">
      <dgm:prSet presAssocID="{1B054161-C8F1-45FC-9E8E-8C23271AA11B}" presName="bgRect" presStyleLbl="bgShp" presStyleIdx="2" presStyleCnt="6"/>
      <dgm:spPr/>
    </dgm:pt>
    <dgm:pt modelId="{4CDE7D79-FB76-4E3E-B3CB-29388143B3AD}" type="pres">
      <dgm:prSet presAssocID="{1B054161-C8F1-45FC-9E8E-8C23271AA11B}"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F59D69A8-E276-4D91-A88E-2CCD9A6F72CC}" type="pres">
      <dgm:prSet presAssocID="{1B054161-C8F1-45FC-9E8E-8C23271AA11B}" presName="spaceRect" presStyleCnt="0"/>
      <dgm:spPr/>
    </dgm:pt>
    <dgm:pt modelId="{2F7D51BD-8F03-47A1-92F2-F8DE5CAAAED0}" type="pres">
      <dgm:prSet presAssocID="{1B054161-C8F1-45FC-9E8E-8C23271AA11B}" presName="parTx" presStyleLbl="revTx" presStyleIdx="2" presStyleCnt="6">
        <dgm:presLayoutVars>
          <dgm:chMax val="0"/>
          <dgm:chPref val="0"/>
        </dgm:presLayoutVars>
      </dgm:prSet>
      <dgm:spPr/>
    </dgm:pt>
    <dgm:pt modelId="{8928D852-8B14-4037-96F3-7A6D9688B0C2}" type="pres">
      <dgm:prSet presAssocID="{3AB035B1-DF71-4A06-8ACE-0C20E96B01F8}" presName="sibTrans" presStyleCnt="0"/>
      <dgm:spPr/>
    </dgm:pt>
    <dgm:pt modelId="{3FC5BB35-44F9-4E8F-9716-B36F9EE6CC3F}" type="pres">
      <dgm:prSet presAssocID="{942AA4AE-C8B1-464A-9D90-E9F491CAA916}" presName="compNode" presStyleCnt="0"/>
      <dgm:spPr/>
    </dgm:pt>
    <dgm:pt modelId="{1CBAB197-8C1C-4C1D-9DDD-87C27D7F07AB}" type="pres">
      <dgm:prSet presAssocID="{942AA4AE-C8B1-464A-9D90-E9F491CAA916}" presName="bgRect" presStyleLbl="bgShp" presStyleIdx="3" presStyleCnt="6"/>
      <dgm:spPr/>
    </dgm:pt>
    <dgm:pt modelId="{2D9BCC15-EFD8-4A54-A66D-7853B68912C3}" type="pres">
      <dgm:prSet presAssocID="{942AA4AE-C8B1-464A-9D90-E9F491CAA91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B343E3BC-6D78-4F89-8DBD-2F78CDE71B2F}" type="pres">
      <dgm:prSet presAssocID="{942AA4AE-C8B1-464A-9D90-E9F491CAA916}" presName="spaceRect" presStyleCnt="0"/>
      <dgm:spPr/>
    </dgm:pt>
    <dgm:pt modelId="{11B21B48-50A7-4F29-AA6B-EFAB18ED4755}" type="pres">
      <dgm:prSet presAssocID="{942AA4AE-C8B1-464A-9D90-E9F491CAA916}" presName="parTx" presStyleLbl="revTx" presStyleIdx="3" presStyleCnt="6">
        <dgm:presLayoutVars>
          <dgm:chMax val="0"/>
          <dgm:chPref val="0"/>
        </dgm:presLayoutVars>
      </dgm:prSet>
      <dgm:spPr/>
    </dgm:pt>
    <dgm:pt modelId="{723F237B-B826-403E-B3BB-8C3D4230AD0A}" type="pres">
      <dgm:prSet presAssocID="{A8C12C25-D7EE-41B6-86B2-DCCA7DEF3A3A}" presName="sibTrans" presStyleCnt="0"/>
      <dgm:spPr/>
    </dgm:pt>
    <dgm:pt modelId="{373488C7-2D83-48E4-9D56-4540B6ECC691}" type="pres">
      <dgm:prSet presAssocID="{8A964029-3B9E-4416-BF54-1C8B4B28725A}" presName="compNode" presStyleCnt="0"/>
      <dgm:spPr/>
    </dgm:pt>
    <dgm:pt modelId="{AF10B122-305B-4C5F-ADDB-4B40EF5BB4F9}" type="pres">
      <dgm:prSet presAssocID="{8A964029-3B9E-4416-BF54-1C8B4B28725A}" presName="bgRect" presStyleLbl="bgShp" presStyleIdx="4" presStyleCnt="6"/>
      <dgm:spPr/>
    </dgm:pt>
    <dgm:pt modelId="{DA4C8AD5-0F0D-47B7-B203-B747592A8E14}" type="pres">
      <dgm:prSet presAssocID="{8A964029-3B9E-4416-BF54-1C8B4B28725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atabase"/>
        </a:ext>
      </dgm:extLst>
    </dgm:pt>
    <dgm:pt modelId="{681E2E52-E46C-4D95-A6F2-0AE3075BA44D}" type="pres">
      <dgm:prSet presAssocID="{8A964029-3B9E-4416-BF54-1C8B4B28725A}" presName="spaceRect" presStyleCnt="0"/>
      <dgm:spPr/>
    </dgm:pt>
    <dgm:pt modelId="{49138D09-ECB8-464F-80FD-46AEE1E9198E}" type="pres">
      <dgm:prSet presAssocID="{8A964029-3B9E-4416-BF54-1C8B4B28725A}" presName="parTx" presStyleLbl="revTx" presStyleIdx="4" presStyleCnt="6">
        <dgm:presLayoutVars>
          <dgm:chMax val="0"/>
          <dgm:chPref val="0"/>
        </dgm:presLayoutVars>
      </dgm:prSet>
      <dgm:spPr/>
    </dgm:pt>
    <dgm:pt modelId="{F2D93D4B-3EDD-46FC-A00E-F89015A25004}" type="pres">
      <dgm:prSet presAssocID="{FD252D17-D4E1-4A29-B2E8-8198275916A1}" presName="sibTrans" presStyleCnt="0"/>
      <dgm:spPr/>
    </dgm:pt>
    <dgm:pt modelId="{07113457-64E8-4BDC-8A32-5DA5C831A34E}" type="pres">
      <dgm:prSet presAssocID="{1034F747-51B6-436D-A593-0A42D9B2A32D}" presName="compNode" presStyleCnt="0"/>
      <dgm:spPr/>
    </dgm:pt>
    <dgm:pt modelId="{011AE0DB-C911-4250-981C-BF09396D8113}" type="pres">
      <dgm:prSet presAssocID="{1034F747-51B6-436D-A593-0A42D9B2A32D}" presName="bgRect" presStyleLbl="bgShp" presStyleIdx="5" presStyleCnt="6"/>
      <dgm:spPr/>
    </dgm:pt>
    <dgm:pt modelId="{7FB070C0-9966-41D5-B63C-906CE90C5370}" type="pres">
      <dgm:prSet presAssocID="{1034F747-51B6-436D-A593-0A42D9B2A32D}"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ice"/>
        </a:ext>
      </dgm:extLst>
    </dgm:pt>
    <dgm:pt modelId="{5E2F3E0A-9787-49AB-B315-D903DD8FD2EA}" type="pres">
      <dgm:prSet presAssocID="{1034F747-51B6-436D-A593-0A42D9B2A32D}" presName="spaceRect" presStyleCnt="0"/>
      <dgm:spPr/>
    </dgm:pt>
    <dgm:pt modelId="{A4998C49-76D7-40D6-9C1D-2CCF56D07B89}" type="pres">
      <dgm:prSet presAssocID="{1034F747-51B6-436D-A593-0A42D9B2A32D}" presName="parTx" presStyleLbl="revTx" presStyleIdx="5" presStyleCnt="6">
        <dgm:presLayoutVars>
          <dgm:chMax val="0"/>
          <dgm:chPref val="0"/>
        </dgm:presLayoutVars>
      </dgm:prSet>
      <dgm:spPr/>
    </dgm:pt>
  </dgm:ptLst>
  <dgm:cxnLst>
    <dgm:cxn modelId="{0B0B9504-B87A-4969-97C7-F7E81E6280CA}" srcId="{EC9F7C2E-3985-4692-87C1-28269035F42A}" destId="{942AA4AE-C8B1-464A-9D90-E9F491CAA916}" srcOrd="3" destOrd="0" parTransId="{906C5565-DF63-4D61-9931-6F8AF13ABA86}" sibTransId="{A8C12C25-D7EE-41B6-86B2-DCCA7DEF3A3A}"/>
    <dgm:cxn modelId="{7AA7E911-5204-4FF8-8072-F8EF0F9E2AA8}" type="presOf" srcId="{2C793408-0F7C-484C-AB1E-DAFB374EE776}" destId="{96D4A113-E75F-4A06-B40F-021F8F995E89}" srcOrd="0" destOrd="0" presId="urn:microsoft.com/office/officeart/2018/2/layout/IconVerticalSolidList"/>
    <dgm:cxn modelId="{C2DAC441-EF46-4E45-AE0B-CAFB30573AD1}" type="presOf" srcId="{1B054161-C8F1-45FC-9E8E-8C23271AA11B}" destId="{2F7D51BD-8F03-47A1-92F2-F8DE5CAAAED0}" srcOrd="0" destOrd="0" presId="urn:microsoft.com/office/officeart/2018/2/layout/IconVerticalSolidList"/>
    <dgm:cxn modelId="{473F335A-6868-4848-887F-239E07D47899}" srcId="{EC9F7C2E-3985-4692-87C1-28269035F42A}" destId="{2C793408-0F7C-484C-AB1E-DAFB374EE776}" srcOrd="1" destOrd="0" parTransId="{1513431A-1D98-489C-87DF-ABF71C4D58F1}" sibTransId="{75D55926-2B9F-4D3B-BF72-9355983FDF23}"/>
    <dgm:cxn modelId="{87D6C360-4076-4ED6-AF37-C567B0936370}" type="presOf" srcId="{8A964029-3B9E-4416-BF54-1C8B4B28725A}" destId="{49138D09-ECB8-464F-80FD-46AEE1E9198E}" srcOrd="0" destOrd="0" presId="urn:microsoft.com/office/officeart/2018/2/layout/IconVerticalSolidList"/>
    <dgm:cxn modelId="{BE70D987-9C23-4AE2-BB83-C25B92113967}" srcId="{EC9F7C2E-3985-4692-87C1-28269035F42A}" destId="{8A964029-3B9E-4416-BF54-1C8B4B28725A}" srcOrd="4" destOrd="0" parTransId="{7FFAEE75-0155-4CC8-BD9A-C42EC8DFB0E1}" sibTransId="{FD252D17-D4E1-4A29-B2E8-8198275916A1}"/>
    <dgm:cxn modelId="{B60A30A8-16AD-42B3-92B5-09F4CFF411D2}" type="presOf" srcId="{1034F747-51B6-436D-A593-0A42D9B2A32D}" destId="{A4998C49-76D7-40D6-9C1D-2CCF56D07B89}" srcOrd="0" destOrd="0" presId="urn:microsoft.com/office/officeart/2018/2/layout/IconVerticalSolidList"/>
    <dgm:cxn modelId="{0EA8B4B0-751D-434D-8793-435AB0B0362D}" srcId="{EC9F7C2E-3985-4692-87C1-28269035F42A}" destId="{1034F747-51B6-436D-A593-0A42D9B2A32D}" srcOrd="5" destOrd="0" parTransId="{3E609795-62ED-4608-93BF-3C141529E7E1}" sibTransId="{90D42724-D332-419D-BE00-AFC430F30C48}"/>
    <dgm:cxn modelId="{A6BC8CB4-D8C3-45C4-A5D2-7A6C72B84CA0}" type="presOf" srcId="{942AA4AE-C8B1-464A-9D90-E9F491CAA916}" destId="{11B21B48-50A7-4F29-AA6B-EFAB18ED4755}" srcOrd="0" destOrd="0" presId="urn:microsoft.com/office/officeart/2018/2/layout/IconVerticalSolidList"/>
    <dgm:cxn modelId="{F7D570C8-45D3-47CA-9763-AEB223075709}" type="presOf" srcId="{74361E48-883A-41DA-B8FE-886EA1F88559}" destId="{9A5AC0B5-12E6-4C49-A792-D85785FA2084}" srcOrd="0" destOrd="0" presId="urn:microsoft.com/office/officeart/2018/2/layout/IconVerticalSolidList"/>
    <dgm:cxn modelId="{5F20D0D2-746D-4A1A-BB52-C385FA5D9C81}" srcId="{EC9F7C2E-3985-4692-87C1-28269035F42A}" destId="{1B054161-C8F1-45FC-9E8E-8C23271AA11B}" srcOrd="2" destOrd="0" parTransId="{B032DF82-494B-4AFD-A9BF-FA7325CEEA8D}" sibTransId="{3AB035B1-DF71-4A06-8ACE-0C20E96B01F8}"/>
    <dgm:cxn modelId="{A24044E1-FE91-4354-A8F0-E9AE6B24DE9A}" srcId="{EC9F7C2E-3985-4692-87C1-28269035F42A}" destId="{74361E48-883A-41DA-B8FE-886EA1F88559}" srcOrd="0" destOrd="0" parTransId="{0A82AACF-D524-48AC-8BB9-804ABAB1CDC0}" sibTransId="{6E38AFAE-2FFF-4FC0-9911-9189147DD9A0}"/>
    <dgm:cxn modelId="{2701A1E7-433C-436D-9391-4C40EB9645BE}" type="presOf" srcId="{EC9F7C2E-3985-4692-87C1-28269035F42A}" destId="{B8C644E0-FE92-4510-84CF-959372F45C29}" srcOrd="0" destOrd="0" presId="urn:microsoft.com/office/officeart/2018/2/layout/IconVerticalSolidList"/>
    <dgm:cxn modelId="{1390C001-1717-4B7E-A79C-6C4B78590273}" type="presParOf" srcId="{B8C644E0-FE92-4510-84CF-959372F45C29}" destId="{733C2A79-370E-4734-A70D-1062B404FF62}" srcOrd="0" destOrd="0" presId="urn:microsoft.com/office/officeart/2018/2/layout/IconVerticalSolidList"/>
    <dgm:cxn modelId="{845737A4-C809-442F-8085-A1AA0E8639CD}" type="presParOf" srcId="{733C2A79-370E-4734-A70D-1062B404FF62}" destId="{52ED0514-A65D-4B84-B1DB-76E19E54B41F}" srcOrd="0" destOrd="0" presId="urn:microsoft.com/office/officeart/2018/2/layout/IconVerticalSolidList"/>
    <dgm:cxn modelId="{5C26A20C-5768-4A87-8B1F-1A4CD99AE6F9}" type="presParOf" srcId="{733C2A79-370E-4734-A70D-1062B404FF62}" destId="{6BBB45F5-0BA1-43F4-AADE-4C0A4BDEEC47}" srcOrd="1" destOrd="0" presId="urn:microsoft.com/office/officeart/2018/2/layout/IconVerticalSolidList"/>
    <dgm:cxn modelId="{2E66F528-A809-4803-938F-803E0A38DFE6}" type="presParOf" srcId="{733C2A79-370E-4734-A70D-1062B404FF62}" destId="{54C8E6E4-1937-4D6E-BBC1-764708BFF1CC}" srcOrd="2" destOrd="0" presId="urn:microsoft.com/office/officeart/2018/2/layout/IconVerticalSolidList"/>
    <dgm:cxn modelId="{F726ABB8-ABFE-4392-AF11-F2A87645DF15}" type="presParOf" srcId="{733C2A79-370E-4734-A70D-1062B404FF62}" destId="{9A5AC0B5-12E6-4C49-A792-D85785FA2084}" srcOrd="3" destOrd="0" presId="urn:microsoft.com/office/officeart/2018/2/layout/IconVerticalSolidList"/>
    <dgm:cxn modelId="{F79158CF-B6E5-4D53-A875-C7B9DD240243}" type="presParOf" srcId="{B8C644E0-FE92-4510-84CF-959372F45C29}" destId="{8AC1D40C-9001-45AB-9F00-7EC44CC952E0}" srcOrd="1" destOrd="0" presId="urn:microsoft.com/office/officeart/2018/2/layout/IconVerticalSolidList"/>
    <dgm:cxn modelId="{990A64E9-CC5B-42C1-A868-C23A7379064F}" type="presParOf" srcId="{B8C644E0-FE92-4510-84CF-959372F45C29}" destId="{97346C62-5629-466E-8C0E-E44B4077010F}" srcOrd="2" destOrd="0" presId="urn:microsoft.com/office/officeart/2018/2/layout/IconVerticalSolidList"/>
    <dgm:cxn modelId="{A1C60427-765D-4504-8ABD-810BF817C233}" type="presParOf" srcId="{97346C62-5629-466E-8C0E-E44B4077010F}" destId="{267C82E9-C586-4567-B6DD-4B745E6358C2}" srcOrd="0" destOrd="0" presId="urn:microsoft.com/office/officeart/2018/2/layout/IconVerticalSolidList"/>
    <dgm:cxn modelId="{F391191D-D473-4F01-ABF9-65321CEB4760}" type="presParOf" srcId="{97346C62-5629-466E-8C0E-E44B4077010F}" destId="{2057825B-8F39-4220-BC0D-6F2C19BC1BF2}" srcOrd="1" destOrd="0" presId="urn:microsoft.com/office/officeart/2018/2/layout/IconVerticalSolidList"/>
    <dgm:cxn modelId="{9E615C87-B4E0-486B-8A14-545A6E1D9845}" type="presParOf" srcId="{97346C62-5629-466E-8C0E-E44B4077010F}" destId="{68C866B8-BE31-4EBF-B69F-36E2EAC53CE1}" srcOrd="2" destOrd="0" presId="urn:microsoft.com/office/officeart/2018/2/layout/IconVerticalSolidList"/>
    <dgm:cxn modelId="{23DFA07C-EF62-404B-9660-34F823A965D0}" type="presParOf" srcId="{97346C62-5629-466E-8C0E-E44B4077010F}" destId="{96D4A113-E75F-4A06-B40F-021F8F995E89}" srcOrd="3" destOrd="0" presId="urn:microsoft.com/office/officeart/2018/2/layout/IconVerticalSolidList"/>
    <dgm:cxn modelId="{6D790DA2-AB51-4A5F-99B0-685117774303}" type="presParOf" srcId="{B8C644E0-FE92-4510-84CF-959372F45C29}" destId="{50F5EC5D-ECC8-4211-AEA9-22E3F43FFBDA}" srcOrd="3" destOrd="0" presId="urn:microsoft.com/office/officeart/2018/2/layout/IconVerticalSolidList"/>
    <dgm:cxn modelId="{DBE00111-E2FB-4BF2-9044-8A523271D870}" type="presParOf" srcId="{B8C644E0-FE92-4510-84CF-959372F45C29}" destId="{34F53C52-4A02-4D1B-9BC8-9DD5B7A36EE9}" srcOrd="4" destOrd="0" presId="urn:microsoft.com/office/officeart/2018/2/layout/IconVerticalSolidList"/>
    <dgm:cxn modelId="{0AA85DCA-3246-4FB9-AFB9-74E0C710E25B}" type="presParOf" srcId="{34F53C52-4A02-4D1B-9BC8-9DD5B7A36EE9}" destId="{20F6E8A7-6705-49E8-992A-FDC524DBA628}" srcOrd="0" destOrd="0" presId="urn:microsoft.com/office/officeart/2018/2/layout/IconVerticalSolidList"/>
    <dgm:cxn modelId="{18A0A0AE-EBC2-4853-848A-A98FFEA15181}" type="presParOf" srcId="{34F53C52-4A02-4D1B-9BC8-9DD5B7A36EE9}" destId="{4CDE7D79-FB76-4E3E-B3CB-29388143B3AD}" srcOrd="1" destOrd="0" presId="urn:microsoft.com/office/officeart/2018/2/layout/IconVerticalSolidList"/>
    <dgm:cxn modelId="{2A7D028B-E07E-4860-9A06-405A2A493BF1}" type="presParOf" srcId="{34F53C52-4A02-4D1B-9BC8-9DD5B7A36EE9}" destId="{F59D69A8-E276-4D91-A88E-2CCD9A6F72CC}" srcOrd="2" destOrd="0" presId="urn:microsoft.com/office/officeart/2018/2/layout/IconVerticalSolidList"/>
    <dgm:cxn modelId="{52AD4713-5004-4858-AB12-82F8097771E6}" type="presParOf" srcId="{34F53C52-4A02-4D1B-9BC8-9DD5B7A36EE9}" destId="{2F7D51BD-8F03-47A1-92F2-F8DE5CAAAED0}" srcOrd="3" destOrd="0" presId="urn:microsoft.com/office/officeart/2018/2/layout/IconVerticalSolidList"/>
    <dgm:cxn modelId="{9F9BD9A8-174A-44AF-B2CD-D1D7112B8F99}" type="presParOf" srcId="{B8C644E0-FE92-4510-84CF-959372F45C29}" destId="{8928D852-8B14-4037-96F3-7A6D9688B0C2}" srcOrd="5" destOrd="0" presId="urn:microsoft.com/office/officeart/2018/2/layout/IconVerticalSolidList"/>
    <dgm:cxn modelId="{5779D375-748F-44CF-81D3-C53090B5F75C}" type="presParOf" srcId="{B8C644E0-FE92-4510-84CF-959372F45C29}" destId="{3FC5BB35-44F9-4E8F-9716-B36F9EE6CC3F}" srcOrd="6" destOrd="0" presId="urn:microsoft.com/office/officeart/2018/2/layout/IconVerticalSolidList"/>
    <dgm:cxn modelId="{AFB033BC-701C-4F06-A12F-0853B98ADF13}" type="presParOf" srcId="{3FC5BB35-44F9-4E8F-9716-B36F9EE6CC3F}" destId="{1CBAB197-8C1C-4C1D-9DDD-87C27D7F07AB}" srcOrd="0" destOrd="0" presId="urn:microsoft.com/office/officeart/2018/2/layout/IconVerticalSolidList"/>
    <dgm:cxn modelId="{FB7BFC49-0F7D-47EA-BB33-8403B7424A56}" type="presParOf" srcId="{3FC5BB35-44F9-4E8F-9716-B36F9EE6CC3F}" destId="{2D9BCC15-EFD8-4A54-A66D-7853B68912C3}" srcOrd="1" destOrd="0" presId="urn:microsoft.com/office/officeart/2018/2/layout/IconVerticalSolidList"/>
    <dgm:cxn modelId="{AA821D9A-398C-4DBB-BCE6-9BCAF43AE729}" type="presParOf" srcId="{3FC5BB35-44F9-4E8F-9716-B36F9EE6CC3F}" destId="{B343E3BC-6D78-4F89-8DBD-2F78CDE71B2F}" srcOrd="2" destOrd="0" presId="urn:microsoft.com/office/officeart/2018/2/layout/IconVerticalSolidList"/>
    <dgm:cxn modelId="{2740ECCE-E41B-459C-9F87-5523F9F3FBC0}" type="presParOf" srcId="{3FC5BB35-44F9-4E8F-9716-B36F9EE6CC3F}" destId="{11B21B48-50A7-4F29-AA6B-EFAB18ED4755}" srcOrd="3" destOrd="0" presId="urn:microsoft.com/office/officeart/2018/2/layout/IconVerticalSolidList"/>
    <dgm:cxn modelId="{54EA3DA1-C319-4695-8855-2F924D913BDF}" type="presParOf" srcId="{B8C644E0-FE92-4510-84CF-959372F45C29}" destId="{723F237B-B826-403E-B3BB-8C3D4230AD0A}" srcOrd="7" destOrd="0" presId="urn:microsoft.com/office/officeart/2018/2/layout/IconVerticalSolidList"/>
    <dgm:cxn modelId="{40CCB3CF-FB0C-404E-BA1F-2DE07C635F0B}" type="presParOf" srcId="{B8C644E0-FE92-4510-84CF-959372F45C29}" destId="{373488C7-2D83-48E4-9D56-4540B6ECC691}" srcOrd="8" destOrd="0" presId="urn:microsoft.com/office/officeart/2018/2/layout/IconVerticalSolidList"/>
    <dgm:cxn modelId="{A31E8C77-85F0-43C8-A5B3-0C88D65C0243}" type="presParOf" srcId="{373488C7-2D83-48E4-9D56-4540B6ECC691}" destId="{AF10B122-305B-4C5F-ADDB-4B40EF5BB4F9}" srcOrd="0" destOrd="0" presId="urn:microsoft.com/office/officeart/2018/2/layout/IconVerticalSolidList"/>
    <dgm:cxn modelId="{7848102A-E05C-4C3F-998E-2021BE1238BB}" type="presParOf" srcId="{373488C7-2D83-48E4-9D56-4540B6ECC691}" destId="{DA4C8AD5-0F0D-47B7-B203-B747592A8E14}" srcOrd="1" destOrd="0" presId="urn:microsoft.com/office/officeart/2018/2/layout/IconVerticalSolidList"/>
    <dgm:cxn modelId="{A9BF264F-BB77-4DF1-9CF2-FCBC00662735}" type="presParOf" srcId="{373488C7-2D83-48E4-9D56-4540B6ECC691}" destId="{681E2E52-E46C-4D95-A6F2-0AE3075BA44D}" srcOrd="2" destOrd="0" presId="urn:microsoft.com/office/officeart/2018/2/layout/IconVerticalSolidList"/>
    <dgm:cxn modelId="{9B17C237-77D7-4B86-86C8-C2BBA2EADDBD}" type="presParOf" srcId="{373488C7-2D83-48E4-9D56-4540B6ECC691}" destId="{49138D09-ECB8-464F-80FD-46AEE1E9198E}" srcOrd="3" destOrd="0" presId="urn:microsoft.com/office/officeart/2018/2/layout/IconVerticalSolidList"/>
    <dgm:cxn modelId="{1E245F7B-EC90-44F7-9062-CB7B017C5D56}" type="presParOf" srcId="{B8C644E0-FE92-4510-84CF-959372F45C29}" destId="{F2D93D4B-3EDD-46FC-A00E-F89015A25004}" srcOrd="9" destOrd="0" presId="urn:microsoft.com/office/officeart/2018/2/layout/IconVerticalSolidList"/>
    <dgm:cxn modelId="{C22E254E-38D8-40ED-9155-6B926BDF040B}" type="presParOf" srcId="{B8C644E0-FE92-4510-84CF-959372F45C29}" destId="{07113457-64E8-4BDC-8A32-5DA5C831A34E}" srcOrd="10" destOrd="0" presId="urn:microsoft.com/office/officeart/2018/2/layout/IconVerticalSolidList"/>
    <dgm:cxn modelId="{441E02BD-72BF-4BEA-A913-A0ED48731CB8}" type="presParOf" srcId="{07113457-64E8-4BDC-8A32-5DA5C831A34E}" destId="{011AE0DB-C911-4250-981C-BF09396D8113}" srcOrd="0" destOrd="0" presId="urn:microsoft.com/office/officeart/2018/2/layout/IconVerticalSolidList"/>
    <dgm:cxn modelId="{FED27B25-167A-4708-A54B-BE8B9EE8B3B3}" type="presParOf" srcId="{07113457-64E8-4BDC-8A32-5DA5C831A34E}" destId="{7FB070C0-9966-41D5-B63C-906CE90C5370}" srcOrd="1" destOrd="0" presId="urn:microsoft.com/office/officeart/2018/2/layout/IconVerticalSolidList"/>
    <dgm:cxn modelId="{AC0A7DD2-60CB-44D2-A43D-9F82B4C9AAD2}" type="presParOf" srcId="{07113457-64E8-4BDC-8A32-5DA5C831A34E}" destId="{5E2F3E0A-9787-49AB-B315-D903DD8FD2EA}" srcOrd="2" destOrd="0" presId="urn:microsoft.com/office/officeart/2018/2/layout/IconVerticalSolidList"/>
    <dgm:cxn modelId="{324E8AC9-5A32-4577-BE26-521218A2E1FC}" type="presParOf" srcId="{07113457-64E8-4BDC-8A32-5DA5C831A34E}" destId="{A4998C49-76D7-40D6-9C1D-2CCF56D07B8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E9845FAC-691A-4CEB-ABDA-ECC88CD63840}"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1731A9F3-000D-4A94-B462-7D288BA47FE2}">
      <dgm:prSet/>
      <dgm:spPr/>
      <dgm:t>
        <a:bodyPr/>
        <a:lstStyle/>
        <a:p>
          <a:r>
            <a:rPr lang="en-US"/>
            <a:t>What part of your current system feels most 'domain-complex'?</a:t>
          </a:r>
        </a:p>
      </dgm:t>
    </dgm:pt>
    <dgm:pt modelId="{5F59BAD6-3A61-4BF1-B88C-40CAA1E86462}" type="parTrans" cxnId="{F9EA41C2-648E-47C1-BE12-16275D2D5C44}">
      <dgm:prSet/>
      <dgm:spPr/>
      <dgm:t>
        <a:bodyPr/>
        <a:lstStyle/>
        <a:p>
          <a:endParaRPr lang="en-US"/>
        </a:p>
      </dgm:t>
    </dgm:pt>
    <dgm:pt modelId="{B736D903-CCEA-4EAE-B310-63A17D967EA6}" type="sibTrans" cxnId="{F9EA41C2-648E-47C1-BE12-16275D2D5C44}">
      <dgm:prSet/>
      <dgm:spPr/>
      <dgm:t>
        <a:bodyPr/>
        <a:lstStyle/>
        <a:p>
          <a:endParaRPr lang="en-US"/>
        </a:p>
      </dgm:t>
    </dgm:pt>
    <dgm:pt modelId="{9904F174-AA11-4D5B-AD3F-06C8CBCADEF1}">
      <dgm:prSet/>
      <dgm:spPr/>
      <dgm:t>
        <a:bodyPr/>
        <a:lstStyle/>
        <a:p>
          <a:r>
            <a:rPr lang="en-US"/>
            <a:t>Where do definitions differ between teams?</a:t>
          </a:r>
        </a:p>
      </dgm:t>
    </dgm:pt>
    <dgm:pt modelId="{74D83D8D-4E2F-40B4-B808-C3D0276987E9}" type="parTrans" cxnId="{C874D2A5-FAF5-4B43-8834-D5104EB6F487}">
      <dgm:prSet/>
      <dgm:spPr/>
      <dgm:t>
        <a:bodyPr/>
        <a:lstStyle/>
        <a:p>
          <a:endParaRPr lang="en-US"/>
        </a:p>
      </dgm:t>
    </dgm:pt>
    <dgm:pt modelId="{EFFDBB82-A884-46DD-BC99-489E5DEE728D}" type="sibTrans" cxnId="{C874D2A5-FAF5-4B43-8834-D5104EB6F487}">
      <dgm:prSet/>
      <dgm:spPr/>
      <dgm:t>
        <a:bodyPr/>
        <a:lstStyle/>
        <a:p>
          <a:endParaRPr lang="en-US"/>
        </a:p>
      </dgm:t>
    </dgm:pt>
    <dgm:pt modelId="{F7CD0F00-EC13-4127-9ACA-BF9CD4E62376}">
      <dgm:prSet/>
      <dgm:spPr/>
      <dgm:t>
        <a:bodyPr/>
        <a:lstStyle/>
        <a:p>
          <a:r>
            <a:rPr lang="en-US"/>
            <a:t>Which bounded context would you start with?</a:t>
          </a:r>
        </a:p>
      </dgm:t>
    </dgm:pt>
    <dgm:pt modelId="{F9B95C3B-2A08-464D-AF50-9D6FFCF2C635}" type="parTrans" cxnId="{B0CAB615-68E3-4275-A787-E754150CE844}">
      <dgm:prSet/>
      <dgm:spPr/>
      <dgm:t>
        <a:bodyPr/>
        <a:lstStyle/>
        <a:p>
          <a:endParaRPr lang="en-US"/>
        </a:p>
      </dgm:t>
    </dgm:pt>
    <dgm:pt modelId="{308AF22D-5449-459F-881F-7E44D25A55FB}" type="sibTrans" cxnId="{B0CAB615-68E3-4275-A787-E754150CE844}">
      <dgm:prSet/>
      <dgm:spPr/>
      <dgm:t>
        <a:bodyPr/>
        <a:lstStyle/>
        <a:p>
          <a:endParaRPr lang="en-US"/>
        </a:p>
      </dgm:t>
    </dgm:pt>
    <dgm:pt modelId="{968A000D-7BAA-2145-ADA0-8F96DBAC6394}" type="pres">
      <dgm:prSet presAssocID="{E9845FAC-691A-4CEB-ABDA-ECC88CD63840}" presName="linear" presStyleCnt="0">
        <dgm:presLayoutVars>
          <dgm:animLvl val="lvl"/>
          <dgm:resizeHandles val="exact"/>
        </dgm:presLayoutVars>
      </dgm:prSet>
      <dgm:spPr/>
    </dgm:pt>
    <dgm:pt modelId="{D6A006DB-42EA-6948-A843-347D71584365}" type="pres">
      <dgm:prSet presAssocID="{1731A9F3-000D-4A94-B462-7D288BA47FE2}" presName="parentText" presStyleLbl="node1" presStyleIdx="0" presStyleCnt="3">
        <dgm:presLayoutVars>
          <dgm:chMax val="0"/>
          <dgm:bulletEnabled val="1"/>
        </dgm:presLayoutVars>
      </dgm:prSet>
      <dgm:spPr/>
    </dgm:pt>
    <dgm:pt modelId="{3811D351-8207-BD4D-B931-8C6759275EB0}" type="pres">
      <dgm:prSet presAssocID="{B736D903-CCEA-4EAE-B310-63A17D967EA6}" presName="spacer" presStyleCnt="0"/>
      <dgm:spPr/>
    </dgm:pt>
    <dgm:pt modelId="{707761A3-DE86-7140-AE09-EA9FE6FF95DA}" type="pres">
      <dgm:prSet presAssocID="{9904F174-AA11-4D5B-AD3F-06C8CBCADEF1}" presName="parentText" presStyleLbl="node1" presStyleIdx="1" presStyleCnt="3">
        <dgm:presLayoutVars>
          <dgm:chMax val="0"/>
          <dgm:bulletEnabled val="1"/>
        </dgm:presLayoutVars>
      </dgm:prSet>
      <dgm:spPr/>
    </dgm:pt>
    <dgm:pt modelId="{43AD1F7E-3BD4-1541-BF47-FC8CE613A770}" type="pres">
      <dgm:prSet presAssocID="{EFFDBB82-A884-46DD-BC99-489E5DEE728D}" presName="spacer" presStyleCnt="0"/>
      <dgm:spPr/>
    </dgm:pt>
    <dgm:pt modelId="{A07C296C-AC01-0249-A79D-27CD9CD411B5}" type="pres">
      <dgm:prSet presAssocID="{F7CD0F00-EC13-4127-9ACA-BF9CD4E62376}" presName="parentText" presStyleLbl="node1" presStyleIdx="2" presStyleCnt="3">
        <dgm:presLayoutVars>
          <dgm:chMax val="0"/>
          <dgm:bulletEnabled val="1"/>
        </dgm:presLayoutVars>
      </dgm:prSet>
      <dgm:spPr/>
    </dgm:pt>
  </dgm:ptLst>
  <dgm:cxnLst>
    <dgm:cxn modelId="{B0CAB615-68E3-4275-A787-E754150CE844}" srcId="{E9845FAC-691A-4CEB-ABDA-ECC88CD63840}" destId="{F7CD0F00-EC13-4127-9ACA-BF9CD4E62376}" srcOrd="2" destOrd="0" parTransId="{F9B95C3B-2A08-464D-AF50-9D6FFCF2C635}" sibTransId="{308AF22D-5449-459F-881F-7E44D25A55FB}"/>
    <dgm:cxn modelId="{46E1D634-601B-1741-B47E-B03931D5EBEE}" type="presOf" srcId="{1731A9F3-000D-4A94-B462-7D288BA47FE2}" destId="{D6A006DB-42EA-6948-A843-347D71584365}" srcOrd="0" destOrd="0" presId="urn:microsoft.com/office/officeart/2005/8/layout/vList2"/>
    <dgm:cxn modelId="{010B6790-249A-6049-8F54-7FC5CEBD65BC}" type="presOf" srcId="{E9845FAC-691A-4CEB-ABDA-ECC88CD63840}" destId="{968A000D-7BAA-2145-ADA0-8F96DBAC6394}" srcOrd="0" destOrd="0" presId="urn:microsoft.com/office/officeart/2005/8/layout/vList2"/>
    <dgm:cxn modelId="{C874D2A5-FAF5-4B43-8834-D5104EB6F487}" srcId="{E9845FAC-691A-4CEB-ABDA-ECC88CD63840}" destId="{9904F174-AA11-4D5B-AD3F-06C8CBCADEF1}" srcOrd="1" destOrd="0" parTransId="{74D83D8D-4E2F-40B4-B808-C3D0276987E9}" sibTransId="{EFFDBB82-A884-46DD-BC99-489E5DEE728D}"/>
    <dgm:cxn modelId="{BFE1A2AF-B51C-7C4B-82FC-90E94B9C6EF3}" type="presOf" srcId="{F7CD0F00-EC13-4127-9ACA-BF9CD4E62376}" destId="{A07C296C-AC01-0249-A79D-27CD9CD411B5}" srcOrd="0" destOrd="0" presId="urn:microsoft.com/office/officeart/2005/8/layout/vList2"/>
    <dgm:cxn modelId="{714ED2B6-11B0-DC47-8963-698DA4F72F9C}" type="presOf" srcId="{9904F174-AA11-4D5B-AD3F-06C8CBCADEF1}" destId="{707761A3-DE86-7140-AE09-EA9FE6FF95DA}" srcOrd="0" destOrd="0" presId="urn:microsoft.com/office/officeart/2005/8/layout/vList2"/>
    <dgm:cxn modelId="{F9EA41C2-648E-47C1-BE12-16275D2D5C44}" srcId="{E9845FAC-691A-4CEB-ABDA-ECC88CD63840}" destId="{1731A9F3-000D-4A94-B462-7D288BA47FE2}" srcOrd="0" destOrd="0" parTransId="{5F59BAD6-3A61-4BF1-B88C-40CAA1E86462}" sibTransId="{B736D903-CCEA-4EAE-B310-63A17D967EA6}"/>
    <dgm:cxn modelId="{4C1CFA91-56EA-C94F-B8A1-390BEDAFB781}" type="presParOf" srcId="{968A000D-7BAA-2145-ADA0-8F96DBAC6394}" destId="{D6A006DB-42EA-6948-A843-347D71584365}" srcOrd="0" destOrd="0" presId="urn:microsoft.com/office/officeart/2005/8/layout/vList2"/>
    <dgm:cxn modelId="{C06C3820-3556-4245-9933-FAB374AB15F7}" type="presParOf" srcId="{968A000D-7BAA-2145-ADA0-8F96DBAC6394}" destId="{3811D351-8207-BD4D-B931-8C6759275EB0}" srcOrd="1" destOrd="0" presId="urn:microsoft.com/office/officeart/2005/8/layout/vList2"/>
    <dgm:cxn modelId="{8F595EC4-B5EE-B149-A017-BC41CF7AE7C1}" type="presParOf" srcId="{968A000D-7BAA-2145-ADA0-8F96DBAC6394}" destId="{707761A3-DE86-7140-AE09-EA9FE6FF95DA}" srcOrd="2" destOrd="0" presId="urn:microsoft.com/office/officeart/2005/8/layout/vList2"/>
    <dgm:cxn modelId="{088D6423-8D1F-9747-933A-5AA757DAC56B}" type="presParOf" srcId="{968A000D-7BAA-2145-ADA0-8F96DBAC6394}" destId="{43AD1F7E-3BD4-1541-BF47-FC8CE613A770}" srcOrd="3" destOrd="0" presId="urn:microsoft.com/office/officeart/2005/8/layout/vList2"/>
    <dgm:cxn modelId="{2C232EB9-E625-5E41-87C4-EE8C69733C3A}" type="presParOf" srcId="{968A000D-7BAA-2145-ADA0-8F96DBAC6394}" destId="{A07C296C-AC01-0249-A79D-27CD9CD411B5}"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FA7A5C-1252-0F49-914E-546C39C4F8ED}">
      <dsp:nvSpPr>
        <dsp:cNvPr id="0" name=""/>
        <dsp:cNvSpPr/>
      </dsp:nvSpPr>
      <dsp:spPr>
        <a:xfrm>
          <a:off x="1259259" y="1846"/>
          <a:ext cx="5037037" cy="956585"/>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7733" tIns="242973" rIns="97733" bIns="242973" numCol="1" spcCol="1270" anchor="ctr" anchorCtr="0">
          <a:noAutofit/>
        </a:bodyPr>
        <a:lstStyle/>
        <a:p>
          <a:pPr marL="0" lvl="0" indent="0" algn="l" defTabSz="889000">
            <a:lnSpc>
              <a:spcPct val="90000"/>
            </a:lnSpc>
            <a:spcBef>
              <a:spcPct val="0"/>
            </a:spcBef>
            <a:spcAft>
              <a:spcPct val="35000"/>
            </a:spcAft>
            <a:buNone/>
          </a:pPr>
          <a:r>
            <a:rPr lang="en-US" sz="2000" kern="1200"/>
            <a:t>Build software that matches the business domain</a:t>
          </a:r>
        </a:p>
      </dsp:txBody>
      <dsp:txXfrm>
        <a:off x="1259259" y="1846"/>
        <a:ext cx="5037037" cy="956585"/>
      </dsp:txXfrm>
    </dsp:sp>
    <dsp:sp modelId="{E5389CDA-AE84-054F-AC7D-FB6A417F1669}">
      <dsp:nvSpPr>
        <dsp:cNvPr id="0" name=""/>
        <dsp:cNvSpPr/>
      </dsp:nvSpPr>
      <dsp:spPr>
        <a:xfrm>
          <a:off x="0" y="1846"/>
          <a:ext cx="1259259" cy="956585"/>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636" tIns="94489" rIns="66636" bIns="94489" numCol="1" spcCol="1270" anchor="ctr" anchorCtr="0">
          <a:noAutofit/>
        </a:bodyPr>
        <a:lstStyle/>
        <a:p>
          <a:pPr marL="0" lvl="0" indent="0" algn="ctr" defTabSz="1111250">
            <a:lnSpc>
              <a:spcPct val="90000"/>
            </a:lnSpc>
            <a:spcBef>
              <a:spcPct val="0"/>
            </a:spcBef>
            <a:spcAft>
              <a:spcPct val="35000"/>
            </a:spcAft>
            <a:buNone/>
          </a:pPr>
          <a:r>
            <a:rPr lang="en-US" sz="2500" kern="1200"/>
            <a:t>Build</a:t>
          </a:r>
        </a:p>
      </dsp:txBody>
      <dsp:txXfrm>
        <a:off x="0" y="1846"/>
        <a:ext cx="1259259" cy="956585"/>
      </dsp:txXfrm>
    </dsp:sp>
    <dsp:sp modelId="{678DF700-E7C3-644A-A959-D2C548C6A660}">
      <dsp:nvSpPr>
        <dsp:cNvPr id="0" name=""/>
        <dsp:cNvSpPr/>
      </dsp:nvSpPr>
      <dsp:spPr>
        <a:xfrm>
          <a:off x="1259259" y="1015827"/>
          <a:ext cx="5037037" cy="956585"/>
        </a:xfrm>
        <a:prstGeom prst="rect">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7733" tIns="242973" rIns="97733" bIns="242973" numCol="1" spcCol="1270" anchor="ctr" anchorCtr="0">
          <a:noAutofit/>
        </a:bodyPr>
        <a:lstStyle/>
        <a:p>
          <a:pPr marL="0" lvl="0" indent="0" algn="l" defTabSz="889000">
            <a:lnSpc>
              <a:spcPct val="90000"/>
            </a:lnSpc>
            <a:spcBef>
              <a:spcPct val="0"/>
            </a:spcBef>
            <a:spcAft>
              <a:spcPct val="35000"/>
            </a:spcAft>
            <a:buNone/>
          </a:pPr>
          <a:r>
            <a:rPr lang="en-US" sz="2000" kern="1200"/>
            <a:t>Reduce misunderstandings with domain experts</a:t>
          </a:r>
        </a:p>
      </dsp:txBody>
      <dsp:txXfrm>
        <a:off x="1259259" y="1015827"/>
        <a:ext cx="5037037" cy="956585"/>
      </dsp:txXfrm>
    </dsp:sp>
    <dsp:sp modelId="{37415CBE-817B-4C4D-ACA7-C4E11B982C3E}">
      <dsp:nvSpPr>
        <dsp:cNvPr id="0" name=""/>
        <dsp:cNvSpPr/>
      </dsp:nvSpPr>
      <dsp:spPr>
        <a:xfrm>
          <a:off x="0" y="1015827"/>
          <a:ext cx="1259259" cy="956585"/>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636" tIns="94489" rIns="66636" bIns="94489" numCol="1" spcCol="1270" anchor="ctr" anchorCtr="0">
          <a:noAutofit/>
        </a:bodyPr>
        <a:lstStyle/>
        <a:p>
          <a:pPr marL="0" lvl="0" indent="0" algn="ctr" defTabSz="1111250">
            <a:lnSpc>
              <a:spcPct val="90000"/>
            </a:lnSpc>
            <a:spcBef>
              <a:spcPct val="0"/>
            </a:spcBef>
            <a:spcAft>
              <a:spcPct val="35000"/>
            </a:spcAft>
            <a:buNone/>
          </a:pPr>
          <a:r>
            <a:rPr lang="en-US" sz="2500" kern="1200"/>
            <a:t>Reduce</a:t>
          </a:r>
        </a:p>
      </dsp:txBody>
      <dsp:txXfrm>
        <a:off x="0" y="1015827"/>
        <a:ext cx="1259259" cy="956585"/>
      </dsp:txXfrm>
    </dsp:sp>
    <dsp:sp modelId="{6EE395C2-7147-4A49-92D1-1901A1FC4362}">
      <dsp:nvSpPr>
        <dsp:cNvPr id="0" name=""/>
        <dsp:cNvSpPr/>
      </dsp:nvSpPr>
      <dsp:spPr>
        <a:xfrm>
          <a:off x="1259259" y="2029808"/>
          <a:ext cx="5037037" cy="956585"/>
        </a:xfrm>
        <a:prstGeom prst="rect">
          <a:avLst/>
        </a:prstGeom>
        <a:solidFill>
          <a:schemeClr val="accent4">
            <a:tint val="40000"/>
            <a:alpha val="90000"/>
            <a:hueOff val="0"/>
            <a:satOff val="0"/>
            <a:lumOff val="0"/>
            <a:alphaOff val="0"/>
          </a:schemeClr>
        </a:solidFill>
        <a:ln w="15875"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7733" tIns="242973" rIns="97733" bIns="242973" numCol="1" spcCol="1270" anchor="ctr" anchorCtr="0">
          <a:noAutofit/>
        </a:bodyPr>
        <a:lstStyle/>
        <a:p>
          <a:pPr marL="0" lvl="0" indent="0" algn="l" defTabSz="889000">
            <a:lnSpc>
              <a:spcPct val="90000"/>
            </a:lnSpc>
            <a:spcBef>
              <a:spcPct val="0"/>
            </a:spcBef>
            <a:spcAft>
              <a:spcPct val="35000"/>
            </a:spcAft>
            <a:buNone/>
          </a:pPr>
          <a:r>
            <a:rPr lang="en-US" sz="2000" kern="1200"/>
            <a:t>Manage complexity as systems grow</a:t>
          </a:r>
        </a:p>
      </dsp:txBody>
      <dsp:txXfrm>
        <a:off x="1259259" y="2029808"/>
        <a:ext cx="5037037" cy="956585"/>
      </dsp:txXfrm>
    </dsp:sp>
    <dsp:sp modelId="{539339F4-7796-A248-8773-E5DB6A226318}">
      <dsp:nvSpPr>
        <dsp:cNvPr id="0" name=""/>
        <dsp:cNvSpPr/>
      </dsp:nvSpPr>
      <dsp:spPr>
        <a:xfrm>
          <a:off x="0" y="2029808"/>
          <a:ext cx="1259259" cy="956585"/>
        </a:xfrm>
        <a:prstGeom prst="rect">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636" tIns="94489" rIns="66636" bIns="94489" numCol="1" spcCol="1270" anchor="ctr" anchorCtr="0">
          <a:noAutofit/>
        </a:bodyPr>
        <a:lstStyle/>
        <a:p>
          <a:pPr marL="0" lvl="0" indent="0" algn="ctr" defTabSz="1111250">
            <a:lnSpc>
              <a:spcPct val="90000"/>
            </a:lnSpc>
            <a:spcBef>
              <a:spcPct val="0"/>
            </a:spcBef>
            <a:spcAft>
              <a:spcPct val="35000"/>
            </a:spcAft>
            <a:buNone/>
          </a:pPr>
          <a:r>
            <a:rPr lang="en-US" sz="2500" kern="1200"/>
            <a:t>Manage</a:t>
          </a:r>
        </a:p>
      </dsp:txBody>
      <dsp:txXfrm>
        <a:off x="0" y="2029808"/>
        <a:ext cx="1259259" cy="956585"/>
      </dsp:txXfrm>
    </dsp:sp>
    <dsp:sp modelId="{5DAD06D0-7769-1D46-89D8-9BC3E8A36B8F}">
      <dsp:nvSpPr>
        <dsp:cNvPr id="0" name=""/>
        <dsp:cNvSpPr/>
      </dsp:nvSpPr>
      <dsp:spPr>
        <a:xfrm>
          <a:off x="1259259" y="3043789"/>
          <a:ext cx="5037037" cy="956585"/>
        </a:xfrm>
        <a:prstGeom prst="rect">
          <a:avLst/>
        </a:prstGeom>
        <a:solidFill>
          <a:schemeClr val="accent5">
            <a:tint val="40000"/>
            <a:alpha val="90000"/>
            <a:hueOff val="0"/>
            <a:satOff val="0"/>
            <a:lumOff val="0"/>
            <a:alphaOff val="0"/>
          </a:schemeClr>
        </a:solidFill>
        <a:ln w="15875"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7733" tIns="242973" rIns="97733" bIns="242973" numCol="1" spcCol="1270" anchor="ctr" anchorCtr="0">
          <a:noAutofit/>
        </a:bodyPr>
        <a:lstStyle/>
        <a:p>
          <a:pPr marL="0" lvl="0" indent="0" algn="l" defTabSz="889000">
            <a:lnSpc>
              <a:spcPct val="90000"/>
            </a:lnSpc>
            <a:spcBef>
              <a:spcPct val="0"/>
            </a:spcBef>
            <a:spcAft>
              <a:spcPct val="35000"/>
            </a:spcAft>
            <a:buNone/>
          </a:pPr>
          <a:r>
            <a:rPr lang="en-US" sz="2000" kern="1200"/>
            <a:t>Make changes safer and cheaper</a:t>
          </a:r>
        </a:p>
      </dsp:txBody>
      <dsp:txXfrm>
        <a:off x="1259259" y="3043789"/>
        <a:ext cx="5037037" cy="956585"/>
      </dsp:txXfrm>
    </dsp:sp>
    <dsp:sp modelId="{4C86605D-3185-E845-8161-D8A20A3E6341}">
      <dsp:nvSpPr>
        <dsp:cNvPr id="0" name=""/>
        <dsp:cNvSpPr/>
      </dsp:nvSpPr>
      <dsp:spPr>
        <a:xfrm>
          <a:off x="0" y="3043789"/>
          <a:ext cx="1259259" cy="956585"/>
        </a:xfrm>
        <a:prstGeom prst="rect">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636" tIns="94489" rIns="66636" bIns="94489" numCol="1" spcCol="1270" anchor="ctr" anchorCtr="0">
          <a:noAutofit/>
        </a:bodyPr>
        <a:lstStyle/>
        <a:p>
          <a:pPr marL="0" lvl="0" indent="0" algn="ctr" defTabSz="1111250">
            <a:lnSpc>
              <a:spcPct val="90000"/>
            </a:lnSpc>
            <a:spcBef>
              <a:spcPct val="0"/>
            </a:spcBef>
            <a:spcAft>
              <a:spcPct val="35000"/>
            </a:spcAft>
            <a:buNone/>
          </a:pPr>
          <a:r>
            <a:rPr lang="en-US" sz="2500" kern="1200"/>
            <a:t>Make</a:t>
          </a:r>
        </a:p>
      </dsp:txBody>
      <dsp:txXfrm>
        <a:off x="0" y="3043789"/>
        <a:ext cx="1259259" cy="9565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F0C752-9947-004F-8A54-D34460D0981D}">
      <dsp:nvSpPr>
        <dsp:cNvPr id="0" name=""/>
        <dsp:cNvSpPr/>
      </dsp:nvSpPr>
      <dsp:spPr>
        <a:xfrm>
          <a:off x="0" y="289824"/>
          <a:ext cx="6692748" cy="616004"/>
        </a:xfrm>
        <a:prstGeom prst="round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Complex and changing business rules</a:t>
          </a:r>
        </a:p>
      </dsp:txBody>
      <dsp:txXfrm>
        <a:off x="30071" y="319895"/>
        <a:ext cx="6632606" cy="555862"/>
      </dsp:txXfrm>
    </dsp:sp>
    <dsp:sp modelId="{6F0BB581-7018-8D41-A0AF-FB530F9F47FE}">
      <dsp:nvSpPr>
        <dsp:cNvPr id="0" name=""/>
        <dsp:cNvSpPr/>
      </dsp:nvSpPr>
      <dsp:spPr>
        <a:xfrm>
          <a:off x="0" y="983589"/>
          <a:ext cx="6692748" cy="616004"/>
        </a:xfrm>
        <a:prstGeom prst="roundRect">
          <a:avLst/>
        </a:prstGeom>
        <a:gradFill rotWithShape="0">
          <a:gsLst>
            <a:gs pos="0">
              <a:schemeClr val="accent2">
                <a:hueOff val="-489677"/>
                <a:satOff val="-10832"/>
                <a:lumOff val="-2157"/>
                <a:alphaOff val="0"/>
                <a:tint val="94000"/>
                <a:satMod val="105000"/>
                <a:lumMod val="102000"/>
              </a:schemeClr>
            </a:gs>
            <a:gs pos="100000">
              <a:schemeClr val="accent2">
                <a:hueOff val="-489677"/>
                <a:satOff val="-10832"/>
                <a:lumOff val="-2157"/>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Many stakeholders and teams</a:t>
          </a:r>
        </a:p>
      </dsp:txBody>
      <dsp:txXfrm>
        <a:off x="30071" y="1013660"/>
        <a:ext cx="6632606" cy="555862"/>
      </dsp:txXfrm>
    </dsp:sp>
    <dsp:sp modelId="{4018AA33-7F50-2E43-BC4B-67495CDCC32C}">
      <dsp:nvSpPr>
        <dsp:cNvPr id="0" name=""/>
        <dsp:cNvSpPr/>
      </dsp:nvSpPr>
      <dsp:spPr>
        <a:xfrm>
          <a:off x="0" y="1677354"/>
          <a:ext cx="6692748" cy="616004"/>
        </a:xfrm>
        <a:prstGeom prst="roundRect">
          <a:avLst/>
        </a:prstGeom>
        <a:gradFill rotWithShape="0">
          <a:gsLst>
            <a:gs pos="0">
              <a:schemeClr val="accent2">
                <a:hueOff val="-979354"/>
                <a:satOff val="-21663"/>
                <a:lumOff val="-4313"/>
                <a:alphaOff val="0"/>
                <a:tint val="94000"/>
                <a:satMod val="105000"/>
                <a:lumMod val="102000"/>
              </a:schemeClr>
            </a:gs>
            <a:gs pos="100000">
              <a:schemeClr val="accent2">
                <a:hueOff val="-979354"/>
                <a:satOff val="-21663"/>
                <a:lumOff val="-4313"/>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Long-lived product with evolving requirements</a:t>
          </a:r>
        </a:p>
      </dsp:txBody>
      <dsp:txXfrm>
        <a:off x="30071" y="1707425"/>
        <a:ext cx="6632606" cy="555862"/>
      </dsp:txXfrm>
    </dsp:sp>
    <dsp:sp modelId="{EE93FC34-DED2-1942-B677-D40AA1872017}">
      <dsp:nvSpPr>
        <dsp:cNvPr id="0" name=""/>
        <dsp:cNvSpPr/>
      </dsp:nvSpPr>
      <dsp:spPr>
        <a:xfrm>
          <a:off x="0" y="2371119"/>
          <a:ext cx="6692748" cy="616004"/>
        </a:xfrm>
        <a:prstGeom prst="roundRect">
          <a:avLst/>
        </a:prstGeom>
        <a:gradFill rotWithShape="0">
          <a:gsLst>
            <a:gs pos="0">
              <a:schemeClr val="accent2">
                <a:hueOff val="-1469031"/>
                <a:satOff val="-32495"/>
                <a:lumOff val="-6470"/>
                <a:alphaOff val="0"/>
                <a:tint val="94000"/>
                <a:satMod val="105000"/>
                <a:lumMod val="102000"/>
              </a:schemeClr>
            </a:gs>
            <a:gs pos="100000">
              <a:schemeClr val="accent2">
                <a:hueOff val="-1469031"/>
                <a:satOff val="-32495"/>
                <a:lumOff val="-647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You want</a:t>
          </a:r>
        </a:p>
      </dsp:txBody>
      <dsp:txXfrm>
        <a:off x="30071" y="2401190"/>
        <a:ext cx="6632606" cy="555862"/>
      </dsp:txXfrm>
    </dsp:sp>
    <dsp:sp modelId="{2745FD8E-1F35-FB46-B53E-27937B4DA11E}">
      <dsp:nvSpPr>
        <dsp:cNvPr id="0" name=""/>
        <dsp:cNvSpPr/>
      </dsp:nvSpPr>
      <dsp:spPr>
        <a:xfrm>
          <a:off x="0" y="2987124"/>
          <a:ext cx="6692748" cy="978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2495"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clear boundaries</a:t>
          </a:r>
        </a:p>
        <a:p>
          <a:pPr marL="228600" lvl="1" indent="-228600" algn="l" defTabSz="933450">
            <a:lnSpc>
              <a:spcPct val="90000"/>
            </a:lnSpc>
            <a:spcBef>
              <a:spcPct val="0"/>
            </a:spcBef>
            <a:spcAft>
              <a:spcPct val="20000"/>
            </a:spcAft>
            <a:buChar char="•"/>
          </a:pPr>
          <a:r>
            <a:rPr lang="en-US" sz="2100" kern="1200"/>
            <a:t>shared language</a:t>
          </a:r>
        </a:p>
        <a:p>
          <a:pPr marL="228600" lvl="1" indent="-228600" algn="l" defTabSz="933450">
            <a:lnSpc>
              <a:spcPct val="90000"/>
            </a:lnSpc>
            <a:spcBef>
              <a:spcPct val="0"/>
            </a:spcBef>
            <a:spcAft>
              <a:spcPct val="20000"/>
            </a:spcAft>
            <a:buChar char="•"/>
          </a:pPr>
          <a:r>
            <a:rPr lang="en-US" sz="2100" kern="1200"/>
            <a:t>a maintainable model</a:t>
          </a:r>
        </a:p>
      </dsp:txBody>
      <dsp:txXfrm>
        <a:off x="0" y="2987124"/>
        <a:ext cx="6692748" cy="9780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6EAEF2-154F-48D3-8C1F-C786C4CAE7E1}">
      <dsp:nvSpPr>
        <dsp:cNvPr id="0" name=""/>
        <dsp:cNvSpPr/>
      </dsp:nvSpPr>
      <dsp:spPr>
        <a:xfrm>
          <a:off x="707776" y="589531"/>
          <a:ext cx="1252520" cy="125252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988A6E-1B37-4D2C-9DD5-AB5F6F0DA96E}">
      <dsp:nvSpPr>
        <dsp:cNvPr id="0" name=""/>
        <dsp:cNvSpPr/>
      </dsp:nvSpPr>
      <dsp:spPr>
        <a:xfrm>
          <a:off x="974707" y="856461"/>
          <a:ext cx="718659" cy="7186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31FFDE-69BC-4604-8518-F4CA6DE9C4F6}">
      <dsp:nvSpPr>
        <dsp:cNvPr id="0" name=""/>
        <dsp:cNvSpPr/>
      </dsp:nvSpPr>
      <dsp:spPr>
        <a:xfrm>
          <a:off x="307380" y="2232181"/>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Mostly CRUD with minimal rules</a:t>
          </a:r>
        </a:p>
      </dsp:txBody>
      <dsp:txXfrm>
        <a:off x="307380" y="2232181"/>
        <a:ext cx="2053312" cy="720000"/>
      </dsp:txXfrm>
    </dsp:sp>
    <dsp:sp modelId="{32EADBD1-636A-4EE1-9BCE-372409E5B97D}">
      <dsp:nvSpPr>
        <dsp:cNvPr id="0" name=""/>
        <dsp:cNvSpPr/>
      </dsp:nvSpPr>
      <dsp:spPr>
        <a:xfrm>
          <a:off x="3120418" y="589531"/>
          <a:ext cx="1252520" cy="125252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0F9B5A-AA41-443B-A887-72E3105B1C66}">
      <dsp:nvSpPr>
        <dsp:cNvPr id="0" name=""/>
        <dsp:cNvSpPr/>
      </dsp:nvSpPr>
      <dsp:spPr>
        <a:xfrm>
          <a:off x="3387349" y="856461"/>
          <a:ext cx="718659" cy="7186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3393BF-3C95-4FC6-AEB8-41CE8630B737}">
      <dsp:nvSpPr>
        <dsp:cNvPr id="0" name=""/>
        <dsp:cNvSpPr/>
      </dsp:nvSpPr>
      <dsp:spPr>
        <a:xfrm>
          <a:off x="2720022" y="2232181"/>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Small prototype / throwaway code</a:t>
          </a:r>
        </a:p>
      </dsp:txBody>
      <dsp:txXfrm>
        <a:off x="2720022" y="2232181"/>
        <a:ext cx="2053312" cy="720000"/>
      </dsp:txXfrm>
    </dsp:sp>
    <dsp:sp modelId="{E85873BD-856F-4207-BE0E-869EEE46546A}">
      <dsp:nvSpPr>
        <dsp:cNvPr id="0" name=""/>
        <dsp:cNvSpPr/>
      </dsp:nvSpPr>
      <dsp:spPr>
        <a:xfrm>
          <a:off x="5533060" y="589531"/>
          <a:ext cx="1252520" cy="125252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35CE60-18D5-4487-9EC9-848A99291254}">
      <dsp:nvSpPr>
        <dsp:cNvPr id="0" name=""/>
        <dsp:cNvSpPr/>
      </dsp:nvSpPr>
      <dsp:spPr>
        <a:xfrm>
          <a:off x="5799991" y="856461"/>
          <a:ext cx="718659" cy="7186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D279E88-DAE9-441F-93C8-D312845D7A08}">
      <dsp:nvSpPr>
        <dsp:cNvPr id="0" name=""/>
        <dsp:cNvSpPr/>
      </dsp:nvSpPr>
      <dsp:spPr>
        <a:xfrm>
          <a:off x="5132664" y="2232181"/>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Tiny apps where the domain won’t grow</a:t>
          </a:r>
        </a:p>
      </dsp:txBody>
      <dsp:txXfrm>
        <a:off x="5132664" y="2232181"/>
        <a:ext cx="2053312" cy="720000"/>
      </dsp:txXfrm>
    </dsp:sp>
    <dsp:sp modelId="{1173929E-92D4-43FC-9DAF-FF9E0073A50C}">
      <dsp:nvSpPr>
        <dsp:cNvPr id="0" name=""/>
        <dsp:cNvSpPr/>
      </dsp:nvSpPr>
      <dsp:spPr>
        <a:xfrm>
          <a:off x="7945702" y="589531"/>
          <a:ext cx="1252520" cy="125252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886ACA-5615-4F47-89D3-BA91C09F36DD}">
      <dsp:nvSpPr>
        <dsp:cNvPr id="0" name=""/>
        <dsp:cNvSpPr/>
      </dsp:nvSpPr>
      <dsp:spPr>
        <a:xfrm>
          <a:off x="8212633" y="856461"/>
          <a:ext cx="718659" cy="7186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028C002-5437-49F7-894D-F8FFDABB10B8}">
      <dsp:nvSpPr>
        <dsp:cNvPr id="0" name=""/>
        <dsp:cNvSpPr/>
      </dsp:nvSpPr>
      <dsp:spPr>
        <a:xfrm>
          <a:off x="7545307" y="2232181"/>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Still: you can do 'DDD-lite' (language + boundaries)</a:t>
          </a:r>
        </a:p>
      </dsp:txBody>
      <dsp:txXfrm>
        <a:off x="7545307" y="2232181"/>
        <a:ext cx="2053312"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6502A2-9957-4D87-BCF3-569A7383099B}">
      <dsp:nvSpPr>
        <dsp:cNvPr id="0" name=""/>
        <dsp:cNvSpPr/>
      </dsp:nvSpPr>
      <dsp:spPr>
        <a:xfrm>
          <a:off x="1658999" y="261910"/>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7D01C0-FC17-4F62-B623-9C82946443E9}">
      <dsp:nvSpPr>
        <dsp:cNvPr id="0" name=""/>
        <dsp:cNvSpPr/>
      </dsp:nvSpPr>
      <dsp:spPr>
        <a:xfrm>
          <a:off x="254999" y="1903679"/>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a:t>Strategic DDD</a:t>
          </a:r>
        </a:p>
      </dsp:txBody>
      <dsp:txXfrm>
        <a:off x="254999" y="1903679"/>
        <a:ext cx="4320000" cy="648000"/>
      </dsp:txXfrm>
    </dsp:sp>
    <dsp:sp modelId="{29E91F98-3B5C-4536-BBE3-310D036C50A5}">
      <dsp:nvSpPr>
        <dsp:cNvPr id="0" name=""/>
        <dsp:cNvSpPr/>
      </dsp:nvSpPr>
      <dsp:spPr>
        <a:xfrm>
          <a:off x="254999" y="2612037"/>
          <a:ext cx="4320000" cy="667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a:t>Boundaries, ownership, integration</a:t>
          </a:r>
        </a:p>
      </dsp:txBody>
      <dsp:txXfrm>
        <a:off x="254999" y="2612037"/>
        <a:ext cx="4320000" cy="667765"/>
      </dsp:txXfrm>
    </dsp:sp>
    <dsp:sp modelId="{BF2B9B66-AFB7-4CB4-A209-AB9556B8E39B}">
      <dsp:nvSpPr>
        <dsp:cNvPr id="0" name=""/>
        <dsp:cNvSpPr/>
      </dsp:nvSpPr>
      <dsp:spPr>
        <a:xfrm>
          <a:off x="6734999" y="261910"/>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CF5256-BF19-40E5-A987-2B8F56F3FD7E}">
      <dsp:nvSpPr>
        <dsp:cNvPr id="0" name=""/>
        <dsp:cNvSpPr/>
      </dsp:nvSpPr>
      <dsp:spPr>
        <a:xfrm>
          <a:off x="5330999" y="1903679"/>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a:t>Tactical DDD</a:t>
          </a:r>
        </a:p>
      </dsp:txBody>
      <dsp:txXfrm>
        <a:off x="5330999" y="1903679"/>
        <a:ext cx="4320000" cy="648000"/>
      </dsp:txXfrm>
    </dsp:sp>
    <dsp:sp modelId="{08EF2E4E-5D17-4B33-9E0F-B6A8E8E90B42}">
      <dsp:nvSpPr>
        <dsp:cNvPr id="0" name=""/>
        <dsp:cNvSpPr/>
      </dsp:nvSpPr>
      <dsp:spPr>
        <a:xfrm>
          <a:off x="5330999" y="2612037"/>
          <a:ext cx="4320000" cy="667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a:t>Modeling inside a boundary (Entities, VOs, Aggregates, …)</a:t>
          </a:r>
        </a:p>
      </dsp:txBody>
      <dsp:txXfrm>
        <a:off x="5330999" y="2612037"/>
        <a:ext cx="4320000" cy="6677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2E8DC9-9C05-7B40-AF3E-EC748AF9766D}">
      <dsp:nvSpPr>
        <dsp:cNvPr id="0" name=""/>
        <dsp:cNvSpPr/>
      </dsp:nvSpPr>
      <dsp:spPr>
        <a:xfrm>
          <a:off x="773" y="0"/>
          <a:ext cx="3134320" cy="3541712"/>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309601" tIns="0" rIns="309601" bIns="330200" numCol="1" spcCol="1270" anchor="t" anchorCtr="0">
          <a:noAutofit/>
        </a:bodyPr>
        <a:lstStyle/>
        <a:p>
          <a:pPr marL="0" lvl="0" indent="0" algn="l" defTabSz="1155700">
            <a:lnSpc>
              <a:spcPct val="90000"/>
            </a:lnSpc>
            <a:spcBef>
              <a:spcPct val="0"/>
            </a:spcBef>
            <a:spcAft>
              <a:spcPct val="35000"/>
            </a:spcAft>
            <a:buNone/>
          </a:pPr>
          <a:r>
            <a:rPr lang="en-US" sz="2600" kern="1200"/>
            <a:t>A simplified representation of the business rules</a:t>
          </a:r>
        </a:p>
      </dsp:txBody>
      <dsp:txXfrm>
        <a:off x="773" y="1416684"/>
        <a:ext cx="3134320" cy="2125027"/>
      </dsp:txXfrm>
    </dsp:sp>
    <dsp:sp modelId="{42589DB3-AC8D-3949-8BA6-692EA26ABB22}">
      <dsp:nvSpPr>
        <dsp:cNvPr id="0" name=""/>
        <dsp:cNvSpPr/>
      </dsp:nvSpPr>
      <dsp:spPr>
        <a:xfrm>
          <a:off x="773" y="0"/>
          <a:ext cx="3134320" cy="1416684"/>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309601" tIns="165100" rIns="309601"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773" y="0"/>
        <a:ext cx="3134320" cy="1416684"/>
      </dsp:txXfrm>
    </dsp:sp>
    <dsp:sp modelId="{6E79870C-FCE1-1D42-9090-75E0E5C59B2E}">
      <dsp:nvSpPr>
        <dsp:cNvPr id="0" name=""/>
        <dsp:cNvSpPr/>
      </dsp:nvSpPr>
      <dsp:spPr>
        <a:xfrm>
          <a:off x="3385839" y="0"/>
          <a:ext cx="3134320" cy="3541712"/>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309601" tIns="0" rIns="309601" bIns="330200" numCol="1" spcCol="1270" anchor="t" anchorCtr="0">
          <a:noAutofit/>
        </a:bodyPr>
        <a:lstStyle/>
        <a:p>
          <a:pPr marL="0" lvl="0" indent="0" algn="l" defTabSz="1155700">
            <a:lnSpc>
              <a:spcPct val="90000"/>
            </a:lnSpc>
            <a:spcBef>
              <a:spcPct val="0"/>
            </a:spcBef>
            <a:spcAft>
              <a:spcPct val="35000"/>
            </a:spcAft>
            <a:buNone/>
          </a:pPr>
          <a:r>
            <a:rPr lang="en-US" sz="2600" kern="1200"/>
            <a:t>Not equal to the database schema</a:t>
          </a:r>
        </a:p>
      </dsp:txBody>
      <dsp:txXfrm>
        <a:off x="3385839" y="1416684"/>
        <a:ext cx="3134320" cy="2125027"/>
      </dsp:txXfrm>
    </dsp:sp>
    <dsp:sp modelId="{7764924F-5B1E-0842-8747-8C91B9F64E09}">
      <dsp:nvSpPr>
        <dsp:cNvPr id="0" name=""/>
        <dsp:cNvSpPr/>
      </dsp:nvSpPr>
      <dsp:spPr>
        <a:xfrm>
          <a:off x="3385839" y="0"/>
          <a:ext cx="3134320" cy="1416684"/>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309601" tIns="165100" rIns="309601"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385839" y="0"/>
        <a:ext cx="3134320" cy="1416684"/>
      </dsp:txXfrm>
    </dsp:sp>
    <dsp:sp modelId="{39CBF26B-DEF2-FD4F-9EB1-82D133241363}">
      <dsp:nvSpPr>
        <dsp:cNvPr id="0" name=""/>
        <dsp:cNvSpPr/>
      </dsp:nvSpPr>
      <dsp:spPr>
        <a:xfrm>
          <a:off x="6770905" y="0"/>
          <a:ext cx="3134320" cy="3541712"/>
        </a:xfrm>
        <a:prstGeom prst="rect">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309601" tIns="0" rIns="309601" bIns="330200" numCol="1" spcCol="1270" anchor="t" anchorCtr="0">
          <a:noAutofit/>
        </a:bodyPr>
        <a:lstStyle/>
        <a:p>
          <a:pPr marL="0" lvl="0" indent="0" algn="l" defTabSz="1155700">
            <a:lnSpc>
              <a:spcPct val="90000"/>
            </a:lnSpc>
            <a:spcBef>
              <a:spcPct val="0"/>
            </a:spcBef>
            <a:spcAft>
              <a:spcPct val="35000"/>
            </a:spcAft>
            <a:buNone/>
          </a:pPr>
          <a:r>
            <a:rPr lang="en-US" sz="2600" kern="1200"/>
            <a:t>Lives in code: names + behaviors + invariants</a:t>
          </a:r>
        </a:p>
      </dsp:txBody>
      <dsp:txXfrm>
        <a:off x="6770905" y="1416684"/>
        <a:ext cx="3134320" cy="2125027"/>
      </dsp:txXfrm>
    </dsp:sp>
    <dsp:sp modelId="{A76E3E75-BE3C-A740-93C3-1C9DBB63E63A}">
      <dsp:nvSpPr>
        <dsp:cNvPr id="0" name=""/>
        <dsp:cNvSpPr/>
      </dsp:nvSpPr>
      <dsp:spPr>
        <a:xfrm>
          <a:off x="6770905" y="0"/>
          <a:ext cx="3134320" cy="1416684"/>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309601" tIns="165100" rIns="309601"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6770905" y="0"/>
        <a:ext cx="3134320" cy="14166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577A19-3F37-427E-B410-9A9D052600CE}">
      <dsp:nvSpPr>
        <dsp:cNvPr id="0" name=""/>
        <dsp:cNvSpPr/>
      </dsp:nvSpPr>
      <dsp:spPr>
        <a:xfrm>
          <a:off x="872040" y="803803"/>
          <a:ext cx="923990" cy="9239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C144A2-993B-4242-86D4-8484823721C8}">
      <dsp:nvSpPr>
        <dsp:cNvPr id="0" name=""/>
        <dsp:cNvSpPr/>
      </dsp:nvSpPr>
      <dsp:spPr>
        <a:xfrm>
          <a:off x="307380" y="2017910"/>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Talk to domain experts regularly (short sessions)</a:t>
          </a:r>
        </a:p>
      </dsp:txBody>
      <dsp:txXfrm>
        <a:off x="307380" y="2017910"/>
        <a:ext cx="2053312" cy="720000"/>
      </dsp:txXfrm>
    </dsp:sp>
    <dsp:sp modelId="{6CC1FD08-D54D-42AA-8E5E-428FE78ACF0A}">
      <dsp:nvSpPr>
        <dsp:cNvPr id="0" name=""/>
        <dsp:cNvSpPr/>
      </dsp:nvSpPr>
      <dsp:spPr>
        <a:xfrm>
          <a:off x="3284683" y="803803"/>
          <a:ext cx="923990" cy="9239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D5BEF2-36AF-4F29-9266-C215B2362C5D}">
      <dsp:nvSpPr>
        <dsp:cNvPr id="0" name=""/>
        <dsp:cNvSpPr/>
      </dsp:nvSpPr>
      <dsp:spPr>
        <a:xfrm>
          <a:off x="2720022" y="2017910"/>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Capture glossary: terms + examples + edge cases</a:t>
          </a:r>
        </a:p>
      </dsp:txBody>
      <dsp:txXfrm>
        <a:off x="2720022" y="2017910"/>
        <a:ext cx="2053312" cy="720000"/>
      </dsp:txXfrm>
    </dsp:sp>
    <dsp:sp modelId="{CF093554-51DB-4448-9CA3-695E90B00294}">
      <dsp:nvSpPr>
        <dsp:cNvPr id="0" name=""/>
        <dsp:cNvSpPr/>
      </dsp:nvSpPr>
      <dsp:spPr>
        <a:xfrm>
          <a:off x="5697325" y="803803"/>
          <a:ext cx="923990" cy="9239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91CC3B-F373-404C-9B08-18541CBD2384}">
      <dsp:nvSpPr>
        <dsp:cNvPr id="0" name=""/>
        <dsp:cNvSpPr/>
      </dsp:nvSpPr>
      <dsp:spPr>
        <a:xfrm>
          <a:off x="5132664" y="2017910"/>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Rename code when language changes (refactor!)</a:t>
          </a:r>
        </a:p>
      </dsp:txBody>
      <dsp:txXfrm>
        <a:off x="5132664" y="2017910"/>
        <a:ext cx="2053312" cy="720000"/>
      </dsp:txXfrm>
    </dsp:sp>
    <dsp:sp modelId="{49365837-CFDC-4E6D-B17B-FC9E19C34A44}">
      <dsp:nvSpPr>
        <dsp:cNvPr id="0" name=""/>
        <dsp:cNvSpPr/>
      </dsp:nvSpPr>
      <dsp:spPr>
        <a:xfrm>
          <a:off x="8109967" y="803803"/>
          <a:ext cx="923990" cy="9239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F5A3D9-DD0E-45A8-8075-66A8B2F7377E}">
      <dsp:nvSpPr>
        <dsp:cNvPr id="0" name=""/>
        <dsp:cNvSpPr/>
      </dsp:nvSpPr>
      <dsp:spPr>
        <a:xfrm>
          <a:off x="7545306" y="2017910"/>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Put language into tests as scenarios</a:t>
          </a:r>
        </a:p>
      </dsp:txBody>
      <dsp:txXfrm>
        <a:off x="7545306" y="2017910"/>
        <a:ext cx="2053312"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1160E4-FB40-4A63-B6DA-24540E86B580}">
      <dsp:nvSpPr>
        <dsp:cNvPr id="0" name=""/>
        <dsp:cNvSpPr/>
      </dsp:nvSpPr>
      <dsp:spPr>
        <a:xfrm>
          <a:off x="0" y="437"/>
          <a:ext cx="9905999" cy="10239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5C094F-DA33-47A8-AC8C-07F29236702A}">
      <dsp:nvSpPr>
        <dsp:cNvPr id="0" name=""/>
        <dsp:cNvSpPr/>
      </dsp:nvSpPr>
      <dsp:spPr>
        <a:xfrm>
          <a:off x="309757" y="230835"/>
          <a:ext cx="563196" cy="5631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E0F47D-875A-4C09-991F-5679389A78C3}">
      <dsp:nvSpPr>
        <dsp:cNvPr id="0" name=""/>
        <dsp:cNvSpPr/>
      </dsp:nvSpPr>
      <dsp:spPr>
        <a:xfrm>
          <a:off x="1182711" y="437"/>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Big domains contain smaller problem areas</a:t>
          </a:r>
        </a:p>
      </dsp:txBody>
      <dsp:txXfrm>
        <a:off x="1182711" y="437"/>
        <a:ext cx="8723287" cy="1023992"/>
      </dsp:txXfrm>
    </dsp:sp>
    <dsp:sp modelId="{FB3BA41C-57D5-426A-8085-F512447603EE}">
      <dsp:nvSpPr>
        <dsp:cNvPr id="0" name=""/>
        <dsp:cNvSpPr/>
      </dsp:nvSpPr>
      <dsp:spPr>
        <a:xfrm>
          <a:off x="0" y="1280428"/>
          <a:ext cx="9905999" cy="10239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3C9964-88B5-48C3-832D-2AADAE5391E7}">
      <dsp:nvSpPr>
        <dsp:cNvPr id="0" name=""/>
        <dsp:cNvSpPr/>
      </dsp:nvSpPr>
      <dsp:spPr>
        <a:xfrm>
          <a:off x="309757" y="1510826"/>
          <a:ext cx="563196" cy="5631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6D8126C-6CB7-4306-A6DB-9306F25161A2}">
      <dsp:nvSpPr>
        <dsp:cNvPr id="0" name=""/>
        <dsp:cNvSpPr/>
      </dsp:nvSpPr>
      <dsp:spPr>
        <a:xfrm>
          <a:off x="1182711" y="1280428"/>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Example (bank): Payments, Loans, Onboarding, Risk, Reporting</a:t>
          </a:r>
        </a:p>
      </dsp:txBody>
      <dsp:txXfrm>
        <a:off x="1182711" y="1280428"/>
        <a:ext cx="8723287" cy="1023992"/>
      </dsp:txXfrm>
    </dsp:sp>
    <dsp:sp modelId="{EB676046-6E72-4300-B1F0-8D24E964257A}">
      <dsp:nvSpPr>
        <dsp:cNvPr id="0" name=""/>
        <dsp:cNvSpPr/>
      </dsp:nvSpPr>
      <dsp:spPr>
        <a:xfrm>
          <a:off x="0" y="2560419"/>
          <a:ext cx="9905999" cy="10239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6EEE84-C206-40FF-AE73-15D472968CFC}">
      <dsp:nvSpPr>
        <dsp:cNvPr id="0" name=""/>
        <dsp:cNvSpPr/>
      </dsp:nvSpPr>
      <dsp:spPr>
        <a:xfrm>
          <a:off x="309757" y="2790817"/>
          <a:ext cx="563196" cy="5631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F3B9A06-CC49-432C-B9B4-703516B61268}">
      <dsp:nvSpPr>
        <dsp:cNvPr id="0" name=""/>
        <dsp:cNvSpPr/>
      </dsp:nvSpPr>
      <dsp:spPr>
        <a:xfrm>
          <a:off x="1182711" y="2560419"/>
          <a:ext cx="4457699"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Subdomain types</a:t>
          </a:r>
        </a:p>
      </dsp:txBody>
      <dsp:txXfrm>
        <a:off x="1182711" y="2560419"/>
        <a:ext cx="4457699" cy="1023992"/>
      </dsp:txXfrm>
    </dsp:sp>
    <dsp:sp modelId="{8D477D07-4803-413F-8135-A290F793BB0A}">
      <dsp:nvSpPr>
        <dsp:cNvPr id="0" name=""/>
        <dsp:cNvSpPr/>
      </dsp:nvSpPr>
      <dsp:spPr>
        <a:xfrm>
          <a:off x="5640411" y="2560419"/>
          <a:ext cx="42655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755650">
            <a:lnSpc>
              <a:spcPct val="90000"/>
            </a:lnSpc>
            <a:spcBef>
              <a:spcPct val="0"/>
            </a:spcBef>
            <a:spcAft>
              <a:spcPct val="35000"/>
            </a:spcAft>
            <a:buNone/>
          </a:pPr>
          <a:r>
            <a:rPr lang="en-US" sz="1700" kern="1200"/>
            <a:t>Core</a:t>
          </a:r>
        </a:p>
        <a:p>
          <a:pPr marL="0" lvl="0" indent="0" algn="l" defTabSz="755650">
            <a:lnSpc>
              <a:spcPct val="90000"/>
            </a:lnSpc>
            <a:spcBef>
              <a:spcPct val="0"/>
            </a:spcBef>
            <a:spcAft>
              <a:spcPct val="35000"/>
            </a:spcAft>
            <a:buNone/>
          </a:pPr>
          <a:r>
            <a:rPr lang="en-US" sz="1700" kern="1200"/>
            <a:t>Supporting</a:t>
          </a:r>
        </a:p>
        <a:p>
          <a:pPr marL="0" lvl="0" indent="0" algn="l" defTabSz="755650">
            <a:lnSpc>
              <a:spcPct val="90000"/>
            </a:lnSpc>
            <a:spcBef>
              <a:spcPct val="0"/>
            </a:spcBef>
            <a:spcAft>
              <a:spcPct val="35000"/>
            </a:spcAft>
            <a:buNone/>
          </a:pPr>
          <a:r>
            <a:rPr lang="en-US" sz="1700" kern="1200"/>
            <a:t>Generic</a:t>
          </a:r>
        </a:p>
      </dsp:txBody>
      <dsp:txXfrm>
        <a:off x="5640411" y="2560419"/>
        <a:ext cx="4265587" cy="102399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2DF36B-AED3-3D48-8353-EFFB73B8B8C9}">
      <dsp:nvSpPr>
        <dsp:cNvPr id="0" name=""/>
        <dsp:cNvSpPr/>
      </dsp:nvSpPr>
      <dsp:spPr>
        <a:xfrm>
          <a:off x="0" y="7966"/>
          <a:ext cx="6692748" cy="1341990"/>
        </a:xfrm>
        <a:prstGeom prst="round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A boundary where a model and language are consistent</a:t>
          </a:r>
        </a:p>
      </dsp:txBody>
      <dsp:txXfrm>
        <a:off x="65511" y="73477"/>
        <a:ext cx="6561726" cy="1210968"/>
      </dsp:txXfrm>
    </dsp:sp>
    <dsp:sp modelId="{842F3CD0-32F6-BC4E-916B-E9A4C42AD730}">
      <dsp:nvSpPr>
        <dsp:cNvPr id="0" name=""/>
        <dsp:cNvSpPr/>
      </dsp:nvSpPr>
      <dsp:spPr>
        <a:xfrm>
          <a:off x="0" y="1456517"/>
          <a:ext cx="6692748" cy="1341990"/>
        </a:xfrm>
        <a:prstGeom prst="roundRect">
          <a:avLst/>
        </a:prstGeom>
        <a:gradFill rotWithShape="0">
          <a:gsLst>
            <a:gs pos="0">
              <a:schemeClr val="accent2">
                <a:hueOff val="-734515"/>
                <a:satOff val="-16247"/>
                <a:lumOff val="-3235"/>
                <a:alphaOff val="0"/>
                <a:tint val="94000"/>
                <a:satMod val="105000"/>
                <a:lumMod val="102000"/>
              </a:schemeClr>
            </a:gs>
            <a:gs pos="100000">
              <a:schemeClr val="accent2">
                <a:hueOff val="-734515"/>
                <a:satOff val="-16247"/>
                <a:lumOff val="-3235"/>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Same word may mean different things in different contexts</a:t>
          </a:r>
        </a:p>
      </dsp:txBody>
      <dsp:txXfrm>
        <a:off x="65511" y="1522028"/>
        <a:ext cx="6561726" cy="1210968"/>
      </dsp:txXfrm>
    </dsp:sp>
    <dsp:sp modelId="{0087FEFE-98F8-2547-8B64-9C0F0B7E3F46}">
      <dsp:nvSpPr>
        <dsp:cNvPr id="0" name=""/>
        <dsp:cNvSpPr/>
      </dsp:nvSpPr>
      <dsp:spPr>
        <a:xfrm>
          <a:off x="0" y="2905067"/>
          <a:ext cx="6692748" cy="1341990"/>
        </a:xfrm>
        <a:prstGeom prst="roundRect">
          <a:avLst/>
        </a:prstGeom>
        <a:gradFill rotWithShape="0">
          <a:gsLst>
            <a:gs pos="0">
              <a:schemeClr val="accent2">
                <a:hueOff val="-1469031"/>
                <a:satOff val="-32495"/>
                <a:lumOff val="-6470"/>
                <a:alphaOff val="0"/>
                <a:tint val="94000"/>
                <a:satMod val="105000"/>
                <a:lumMod val="102000"/>
              </a:schemeClr>
            </a:gs>
            <a:gs pos="100000">
              <a:schemeClr val="accent2">
                <a:hueOff val="-1469031"/>
                <a:satOff val="-32495"/>
                <a:lumOff val="-647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You can have multiple valid models (by context)</a:t>
          </a:r>
        </a:p>
      </dsp:txBody>
      <dsp:txXfrm>
        <a:off x="65511" y="2970578"/>
        <a:ext cx="6561726" cy="121096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BD194-B968-44C1-83EB-6A497FCB0D4F}">
      <dsp:nvSpPr>
        <dsp:cNvPr id="0" name=""/>
        <dsp:cNvSpPr/>
      </dsp:nvSpPr>
      <dsp:spPr>
        <a:xfrm>
          <a:off x="255000" y="261910"/>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D9F9015-0E98-4D1C-BB1E-C3BA03ABCFE5}">
      <dsp:nvSpPr>
        <dsp:cNvPr id="0" name=""/>
        <dsp:cNvSpPr/>
      </dsp:nvSpPr>
      <dsp:spPr>
        <a:xfrm>
          <a:off x="255000" y="1903679"/>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kern="1200"/>
            <a:t>Customer/Supplier</a:t>
          </a:r>
        </a:p>
      </dsp:txBody>
      <dsp:txXfrm>
        <a:off x="255000" y="1903679"/>
        <a:ext cx="4320000" cy="648000"/>
      </dsp:txXfrm>
    </dsp:sp>
    <dsp:sp modelId="{08366420-A5A8-4094-B5F8-BD05529D4638}">
      <dsp:nvSpPr>
        <dsp:cNvPr id="0" name=""/>
        <dsp:cNvSpPr/>
      </dsp:nvSpPr>
      <dsp:spPr>
        <a:xfrm>
          <a:off x="255000" y="2612037"/>
          <a:ext cx="4320000" cy="667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90000"/>
            </a:lnSpc>
            <a:spcBef>
              <a:spcPct val="0"/>
            </a:spcBef>
            <a:spcAft>
              <a:spcPct val="35000"/>
            </a:spcAft>
            <a:buNone/>
          </a:pPr>
          <a:r>
            <a:rPr lang="en-US" sz="2600" kern="1200"/>
            <a:t>Upstream provides; downstream depends on contract</a:t>
          </a:r>
        </a:p>
      </dsp:txBody>
      <dsp:txXfrm>
        <a:off x="255000" y="2612037"/>
        <a:ext cx="4320000" cy="667764"/>
      </dsp:txXfrm>
    </dsp:sp>
    <dsp:sp modelId="{52722838-0778-42CB-B610-877C3CB18404}">
      <dsp:nvSpPr>
        <dsp:cNvPr id="0" name=""/>
        <dsp:cNvSpPr/>
      </dsp:nvSpPr>
      <dsp:spPr>
        <a:xfrm>
          <a:off x="5331000" y="261910"/>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AD69C7-A144-4A80-9721-8CE499ECA825}">
      <dsp:nvSpPr>
        <dsp:cNvPr id="0" name=""/>
        <dsp:cNvSpPr/>
      </dsp:nvSpPr>
      <dsp:spPr>
        <a:xfrm>
          <a:off x="5331000" y="1903679"/>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kern="1200"/>
            <a:t>Conformist</a:t>
          </a:r>
        </a:p>
      </dsp:txBody>
      <dsp:txXfrm>
        <a:off x="5331000" y="1903679"/>
        <a:ext cx="4320000" cy="648000"/>
      </dsp:txXfrm>
    </dsp:sp>
    <dsp:sp modelId="{4AE071FE-9018-4959-A167-3B0223367A7F}">
      <dsp:nvSpPr>
        <dsp:cNvPr id="0" name=""/>
        <dsp:cNvSpPr/>
      </dsp:nvSpPr>
      <dsp:spPr>
        <a:xfrm>
          <a:off x="5331000" y="2612037"/>
          <a:ext cx="4320000" cy="667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90000"/>
            </a:lnSpc>
            <a:spcBef>
              <a:spcPct val="0"/>
            </a:spcBef>
            <a:spcAft>
              <a:spcPct val="35000"/>
            </a:spcAft>
            <a:buNone/>
          </a:pPr>
          <a:r>
            <a:rPr lang="en-US" sz="2600" kern="1200"/>
            <a:t>Downstream adopts upstream model as-is (fast but risky)</a:t>
          </a:r>
        </a:p>
      </dsp:txBody>
      <dsp:txXfrm>
        <a:off x="5331000" y="2612037"/>
        <a:ext cx="4320000" cy="66776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D3A762-54B3-1B43-9889-9F8EB5E4409E}">
      <dsp:nvSpPr>
        <dsp:cNvPr id="0" name=""/>
        <dsp:cNvSpPr/>
      </dsp:nvSpPr>
      <dsp:spPr>
        <a:xfrm>
          <a:off x="48" y="280357"/>
          <a:ext cx="4628926" cy="1094400"/>
        </a:xfrm>
        <a:prstGeom prst="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270256" tIns="154432" rIns="270256" bIns="154432" numCol="1" spcCol="1270" anchor="ctr" anchorCtr="0">
          <a:noAutofit/>
        </a:bodyPr>
        <a:lstStyle/>
        <a:p>
          <a:pPr marL="0" lvl="0" indent="0" algn="ctr" defTabSz="1689100">
            <a:lnSpc>
              <a:spcPct val="90000"/>
            </a:lnSpc>
            <a:spcBef>
              <a:spcPct val="0"/>
            </a:spcBef>
            <a:spcAft>
              <a:spcPct val="35000"/>
            </a:spcAft>
            <a:buNone/>
          </a:pPr>
          <a:r>
            <a:rPr lang="en-US" sz="3800" kern="1200"/>
            <a:t>Shared Kernel</a:t>
          </a:r>
        </a:p>
      </dsp:txBody>
      <dsp:txXfrm>
        <a:off x="48" y="280357"/>
        <a:ext cx="4628926" cy="1094400"/>
      </dsp:txXfrm>
    </dsp:sp>
    <dsp:sp modelId="{E794A5D0-0E15-1248-B8B4-A4B12819C7FF}">
      <dsp:nvSpPr>
        <dsp:cNvPr id="0" name=""/>
        <dsp:cNvSpPr/>
      </dsp:nvSpPr>
      <dsp:spPr>
        <a:xfrm>
          <a:off x="48" y="1374757"/>
          <a:ext cx="4628926" cy="1929734"/>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2692" tIns="202692" rIns="270256" bIns="304038" numCol="1" spcCol="1270" anchor="t" anchorCtr="0">
          <a:noAutofit/>
        </a:bodyPr>
        <a:lstStyle/>
        <a:p>
          <a:pPr marL="285750" lvl="1" indent="-285750" algn="l" defTabSz="1689100">
            <a:lnSpc>
              <a:spcPct val="90000"/>
            </a:lnSpc>
            <a:spcBef>
              <a:spcPct val="0"/>
            </a:spcBef>
            <a:spcAft>
              <a:spcPct val="15000"/>
            </a:spcAft>
            <a:buChar char="•"/>
          </a:pPr>
          <a:r>
            <a:rPr lang="en-US" sz="3800" kern="1200"/>
            <a:t>Small shared model with joint ownership (use sparingly)</a:t>
          </a:r>
        </a:p>
      </dsp:txBody>
      <dsp:txXfrm>
        <a:off x="48" y="1374757"/>
        <a:ext cx="4628926" cy="1929734"/>
      </dsp:txXfrm>
    </dsp:sp>
    <dsp:sp modelId="{9CBC6482-8F2B-474F-BAA4-46F2862697C9}">
      <dsp:nvSpPr>
        <dsp:cNvPr id="0" name=""/>
        <dsp:cNvSpPr/>
      </dsp:nvSpPr>
      <dsp:spPr>
        <a:xfrm>
          <a:off x="5277024" y="280357"/>
          <a:ext cx="4628926" cy="1094400"/>
        </a:xfrm>
        <a:prstGeom prst="rect">
          <a:avLst/>
        </a:prstGeom>
        <a:gradFill rotWithShape="0">
          <a:gsLst>
            <a:gs pos="0">
              <a:schemeClr val="accent3">
                <a:hueOff val="0"/>
                <a:satOff val="0"/>
                <a:lumOff val="0"/>
                <a:alphaOff val="0"/>
                <a:tint val="94000"/>
                <a:satMod val="105000"/>
                <a:lumMod val="102000"/>
              </a:schemeClr>
            </a:gs>
            <a:gs pos="100000">
              <a:schemeClr val="accent3">
                <a:hueOff val="0"/>
                <a:satOff val="0"/>
                <a:lumOff val="0"/>
                <a:alphaOff val="0"/>
                <a:shade val="74000"/>
                <a:satMod val="128000"/>
                <a:lumMod val="100000"/>
              </a:schemeClr>
            </a:gs>
          </a:gsLst>
          <a:lin ang="5400000" scaled="0"/>
        </a:gradFill>
        <a:ln w="9525" cap="flat"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270256" tIns="154432" rIns="270256" bIns="154432" numCol="1" spcCol="1270" anchor="ctr" anchorCtr="0">
          <a:noAutofit/>
        </a:bodyPr>
        <a:lstStyle/>
        <a:p>
          <a:pPr marL="0" lvl="0" indent="0" algn="ctr" defTabSz="1689100">
            <a:lnSpc>
              <a:spcPct val="90000"/>
            </a:lnSpc>
            <a:spcBef>
              <a:spcPct val="0"/>
            </a:spcBef>
            <a:spcAft>
              <a:spcPct val="35000"/>
            </a:spcAft>
            <a:buNone/>
          </a:pPr>
          <a:r>
            <a:rPr lang="en-US" sz="3800" kern="1200"/>
            <a:t>Published Language</a:t>
          </a:r>
        </a:p>
      </dsp:txBody>
      <dsp:txXfrm>
        <a:off x="5277024" y="280357"/>
        <a:ext cx="4628926" cy="1094400"/>
      </dsp:txXfrm>
    </dsp:sp>
    <dsp:sp modelId="{98FD1E6A-E695-AD4F-882A-9987CC9C843D}">
      <dsp:nvSpPr>
        <dsp:cNvPr id="0" name=""/>
        <dsp:cNvSpPr/>
      </dsp:nvSpPr>
      <dsp:spPr>
        <a:xfrm>
          <a:off x="5277024" y="1374757"/>
          <a:ext cx="4628926" cy="1929734"/>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2692" tIns="202692" rIns="270256" bIns="304038" numCol="1" spcCol="1270" anchor="t" anchorCtr="0">
          <a:noAutofit/>
        </a:bodyPr>
        <a:lstStyle/>
        <a:p>
          <a:pPr marL="285750" lvl="1" indent="-285750" algn="l" defTabSz="1689100">
            <a:lnSpc>
              <a:spcPct val="90000"/>
            </a:lnSpc>
            <a:spcBef>
              <a:spcPct val="0"/>
            </a:spcBef>
            <a:spcAft>
              <a:spcPct val="15000"/>
            </a:spcAft>
            <a:buChar char="•"/>
          </a:pPr>
          <a:r>
            <a:rPr lang="en-US" sz="3800" kern="1200"/>
            <a:t>Stable integration contract (events/APIs)</a:t>
          </a:r>
        </a:p>
      </dsp:txBody>
      <dsp:txXfrm>
        <a:off x="5277024" y="1374757"/>
        <a:ext cx="4628926" cy="192973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F8D65F-688B-D448-902A-A13DB2898762}">
      <dsp:nvSpPr>
        <dsp:cNvPr id="0" name=""/>
        <dsp:cNvSpPr/>
      </dsp:nvSpPr>
      <dsp:spPr>
        <a:xfrm>
          <a:off x="8706" y="990178"/>
          <a:ext cx="2602259" cy="1561355"/>
        </a:xfrm>
        <a:prstGeom prst="roundRect">
          <a:avLst>
            <a:gd name="adj" fmla="val 10000"/>
          </a:avLst>
        </a:prstGeom>
        <a:solidFill>
          <a:schemeClr val="accent2">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Translate external models into your model</a:t>
          </a:r>
        </a:p>
      </dsp:txBody>
      <dsp:txXfrm>
        <a:off x="54437" y="1035909"/>
        <a:ext cx="2510797" cy="1469893"/>
      </dsp:txXfrm>
    </dsp:sp>
    <dsp:sp modelId="{A9F5874E-A7ED-D849-AA1C-D607A13CAE43}">
      <dsp:nvSpPr>
        <dsp:cNvPr id="0" name=""/>
        <dsp:cNvSpPr/>
      </dsp:nvSpPr>
      <dsp:spPr>
        <a:xfrm>
          <a:off x="2839965" y="1448175"/>
          <a:ext cx="551679" cy="645360"/>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2839965" y="1577247"/>
        <a:ext cx="386175" cy="387216"/>
      </dsp:txXfrm>
    </dsp:sp>
    <dsp:sp modelId="{5D532952-FE97-7E4B-BB26-A339AEC770DA}">
      <dsp:nvSpPr>
        <dsp:cNvPr id="0" name=""/>
        <dsp:cNvSpPr/>
      </dsp:nvSpPr>
      <dsp:spPr>
        <a:xfrm>
          <a:off x="3651870" y="990178"/>
          <a:ext cx="2602259" cy="1561355"/>
        </a:xfrm>
        <a:prstGeom prst="roundRect">
          <a:avLst>
            <a:gd name="adj" fmla="val 10000"/>
          </a:avLst>
        </a:prstGeom>
        <a:solidFill>
          <a:schemeClr val="accent3">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Protects your domain from messy models</a:t>
          </a:r>
        </a:p>
      </dsp:txBody>
      <dsp:txXfrm>
        <a:off x="3697601" y="1035909"/>
        <a:ext cx="2510797" cy="1469893"/>
      </dsp:txXfrm>
    </dsp:sp>
    <dsp:sp modelId="{D136DDE9-7018-4043-8D4B-9E486DC644B9}">
      <dsp:nvSpPr>
        <dsp:cNvPr id="0" name=""/>
        <dsp:cNvSpPr/>
      </dsp:nvSpPr>
      <dsp:spPr>
        <a:xfrm>
          <a:off x="6483128" y="1448175"/>
          <a:ext cx="551679" cy="64536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6483128" y="1577247"/>
        <a:ext cx="386175" cy="387216"/>
      </dsp:txXfrm>
    </dsp:sp>
    <dsp:sp modelId="{E11830F6-677E-4445-92AF-FC4AA3390544}">
      <dsp:nvSpPr>
        <dsp:cNvPr id="0" name=""/>
        <dsp:cNvSpPr/>
      </dsp:nvSpPr>
      <dsp:spPr>
        <a:xfrm>
          <a:off x="7295033" y="990178"/>
          <a:ext cx="2602259" cy="1561355"/>
        </a:xfrm>
        <a:prstGeom prst="roundRect">
          <a:avLst>
            <a:gd name="adj" fmla="val 10000"/>
          </a:avLst>
        </a:prstGeom>
        <a:solidFill>
          <a:schemeClr val="accent4">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Localizes integration changes</a:t>
          </a:r>
        </a:p>
      </dsp:txBody>
      <dsp:txXfrm>
        <a:off x="7340764" y="1035909"/>
        <a:ext cx="2510797" cy="146989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76E6EC-715A-476C-8100-A41F5E5969B2}">
      <dsp:nvSpPr>
        <dsp:cNvPr id="0" name=""/>
        <dsp:cNvSpPr/>
      </dsp:nvSpPr>
      <dsp:spPr>
        <a:xfrm>
          <a:off x="1658999" y="206811"/>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4BB83E-FA1E-47B6-B961-EDCEC7303C95}">
      <dsp:nvSpPr>
        <dsp:cNvPr id="0" name=""/>
        <dsp:cNvSpPr/>
      </dsp:nvSpPr>
      <dsp:spPr>
        <a:xfrm>
          <a:off x="254999" y="185517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kern="1200"/>
            <a:t>Application</a:t>
          </a:r>
        </a:p>
      </dsp:txBody>
      <dsp:txXfrm>
        <a:off x="254999" y="1855174"/>
        <a:ext cx="4320000" cy="648000"/>
      </dsp:txXfrm>
    </dsp:sp>
    <dsp:sp modelId="{3BD9075C-BCC7-4971-9C21-FC67ABE11DEE}">
      <dsp:nvSpPr>
        <dsp:cNvPr id="0" name=""/>
        <dsp:cNvSpPr/>
      </dsp:nvSpPr>
      <dsp:spPr>
        <a:xfrm>
          <a:off x="254999" y="2566598"/>
          <a:ext cx="4320000" cy="811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Orchestrates use cases</a:t>
          </a:r>
        </a:p>
        <a:p>
          <a:pPr marL="0" lvl="0" indent="0" algn="ctr" defTabSz="755650">
            <a:lnSpc>
              <a:spcPct val="90000"/>
            </a:lnSpc>
            <a:spcBef>
              <a:spcPct val="0"/>
            </a:spcBef>
            <a:spcAft>
              <a:spcPct val="35000"/>
            </a:spcAft>
            <a:buNone/>
          </a:pPr>
          <a:r>
            <a:rPr lang="en-US" sz="1700" kern="1200"/>
            <a:t>Calls domain methods</a:t>
          </a:r>
        </a:p>
        <a:p>
          <a:pPr marL="0" lvl="0" indent="0" algn="ctr" defTabSz="755650">
            <a:lnSpc>
              <a:spcPct val="90000"/>
            </a:lnSpc>
            <a:spcBef>
              <a:spcPct val="0"/>
            </a:spcBef>
            <a:spcAft>
              <a:spcPct val="35000"/>
            </a:spcAft>
            <a:buNone/>
          </a:pPr>
          <a:r>
            <a:rPr lang="en-US" sz="1700" kern="1200"/>
            <a:t>Coordinates transactions</a:t>
          </a:r>
        </a:p>
      </dsp:txBody>
      <dsp:txXfrm>
        <a:off x="254999" y="2566598"/>
        <a:ext cx="4320000" cy="811439"/>
      </dsp:txXfrm>
    </dsp:sp>
    <dsp:sp modelId="{78B3A582-7152-4113-BDE7-91126FFC1128}">
      <dsp:nvSpPr>
        <dsp:cNvPr id="0" name=""/>
        <dsp:cNvSpPr/>
      </dsp:nvSpPr>
      <dsp:spPr>
        <a:xfrm>
          <a:off x="6734999" y="206811"/>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8472C03-019E-4E93-8783-40C0EB017145}">
      <dsp:nvSpPr>
        <dsp:cNvPr id="0" name=""/>
        <dsp:cNvSpPr/>
      </dsp:nvSpPr>
      <dsp:spPr>
        <a:xfrm>
          <a:off x="5330999" y="185517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kern="1200"/>
            <a:t>Domain</a:t>
          </a:r>
        </a:p>
      </dsp:txBody>
      <dsp:txXfrm>
        <a:off x="5330999" y="1855174"/>
        <a:ext cx="4320000" cy="648000"/>
      </dsp:txXfrm>
    </dsp:sp>
    <dsp:sp modelId="{80D713D8-7828-498F-B1AD-78F41743C462}">
      <dsp:nvSpPr>
        <dsp:cNvPr id="0" name=""/>
        <dsp:cNvSpPr/>
      </dsp:nvSpPr>
      <dsp:spPr>
        <a:xfrm>
          <a:off x="5330999" y="2566598"/>
          <a:ext cx="4320000" cy="811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Rules, invariants, behaviors</a:t>
          </a:r>
        </a:p>
        <a:p>
          <a:pPr marL="0" lvl="0" indent="0" algn="ctr" defTabSz="755650">
            <a:lnSpc>
              <a:spcPct val="90000"/>
            </a:lnSpc>
            <a:spcBef>
              <a:spcPct val="0"/>
            </a:spcBef>
            <a:spcAft>
              <a:spcPct val="35000"/>
            </a:spcAft>
            <a:buNone/>
          </a:pPr>
          <a:r>
            <a:rPr lang="en-US" sz="1700" kern="1200"/>
            <a:t>Pure business concepts</a:t>
          </a:r>
        </a:p>
      </dsp:txBody>
      <dsp:txXfrm>
        <a:off x="5330999" y="2566598"/>
        <a:ext cx="4320000" cy="81143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8BAB63-046C-4C76-9452-FC3987FDEC99}">
      <dsp:nvSpPr>
        <dsp:cNvPr id="0" name=""/>
        <dsp:cNvSpPr/>
      </dsp:nvSpPr>
      <dsp:spPr>
        <a:xfrm>
          <a:off x="0" y="437"/>
          <a:ext cx="9905999" cy="10239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7F6FC1-0482-4C8B-ACD0-1C649C51802A}">
      <dsp:nvSpPr>
        <dsp:cNvPr id="0" name=""/>
        <dsp:cNvSpPr/>
      </dsp:nvSpPr>
      <dsp:spPr>
        <a:xfrm>
          <a:off x="309757" y="230835"/>
          <a:ext cx="563196" cy="5631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0659D9-37AF-4A27-9642-5BFB432267A4}">
      <dsp:nvSpPr>
        <dsp:cNvPr id="0" name=""/>
        <dsp:cNvSpPr/>
      </dsp:nvSpPr>
      <dsp:spPr>
        <a:xfrm>
          <a:off x="1182711" y="437"/>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Has identity (id) and lifecycle</a:t>
          </a:r>
        </a:p>
      </dsp:txBody>
      <dsp:txXfrm>
        <a:off x="1182711" y="437"/>
        <a:ext cx="8723287" cy="1023992"/>
      </dsp:txXfrm>
    </dsp:sp>
    <dsp:sp modelId="{9B3D00E4-CA27-4579-9D13-B9F6D778905C}">
      <dsp:nvSpPr>
        <dsp:cNvPr id="0" name=""/>
        <dsp:cNvSpPr/>
      </dsp:nvSpPr>
      <dsp:spPr>
        <a:xfrm>
          <a:off x="0" y="1280428"/>
          <a:ext cx="9905999" cy="10239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97EE20-62E5-48C4-89A1-0A7A1253C494}">
      <dsp:nvSpPr>
        <dsp:cNvPr id="0" name=""/>
        <dsp:cNvSpPr/>
      </dsp:nvSpPr>
      <dsp:spPr>
        <a:xfrm>
          <a:off x="309757" y="1510826"/>
          <a:ext cx="563196" cy="5631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B52F68-7AEC-494C-859D-BAE1C3D4C4C5}">
      <dsp:nvSpPr>
        <dsp:cNvPr id="0" name=""/>
        <dsp:cNvSpPr/>
      </dsp:nvSpPr>
      <dsp:spPr>
        <a:xfrm>
          <a:off x="1182711" y="1280428"/>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Same entity over time even if attributes change</a:t>
          </a:r>
        </a:p>
      </dsp:txBody>
      <dsp:txXfrm>
        <a:off x="1182711" y="1280428"/>
        <a:ext cx="8723287" cy="1023992"/>
      </dsp:txXfrm>
    </dsp:sp>
    <dsp:sp modelId="{BD60FBC6-1598-446C-B2AA-ECEE3169FE53}">
      <dsp:nvSpPr>
        <dsp:cNvPr id="0" name=""/>
        <dsp:cNvSpPr/>
      </dsp:nvSpPr>
      <dsp:spPr>
        <a:xfrm>
          <a:off x="0" y="2560419"/>
          <a:ext cx="9905999" cy="10239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01C915-7DB8-4037-88DF-93C5BD860B4A}">
      <dsp:nvSpPr>
        <dsp:cNvPr id="0" name=""/>
        <dsp:cNvSpPr/>
      </dsp:nvSpPr>
      <dsp:spPr>
        <a:xfrm>
          <a:off x="309757" y="2790817"/>
          <a:ext cx="563196" cy="5631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72BF25-3730-4398-B549-3E38DB5D59A8}">
      <dsp:nvSpPr>
        <dsp:cNvPr id="0" name=""/>
        <dsp:cNvSpPr/>
      </dsp:nvSpPr>
      <dsp:spPr>
        <a:xfrm>
          <a:off x="1182711" y="2560419"/>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Put domain behavior on entities (avoid anemic models)</a:t>
          </a:r>
        </a:p>
      </dsp:txBody>
      <dsp:txXfrm>
        <a:off x="1182711" y="2560419"/>
        <a:ext cx="8723287" cy="102399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5A43F9-E272-8040-93EC-CD4A117A1D5D}">
      <dsp:nvSpPr>
        <dsp:cNvPr id="0" name=""/>
        <dsp:cNvSpPr/>
      </dsp:nvSpPr>
      <dsp:spPr>
        <a:xfrm>
          <a:off x="0" y="760808"/>
          <a:ext cx="2786062" cy="1769149"/>
        </a:xfrm>
        <a:prstGeom prst="roundRect">
          <a:avLst>
            <a:gd name="adj" fmla="val 1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6EDC319A-D176-8A4A-9684-FD7B3C4E34A4}">
      <dsp:nvSpPr>
        <dsp:cNvPr id="0" name=""/>
        <dsp:cNvSpPr/>
      </dsp:nvSpPr>
      <dsp:spPr>
        <a:xfrm>
          <a:off x="309562" y="1054892"/>
          <a:ext cx="2786062" cy="176914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No identity; defined by its values</a:t>
          </a:r>
        </a:p>
      </dsp:txBody>
      <dsp:txXfrm>
        <a:off x="361379" y="1106709"/>
        <a:ext cx="2682428" cy="1665515"/>
      </dsp:txXfrm>
    </dsp:sp>
    <dsp:sp modelId="{6992B6C3-2133-C24E-8C11-4F5B9CEBA8BB}">
      <dsp:nvSpPr>
        <dsp:cNvPr id="0" name=""/>
        <dsp:cNvSpPr/>
      </dsp:nvSpPr>
      <dsp:spPr>
        <a:xfrm>
          <a:off x="3405187" y="760808"/>
          <a:ext cx="2786062" cy="1769149"/>
        </a:xfrm>
        <a:prstGeom prst="roundRect">
          <a:avLst>
            <a:gd name="adj" fmla="val 1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B7F1371-BF85-8D4E-A8EB-5C7CC6104802}">
      <dsp:nvSpPr>
        <dsp:cNvPr id="0" name=""/>
        <dsp:cNvSpPr/>
      </dsp:nvSpPr>
      <dsp:spPr>
        <a:xfrm>
          <a:off x="3714749" y="1054892"/>
          <a:ext cx="2786062" cy="176914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Usually immutable</a:t>
          </a:r>
        </a:p>
      </dsp:txBody>
      <dsp:txXfrm>
        <a:off x="3766566" y="1106709"/>
        <a:ext cx="2682428" cy="1665515"/>
      </dsp:txXfrm>
    </dsp:sp>
    <dsp:sp modelId="{04F15065-36FF-6A44-8B50-47E20462019F}">
      <dsp:nvSpPr>
        <dsp:cNvPr id="0" name=""/>
        <dsp:cNvSpPr/>
      </dsp:nvSpPr>
      <dsp:spPr>
        <a:xfrm>
          <a:off x="6810374" y="760808"/>
          <a:ext cx="2786062" cy="1769149"/>
        </a:xfrm>
        <a:prstGeom prst="roundRect">
          <a:avLst>
            <a:gd name="adj" fmla="val 1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AC349E26-1DE3-2A46-8A90-9A98FC72A3E9}">
      <dsp:nvSpPr>
        <dsp:cNvPr id="0" name=""/>
        <dsp:cNvSpPr/>
      </dsp:nvSpPr>
      <dsp:spPr>
        <a:xfrm>
          <a:off x="7119936" y="1054892"/>
          <a:ext cx="2786062" cy="176914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Great for expressing concepts: Money, Email, DateRange</a:t>
          </a:r>
        </a:p>
      </dsp:txBody>
      <dsp:txXfrm>
        <a:off x="7171753" y="1106709"/>
        <a:ext cx="2682428" cy="166551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76EC94-BC8C-4064-8FB1-C5397D6F71F4}">
      <dsp:nvSpPr>
        <dsp:cNvPr id="0" name=""/>
        <dsp:cNvSpPr/>
      </dsp:nvSpPr>
      <dsp:spPr>
        <a:xfrm>
          <a:off x="1014450" y="403074"/>
          <a:ext cx="1265962" cy="12659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ED9ED6-5410-46A6-B2C7-0039C6F7E7B9}">
      <dsp:nvSpPr>
        <dsp:cNvPr id="0" name=""/>
        <dsp:cNvSpPr/>
      </dsp:nvSpPr>
      <dsp:spPr>
        <a:xfrm>
          <a:off x="240806" y="2019646"/>
          <a:ext cx="2813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US" sz="1900" kern="1200"/>
            <a:t>Encapsulate validation (e.g., Email format)</a:t>
          </a:r>
        </a:p>
      </dsp:txBody>
      <dsp:txXfrm>
        <a:off x="240806" y="2019646"/>
        <a:ext cx="2813250" cy="720000"/>
      </dsp:txXfrm>
    </dsp:sp>
    <dsp:sp modelId="{41CA746B-546F-419D-93A8-26971677E646}">
      <dsp:nvSpPr>
        <dsp:cNvPr id="0" name=""/>
        <dsp:cNvSpPr/>
      </dsp:nvSpPr>
      <dsp:spPr>
        <a:xfrm>
          <a:off x="4320018" y="403074"/>
          <a:ext cx="1265962" cy="12659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5F57976-1E66-4F04-A435-F57ECDCDC156}">
      <dsp:nvSpPr>
        <dsp:cNvPr id="0" name=""/>
        <dsp:cNvSpPr/>
      </dsp:nvSpPr>
      <dsp:spPr>
        <a:xfrm>
          <a:off x="3546375" y="2019646"/>
          <a:ext cx="2813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US" sz="1900" kern="1200"/>
            <a:t>Encapsulate rules (e.g., Money + Money requires same currency)</a:t>
          </a:r>
        </a:p>
      </dsp:txBody>
      <dsp:txXfrm>
        <a:off x="3546375" y="2019646"/>
        <a:ext cx="2813250" cy="720000"/>
      </dsp:txXfrm>
    </dsp:sp>
    <dsp:sp modelId="{389CC46A-E0CB-472E-BA11-703A915CE445}">
      <dsp:nvSpPr>
        <dsp:cNvPr id="0" name=""/>
        <dsp:cNvSpPr/>
      </dsp:nvSpPr>
      <dsp:spPr>
        <a:xfrm>
          <a:off x="7625587" y="403074"/>
          <a:ext cx="1265962" cy="12659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ADCFF0D-F683-4DBE-82F0-8C313CFE7B49}">
      <dsp:nvSpPr>
        <dsp:cNvPr id="0" name=""/>
        <dsp:cNvSpPr/>
      </dsp:nvSpPr>
      <dsp:spPr>
        <a:xfrm>
          <a:off x="6851943" y="2019646"/>
          <a:ext cx="2813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US" sz="1900" kern="1200"/>
            <a:t>Improve readability and correctness</a:t>
          </a:r>
        </a:p>
      </dsp:txBody>
      <dsp:txXfrm>
        <a:off x="6851943" y="2019646"/>
        <a:ext cx="2813250" cy="72000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50A43A-BCAA-3349-8724-AA3A99A56111}">
      <dsp:nvSpPr>
        <dsp:cNvPr id="0" name=""/>
        <dsp:cNvSpPr/>
      </dsp:nvSpPr>
      <dsp:spPr>
        <a:xfrm>
          <a:off x="0" y="47356"/>
          <a:ext cx="6692748" cy="981757"/>
        </a:xfrm>
        <a:prstGeom prst="round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Only the root can be referenced from outside</a:t>
          </a:r>
        </a:p>
      </dsp:txBody>
      <dsp:txXfrm>
        <a:off x="47925" y="95281"/>
        <a:ext cx="6596898" cy="885907"/>
      </dsp:txXfrm>
    </dsp:sp>
    <dsp:sp modelId="{37805C3B-A6C7-104D-B8FC-5C5F8DD93770}">
      <dsp:nvSpPr>
        <dsp:cNvPr id="0" name=""/>
        <dsp:cNvSpPr/>
      </dsp:nvSpPr>
      <dsp:spPr>
        <a:xfrm>
          <a:off x="0" y="1106874"/>
          <a:ext cx="6692748" cy="981757"/>
        </a:xfrm>
        <a:prstGeom prst="roundRect">
          <a:avLst/>
        </a:prstGeom>
        <a:gradFill rotWithShape="0">
          <a:gsLst>
            <a:gs pos="0">
              <a:schemeClr val="accent2">
                <a:hueOff val="-489677"/>
                <a:satOff val="-10832"/>
                <a:lumOff val="-2157"/>
                <a:alphaOff val="0"/>
                <a:tint val="94000"/>
                <a:satMod val="105000"/>
                <a:lumMod val="102000"/>
              </a:schemeClr>
            </a:gs>
            <a:gs pos="100000">
              <a:schemeClr val="accent2">
                <a:hueOff val="-489677"/>
                <a:satOff val="-10832"/>
                <a:lumOff val="-2157"/>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Keep aggregates small</a:t>
          </a:r>
        </a:p>
      </dsp:txBody>
      <dsp:txXfrm>
        <a:off x="47925" y="1154799"/>
        <a:ext cx="6596898" cy="885907"/>
      </dsp:txXfrm>
    </dsp:sp>
    <dsp:sp modelId="{43434FC0-2C9C-A743-BEED-90D718FFAF5A}">
      <dsp:nvSpPr>
        <dsp:cNvPr id="0" name=""/>
        <dsp:cNvSpPr/>
      </dsp:nvSpPr>
      <dsp:spPr>
        <a:xfrm>
          <a:off x="0" y="2166392"/>
          <a:ext cx="6692748" cy="981757"/>
        </a:xfrm>
        <a:prstGeom prst="roundRect">
          <a:avLst/>
        </a:prstGeom>
        <a:gradFill rotWithShape="0">
          <a:gsLst>
            <a:gs pos="0">
              <a:schemeClr val="accent2">
                <a:hueOff val="-979354"/>
                <a:satOff val="-21663"/>
                <a:lumOff val="-4313"/>
                <a:alphaOff val="0"/>
                <a:tint val="94000"/>
                <a:satMod val="105000"/>
                <a:lumMod val="102000"/>
              </a:schemeClr>
            </a:gs>
            <a:gs pos="100000">
              <a:schemeClr val="accent2">
                <a:hueOff val="-979354"/>
                <a:satOff val="-21663"/>
                <a:lumOff val="-4313"/>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One aggregate change ≈ one transaction</a:t>
          </a:r>
        </a:p>
      </dsp:txBody>
      <dsp:txXfrm>
        <a:off x="47925" y="2214317"/>
        <a:ext cx="6596898" cy="885907"/>
      </dsp:txXfrm>
    </dsp:sp>
    <dsp:sp modelId="{FA8D7697-6C1F-2749-AD4A-8BE421E48A20}">
      <dsp:nvSpPr>
        <dsp:cNvPr id="0" name=""/>
        <dsp:cNvSpPr/>
      </dsp:nvSpPr>
      <dsp:spPr>
        <a:xfrm>
          <a:off x="0" y="3225909"/>
          <a:ext cx="6692748" cy="981757"/>
        </a:xfrm>
        <a:prstGeom prst="roundRect">
          <a:avLst/>
        </a:prstGeom>
        <a:gradFill rotWithShape="0">
          <a:gsLst>
            <a:gs pos="0">
              <a:schemeClr val="accent2">
                <a:hueOff val="-1469031"/>
                <a:satOff val="-32495"/>
                <a:lumOff val="-6470"/>
                <a:alphaOff val="0"/>
                <a:tint val="94000"/>
                <a:satMod val="105000"/>
                <a:lumMod val="102000"/>
              </a:schemeClr>
            </a:gs>
            <a:gs pos="100000">
              <a:schemeClr val="accent2">
                <a:hueOff val="-1469031"/>
                <a:satOff val="-32495"/>
                <a:lumOff val="-647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Avoid cross-aggregate invariants in a single transaction</a:t>
          </a:r>
        </a:p>
      </dsp:txBody>
      <dsp:txXfrm>
        <a:off x="47925" y="3273834"/>
        <a:ext cx="6596898" cy="88590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D73567-9EFA-724A-889A-701B51F37F52}">
      <dsp:nvSpPr>
        <dsp:cNvPr id="0" name=""/>
        <dsp:cNvSpPr/>
      </dsp:nvSpPr>
      <dsp:spPr>
        <a:xfrm>
          <a:off x="8706" y="990178"/>
          <a:ext cx="2602259" cy="1561355"/>
        </a:xfrm>
        <a:prstGeom prst="roundRect">
          <a:avLst>
            <a:gd name="adj" fmla="val 10000"/>
          </a:avLst>
        </a:prstGeom>
        <a:solidFill>
          <a:schemeClr val="accent2">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Domain logic that doesn’t fit one entity/VO</a:t>
          </a:r>
        </a:p>
      </dsp:txBody>
      <dsp:txXfrm>
        <a:off x="54437" y="1035909"/>
        <a:ext cx="2510797" cy="1469893"/>
      </dsp:txXfrm>
    </dsp:sp>
    <dsp:sp modelId="{AF30D83B-5C90-2E47-9C84-3B41444670DD}">
      <dsp:nvSpPr>
        <dsp:cNvPr id="0" name=""/>
        <dsp:cNvSpPr/>
      </dsp:nvSpPr>
      <dsp:spPr>
        <a:xfrm>
          <a:off x="2839965" y="1448175"/>
          <a:ext cx="551679" cy="645360"/>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2839965" y="1577247"/>
        <a:ext cx="386175" cy="387216"/>
      </dsp:txXfrm>
    </dsp:sp>
    <dsp:sp modelId="{11602668-9E5C-3040-95FF-D40773D44366}">
      <dsp:nvSpPr>
        <dsp:cNvPr id="0" name=""/>
        <dsp:cNvSpPr/>
      </dsp:nvSpPr>
      <dsp:spPr>
        <a:xfrm>
          <a:off x="3651870" y="990178"/>
          <a:ext cx="2602259" cy="1561355"/>
        </a:xfrm>
        <a:prstGeom prst="roundRect">
          <a:avLst>
            <a:gd name="adj" fmla="val 10000"/>
          </a:avLst>
        </a:prstGeom>
        <a:solidFill>
          <a:schemeClr val="accent3">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Should use ubiquitous language</a:t>
          </a:r>
        </a:p>
      </dsp:txBody>
      <dsp:txXfrm>
        <a:off x="3697601" y="1035909"/>
        <a:ext cx="2510797" cy="1469893"/>
      </dsp:txXfrm>
    </dsp:sp>
    <dsp:sp modelId="{40500875-8B82-F34B-9199-417A2BBCB793}">
      <dsp:nvSpPr>
        <dsp:cNvPr id="0" name=""/>
        <dsp:cNvSpPr/>
      </dsp:nvSpPr>
      <dsp:spPr>
        <a:xfrm>
          <a:off x="6483128" y="1448175"/>
          <a:ext cx="551679" cy="64536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6483128" y="1577247"/>
        <a:ext cx="386175" cy="387216"/>
      </dsp:txXfrm>
    </dsp:sp>
    <dsp:sp modelId="{3575F59E-8958-2B45-BAB5-D712B411AC49}">
      <dsp:nvSpPr>
        <dsp:cNvPr id="0" name=""/>
        <dsp:cNvSpPr/>
      </dsp:nvSpPr>
      <dsp:spPr>
        <a:xfrm>
          <a:off x="7295033" y="990178"/>
          <a:ext cx="2602259" cy="1561355"/>
        </a:xfrm>
        <a:prstGeom prst="roundRect">
          <a:avLst>
            <a:gd name="adj" fmla="val 10000"/>
          </a:avLst>
        </a:prstGeom>
        <a:solidFill>
          <a:schemeClr val="accent4">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Avoid 'God Services' that do everything</a:t>
          </a:r>
        </a:p>
      </dsp:txBody>
      <dsp:txXfrm>
        <a:off x="7340764" y="1035909"/>
        <a:ext cx="2510797" cy="146989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58EA29-C461-40CB-B068-F2B8D45EFCE9}">
      <dsp:nvSpPr>
        <dsp:cNvPr id="0" name=""/>
        <dsp:cNvSpPr/>
      </dsp:nvSpPr>
      <dsp:spPr>
        <a:xfrm>
          <a:off x="0" y="437"/>
          <a:ext cx="9905999" cy="102399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322635-261D-4CFE-9D74-EF8FFFDFD811}">
      <dsp:nvSpPr>
        <dsp:cNvPr id="0" name=""/>
        <dsp:cNvSpPr/>
      </dsp:nvSpPr>
      <dsp:spPr>
        <a:xfrm>
          <a:off x="309757" y="230835"/>
          <a:ext cx="563196" cy="5631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FCF5D2-2765-4061-A266-3CA42C599126}">
      <dsp:nvSpPr>
        <dsp:cNvPr id="0" name=""/>
        <dsp:cNvSpPr/>
      </dsp:nvSpPr>
      <dsp:spPr>
        <a:xfrm>
          <a:off x="1182711" y="437"/>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A meaningful fact: something that happened</a:t>
          </a:r>
        </a:p>
      </dsp:txBody>
      <dsp:txXfrm>
        <a:off x="1182711" y="437"/>
        <a:ext cx="8723287" cy="1023992"/>
      </dsp:txXfrm>
    </dsp:sp>
    <dsp:sp modelId="{F2010541-97FE-42BA-ABEC-B89ED8E9BCA0}">
      <dsp:nvSpPr>
        <dsp:cNvPr id="0" name=""/>
        <dsp:cNvSpPr/>
      </dsp:nvSpPr>
      <dsp:spPr>
        <a:xfrm>
          <a:off x="0" y="1280428"/>
          <a:ext cx="9905999" cy="102399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1CC2D4-AF23-4137-9873-33B79EE7B3E6}">
      <dsp:nvSpPr>
        <dsp:cNvPr id="0" name=""/>
        <dsp:cNvSpPr/>
      </dsp:nvSpPr>
      <dsp:spPr>
        <a:xfrm>
          <a:off x="309757" y="1510826"/>
          <a:ext cx="563196" cy="5631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2032E8-5B88-45DB-941D-47C078E9A51B}">
      <dsp:nvSpPr>
        <dsp:cNvPr id="0" name=""/>
        <dsp:cNvSpPr/>
      </dsp:nvSpPr>
      <dsp:spPr>
        <a:xfrm>
          <a:off x="1182711" y="1280428"/>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Past tense naming: MoneyTransferred, AccountFrozen</a:t>
          </a:r>
        </a:p>
      </dsp:txBody>
      <dsp:txXfrm>
        <a:off x="1182711" y="1280428"/>
        <a:ext cx="8723287" cy="1023992"/>
      </dsp:txXfrm>
    </dsp:sp>
    <dsp:sp modelId="{E689C30D-635F-43CC-BCA7-A501F8F2A428}">
      <dsp:nvSpPr>
        <dsp:cNvPr id="0" name=""/>
        <dsp:cNvSpPr/>
      </dsp:nvSpPr>
      <dsp:spPr>
        <a:xfrm>
          <a:off x="0" y="2560419"/>
          <a:ext cx="9905999" cy="102399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0A36F5-7820-485D-A03A-E71D14B47EC7}">
      <dsp:nvSpPr>
        <dsp:cNvPr id="0" name=""/>
        <dsp:cNvSpPr/>
      </dsp:nvSpPr>
      <dsp:spPr>
        <a:xfrm>
          <a:off x="309757" y="2790817"/>
          <a:ext cx="563196" cy="5631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5A05CE-DE49-4A2D-8D6B-594A5BB63F82}">
      <dsp:nvSpPr>
        <dsp:cNvPr id="0" name=""/>
        <dsp:cNvSpPr/>
      </dsp:nvSpPr>
      <dsp:spPr>
        <a:xfrm>
          <a:off x="1182711" y="2560419"/>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Decouples parts of the system; great for integration</a:t>
          </a:r>
        </a:p>
      </dsp:txBody>
      <dsp:txXfrm>
        <a:off x="1182711" y="2560419"/>
        <a:ext cx="8723287" cy="102399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8819ED-D3AC-4663-8A81-37B22E4FC0AE}">
      <dsp:nvSpPr>
        <dsp:cNvPr id="0" name=""/>
        <dsp:cNvSpPr/>
      </dsp:nvSpPr>
      <dsp:spPr>
        <a:xfrm>
          <a:off x="0" y="691441"/>
          <a:ext cx="6692748" cy="12765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31B438-1995-46BF-9E29-EAC1F0003B56}">
      <dsp:nvSpPr>
        <dsp:cNvPr id="0" name=""/>
        <dsp:cNvSpPr/>
      </dsp:nvSpPr>
      <dsp:spPr>
        <a:xfrm>
          <a:off x="386143" y="978655"/>
          <a:ext cx="702078" cy="7020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C42A85-9B8F-452D-BB73-8D8EA7EC9217}">
      <dsp:nvSpPr>
        <dsp:cNvPr id="0" name=""/>
        <dsp:cNvSpPr/>
      </dsp:nvSpPr>
      <dsp:spPr>
        <a:xfrm>
          <a:off x="1474365" y="691441"/>
          <a:ext cx="3011736" cy="127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097" tIns="135097" rIns="135097" bIns="135097" numCol="1" spcCol="1270" anchor="ctr" anchorCtr="0">
          <a:noAutofit/>
        </a:bodyPr>
        <a:lstStyle/>
        <a:p>
          <a:pPr marL="0" lvl="0" indent="0" algn="l" defTabSz="1111250">
            <a:lnSpc>
              <a:spcPct val="90000"/>
            </a:lnSpc>
            <a:spcBef>
              <a:spcPct val="0"/>
            </a:spcBef>
            <a:spcAft>
              <a:spcPct val="35000"/>
            </a:spcAft>
            <a:buNone/>
          </a:pPr>
          <a:r>
            <a:rPr lang="en-US" sz="2500" kern="1200"/>
            <a:t>Command</a:t>
          </a:r>
        </a:p>
      </dsp:txBody>
      <dsp:txXfrm>
        <a:off x="1474365" y="691441"/>
        <a:ext cx="3011736" cy="1276507"/>
      </dsp:txXfrm>
    </dsp:sp>
    <dsp:sp modelId="{829C5796-3967-4FC3-A169-5AD738023B6C}">
      <dsp:nvSpPr>
        <dsp:cNvPr id="0" name=""/>
        <dsp:cNvSpPr/>
      </dsp:nvSpPr>
      <dsp:spPr>
        <a:xfrm>
          <a:off x="4486102" y="691441"/>
          <a:ext cx="2206645" cy="127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097" tIns="135097" rIns="135097" bIns="135097" numCol="1" spcCol="1270" anchor="ctr" anchorCtr="0">
          <a:noAutofit/>
        </a:bodyPr>
        <a:lstStyle/>
        <a:p>
          <a:pPr marL="0" lvl="0" indent="0" algn="l" defTabSz="800100">
            <a:lnSpc>
              <a:spcPct val="90000"/>
            </a:lnSpc>
            <a:spcBef>
              <a:spcPct val="0"/>
            </a:spcBef>
            <a:spcAft>
              <a:spcPct val="35000"/>
            </a:spcAft>
            <a:buNone/>
          </a:pPr>
          <a:r>
            <a:rPr lang="en-US" sz="1800" kern="1200"/>
            <a:t>'Please do this' (may fail)</a:t>
          </a:r>
        </a:p>
        <a:p>
          <a:pPr marL="0" lvl="0" indent="0" algn="l" defTabSz="800100">
            <a:lnSpc>
              <a:spcPct val="90000"/>
            </a:lnSpc>
            <a:spcBef>
              <a:spcPct val="0"/>
            </a:spcBef>
            <a:spcAft>
              <a:spcPct val="35000"/>
            </a:spcAft>
            <a:buNone/>
          </a:pPr>
          <a:r>
            <a:rPr lang="en-US" sz="1800" kern="1200"/>
            <a:t>RequestTransfer</a:t>
          </a:r>
        </a:p>
      </dsp:txBody>
      <dsp:txXfrm>
        <a:off x="4486102" y="691441"/>
        <a:ext cx="2206645" cy="1276507"/>
      </dsp:txXfrm>
    </dsp:sp>
    <dsp:sp modelId="{B420729D-D3BB-4665-B93A-D566B6B09953}">
      <dsp:nvSpPr>
        <dsp:cNvPr id="0" name=""/>
        <dsp:cNvSpPr/>
      </dsp:nvSpPr>
      <dsp:spPr>
        <a:xfrm>
          <a:off x="0" y="2287075"/>
          <a:ext cx="6692748" cy="12765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1AA2B5-2C80-416F-BC91-950951C61B37}">
      <dsp:nvSpPr>
        <dsp:cNvPr id="0" name=""/>
        <dsp:cNvSpPr/>
      </dsp:nvSpPr>
      <dsp:spPr>
        <a:xfrm>
          <a:off x="386143" y="2574289"/>
          <a:ext cx="702078" cy="7020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40BB15-05B3-4C4F-8548-F6BDA6935AC7}">
      <dsp:nvSpPr>
        <dsp:cNvPr id="0" name=""/>
        <dsp:cNvSpPr/>
      </dsp:nvSpPr>
      <dsp:spPr>
        <a:xfrm>
          <a:off x="1474365" y="2287075"/>
          <a:ext cx="3011736" cy="127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097" tIns="135097" rIns="135097" bIns="135097" numCol="1" spcCol="1270" anchor="ctr" anchorCtr="0">
          <a:noAutofit/>
        </a:bodyPr>
        <a:lstStyle/>
        <a:p>
          <a:pPr marL="0" lvl="0" indent="0" algn="l" defTabSz="1111250">
            <a:lnSpc>
              <a:spcPct val="90000"/>
            </a:lnSpc>
            <a:spcBef>
              <a:spcPct val="0"/>
            </a:spcBef>
            <a:spcAft>
              <a:spcPct val="35000"/>
            </a:spcAft>
            <a:buNone/>
          </a:pPr>
          <a:r>
            <a:rPr lang="en-US" sz="2500" kern="1200"/>
            <a:t>Event</a:t>
          </a:r>
        </a:p>
      </dsp:txBody>
      <dsp:txXfrm>
        <a:off x="1474365" y="2287075"/>
        <a:ext cx="3011736" cy="1276507"/>
      </dsp:txXfrm>
    </dsp:sp>
    <dsp:sp modelId="{CA0C15BA-929D-4708-B1C7-B729512302C0}">
      <dsp:nvSpPr>
        <dsp:cNvPr id="0" name=""/>
        <dsp:cNvSpPr/>
      </dsp:nvSpPr>
      <dsp:spPr>
        <a:xfrm>
          <a:off x="4486102" y="2287075"/>
          <a:ext cx="2206645" cy="127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097" tIns="135097" rIns="135097" bIns="135097" numCol="1" spcCol="1270" anchor="ctr" anchorCtr="0">
          <a:noAutofit/>
        </a:bodyPr>
        <a:lstStyle/>
        <a:p>
          <a:pPr marL="0" lvl="0" indent="0" algn="l" defTabSz="800100">
            <a:lnSpc>
              <a:spcPct val="90000"/>
            </a:lnSpc>
            <a:spcBef>
              <a:spcPct val="0"/>
            </a:spcBef>
            <a:spcAft>
              <a:spcPct val="35000"/>
            </a:spcAft>
            <a:buNone/>
          </a:pPr>
          <a:r>
            <a:rPr lang="en-US" sz="1800" kern="1200"/>
            <a:t>'This happened' (a fact)</a:t>
          </a:r>
        </a:p>
        <a:p>
          <a:pPr marL="0" lvl="0" indent="0" algn="l" defTabSz="800100">
            <a:lnSpc>
              <a:spcPct val="90000"/>
            </a:lnSpc>
            <a:spcBef>
              <a:spcPct val="0"/>
            </a:spcBef>
            <a:spcAft>
              <a:spcPct val="35000"/>
            </a:spcAft>
            <a:buNone/>
          </a:pPr>
          <a:r>
            <a:rPr lang="en-US" sz="1800" kern="1200"/>
            <a:t>MoneyTransferred</a:t>
          </a:r>
        </a:p>
      </dsp:txBody>
      <dsp:txXfrm>
        <a:off x="4486102" y="2287075"/>
        <a:ext cx="2206645" cy="127650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18EC24-AF2A-45AD-97D0-52A493AC921B}">
      <dsp:nvSpPr>
        <dsp:cNvPr id="0" name=""/>
        <dsp:cNvSpPr/>
      </dsp:nvSpPr>
      <dsp:spPr>
        <a:xfrm>
          <a:off x="0" y="437"/>
          <a:ext cx="9905999" cy="10239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2E0253-8D11-41E9-A170-F4CC51B06360}">
      <dsp:nvSpPr>
        <dsp:cNvPr id="0" name=""/>
        <dsp:cNvSpPr/>
      </dsp:nvSpPr>
      <dsp:spPr>
        <a:xfrm>
          <a:off x="309757" y="230835"/>
          <a:ext cx="563196" cy="5631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1CCCE4-BB92-415B-9962-477550B8CDB4}">
      <dsp:nvSpPr>
        <dsp:cNvPr id="0" name=""/>
        <dsp:cNvSpPr/>
      </dsp:nvSpPr>
      <dsp:spPr>
        <a:xfrm>
          <a:off x="1182711" y="437"/>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Bounded context: Payments</a:t>
          </a:r>
        </a:p>
      </dsp:txBody>
      <dsp:txXfrm>
        <a:off x="1182711" y="437"/>
        <a:ext cx="8723287" cy="1023992"/>
      </dsp:txXfrm>
    </dsp:sp>
    <dsp:sp modelId="{060F7DA7-796A-4DAC-8845-DCEE03320CCB}">
      <dsp:nvSpPr>
        <dsp:cNvPr id="0" name=""/>
        <dsp:cNvSpPr/>
      </dsp:nvSpPr>
      <dsp:spPr>
        <a:xfrm>
          <a:off x="0" y="1280428"/>
          <a:ext cx="9905999" cy="10239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4B3174-7A6A-4205-999A-66B17C179976}">
      <dsp:nvSpPr>
        <dsp:cNvPr id="0" name=""/>
        <dsp:cNvSpPr/>
      </dsp:nvSpPr>
      <dsp:spPr>
        <a:xfrm>
          <a:off x="309757" y="1510826"/>
          <a:ext cx="563196" cy="5631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BD74BA-36A6-4FC8-BC20-D3B03843B872}">
      <dsp:nvSpPr>
        <dsp:cNvPr id="0" name=""/>
        <dsp:cNvSpPr/>
      </dsp:nvSpPr>
      <dsp:spPr>
        <a:xfrm>
          <a:off x="1182711" y="1280428"/>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Key terms: Account, Transfer, Hold, Limit</a:t>
          </a:r>
        </a:p>
      </dsp:txBody>
      <dsp:txXfrm>
        <a:off x="1182711" y="1280428"/>
        <a:ext cx="8723287" cy="1023992"/>
      </dsp:txXfrm>
    </dsp:sp>
    <dsp:sp modelId="{C60F09D5-A0C3-46E6-8068-87428DFAA3C5}">
      <dsp:nvSpPr>
        <dsp:cNvPr id="0" name=""/>
        <dsp:cNvSpPr/>
      </dsp:nvSpPr>
      <dsp:spPr>
        <a:xfrm>
          <a:off x="0" y="2560419"/>
          <a:ext cx="9905999" cy="10239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106A02-0704-47AB-B0DB-19D229958943}">
      <dsp:nvSpPr>
        <dsp:cNvPr id="0" name=""/>
        <dsp:cNvSpPr/>
      </dsp:nvSpPr>
      <dsp:spPr>
        <a:xfrm>
          <a:off x="309757" y="2790817"/>
          <a:ext cx="563196" cy="5631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522E31-D60F-44B1-9075-8CC8833F51DF}">
      <dsp:nvSpPr>
        <dsp:cNvPr id="0" name=""/>
        <dsp:cNvSpPr/>
      </dsp:nvSpPr>
      <dsp:spPr>
        <a:xfrm>
          <a:off x="1182711" y="2560419"/>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Goal: protect invariants while enabling transfers</a:t>
          </a:r>
        </a:p>
      </dsp:txBody>
      <dsp:txXfrm>
        <a:off x="1182711" y="2560419"/>
        <a:ext cx="8723287" cy="102399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80D544-EC4B-422E-84F0-31A80050D066}">
      <dsp:nvSpPr>
        <dsp:cNvPr id="0" name=""/>
        <dsp:cNvSpPr/>
      </dsp:nvSpPr>
      <dsp:spPr>
        <a:xfrm>
          <a:off x="707776" y="390035"/>
          <a:ext cx="1252520" cy="125252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D66C0E-9F20-4287-8A3C-51B5942F9458}">
      <dsp:nvSpPr>
        <dsp:cNvPr id="0" name=""/>
        <dsp:cNvSpPr/>
      </dsp:nvSpPr>
      <dsp:spPr>
        <a:xfrm>
          <a:off x="974707" y="656966"/>
          <a:ext cx="718659" cy="7186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A040CEA-2C39-4EF6-BEE9-54FEDDBF8DBC}">
      <dsp:nvSpPr>
        <dsp:cNvPr id="0" name=""/>
        <dsp:cNvSpPr/>
      </dsp:nvSpPr>
      <dsp:spPr>
        <a:xfrm>
          <a:off x="307380" y="2032685"/>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Must be ACTIVE</a:t>
          </a:r>
        </a:p>
      </dsp:txBody>
      <dsp:txXfrm>
        <a:off x="307380" y="2032685"/>
        <a:ext cx="2053312" cy="720000"/>
      </dsp:txXfrm>
    </dsp:sp>
    <dsp:sp modelId="{06AE4657-06B5-41BB-97E9-9EBCDDFC5B45}">
      <dsp:nvSpPr>
        <dsp:cNvPr id="0" name=""/>
        <dsp:cNvSpPr/>
      </dsp:nvSpPr>
      <dsp:spPr>
        <a:xfrm>
          <a:off x="3120418" y="390035"/>
          <a:ext cx="1252520" cy="125252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6FF44B-6286-48CD-9560-72393E791204}">
      <dsp:nvSpPr>
        <dsp:cNvPr id="0" name=""/>
        <dsp:cNvSpPr/>
      </dsp:nvSpPr>
      <dsp:spPr>
        <a:xfrm>
          <a:off x="3387349" y="656966"/>
          <a:ext cx="718659" cy="7186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F758D0-A0B8-45A1-AC6A-9515BDC595E6}">
      <dsp:nvSpPr>
        <dsp:cNvPr id="0" name=""/>
        <dsp:cNvSpPr/>
      </dsp:nvSpPr>
      <dsp:spPr>
        <a:xfrm>
          <a:off x="2720022" y="2032685"/>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Currency must match</a:t>
          </a:r>
        </a:p>
      </dsp:txBody>
      <dsp:txXfrm>
        <a:off x="2720022" y="2032685"/>
        <a:ext cx="2053312" cy="720000"/>
      </dsp:txXfrm>
    </dsp:sp>
    <dsp:sp modelId="{7240FFEE-4433-418A-A98E-A1B5391D9BE1}">
      <dsp:nvSpPr>
        <dsp:cNvPr id="0" name=""/>
        <dsp:cNvSpPr/>
      </dsp:nvSpPr>
      <dsp:spPr>
        <a:xfrm>
          <a:off x="5533060" y="390035"/>
          <a:ext cx="1252520" cy="125252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A0E135-31B5-4C4A-961A-7DC630B483CC}">
      <dsp:nvSpPr>
        <dsp:cNvPr id="0" name=""/>
        <dsp:cNvSpPr/>
      </dsp:nvSpPr>
      <dsp:spPr>
        <a:xfrm>
          <a:off x="5799991" y="656966"/>
          <a:ext cx="718659" cy="7186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FBF30FD-5B49-428B-8304-98C37FF593A6}">
      <dsp:nvSpPr>
        <dsp:cNvPr id="0" name=""/>
        <dsp:cNvSpPr/>
      </dsp:nvSpPr>
      <dsp:spPr>
        <a:xfrm>
          <a:off x="5132664" y="2032685"/>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Cannot exceed available funds (minus holds)</a:t>
          </a:r>
        </a:p>
      </dsp:txBody>
      <dsp:txXfrm>
        <a:off x="5132664" y="2032685"/>
        <a:ext cx="2053312" cy="720000"/>
      </dsp:txXfrm>
    </dsp:sp>
    <dsp:sp modelId="{2E6B2DF7-8FA2-437E-BDB1-C903ECDD7576}">
      <dsp:nvSpPr>
        <dsp:cNvPr id="0" name=""/>
        <dsp:cNvSpPr/>
      </dsp:nvSpPr>
      <dsp:spPr>
        <a:xfrm>
          <a:off x="7945702" y="390035"/>
          <a:ext cx="1252520" cy="125252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98489B-6010-4028-B4AD-FE6C41BF609B}">
      <dsp:nvSpPr>
        <dsp:cNvPr id="0" name=""/>
        <dsp:cNvSpPr/>
      </dsp:nvSpPr>
      <dsp:spPr>
        <a:xfrm>
          <a:off x="8212633" y="656966"/>
          <a:ext cx="718659" cy="7186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051DA4-FC11-4FF5-9BF9-9C8E370E92E2}">
      <dsp:nvSpPr>
        <dsp:cNvPr id="0" name=""/>
        <dsp:cNvSpPr/>
      </dsp:nvSpPr>
      <dsp:spPr>
        <a:xfrm>
          <a:off x="7545307" y="2032685"/>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Must not exceed policy limits</a:t>
          </a:r>
        </a:p>
      </dsp:txBody>
      <dsp:txXfrm>
        <a:off x="7545307" y="2032685"/>
        <a:ext cx="2053312" cy="72000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C3F2FE-AC07-46DF-891E-E69B93E8029A}">
      <dsp:nvSpPr>
        <dsp:cNvPr id="0" name=""/>
        <dsp:cNvSpPr/>
      </dsp:nvSpPr>
      <dsp:spPr>
        <a:xfrm>
          <a:off x="108989" y="21654"/>
          <a:ext cx="1282575" cy="128257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35AA03-E312-4BC2-80F1-9F9CF9DB6B40}">
      <dsp:nvSpPr>
        <dsp:cNvPr id="0" name=""/>
        <dsp:cNvSpPr/>
      </dsp:nvSpPr>
      <dsp:spPr>
        <a:xfrm>
          <a:off x="378329" y="290994"/>
          <a:ext cx="743893" cy="7438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A57E6A-14C0-481C-BEA7-E1D963119C4B}">
      <dsp:nvSpPr>
        <dsp:cNvPr id="0" name=""/>
        <dsp:cNvSpPr/>
      </dsp:nvSpPr>
      <dsp:spPr>
        <a:xfrm>
          <a:off x="1666401" y="21654"/>
          <a:ext cx="3023212" cy="128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Coordinates source + target accounts</a:t>
          </a:r>
        </a:p>
      </dsp:txBody>
      <dsp:txXfrm>
        <a:off x="1666401" y="21654"/>
        <a:ext cx="3023212" cy="1282575"/>
      </dsp:txXfrm>
    </dsp:sp>
    <dsp:sp modelId="{552B9138-AEAB-45DA-B5BE-D228B7813A8E}">
      <dsp:nvSpPr>
        <dsp:cNvPr id="0" name=""/>
        <dsp:cNvSpPr/>
      </dsp:nvSpPr>
      <dsp:spPr>
        <a:xfrm>
          <a:off x="5216385" y="21654"/>
          <a:ext cx="1282575" cy="128257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054B5D-3670-4243-B29C-A0DA6EA7F667}">
      <dsp:nvSpPr>
        <dsp:cNvPr id="0" name=""/>
        <dsp:cNvSpPr/>
      </dsp:nvSpPr>
      <dsp:spPr>
        <a:xfrm>
          <a:off x="5485726" y="290994"/>
          <a:ext cx="743893" cy="7438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9B16B9F-C6EE-42AE-890E-AF42F8435432}">
      <dsp:nvSpPr>
        <dsp:cNvPr id="0" name=""/>
        <dsp:cNvSpPr/>
      </dsp:nvSpPr>
      <dsp:spPr>
        <a:xfrm>
          <a:off x="6773798" y="21654"/>
          <a:ext cx="3023212" cy="128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Calls domain methods</a:t>
          </a:r>
        </a:p>
      </dsp:txBody>
      <dsp:txXfrm>
        <a:off x="6773798" y="21654"/>
        <a:ext cx="3023212" cy="1282575"/>
      </dsp:txXfrm>
    </dsp:sp>
    <dsp:sp modelId="{D208F120-D74A-40DD-BD5D-A335C26ECAAC}">
      <dsp:nvSpPr>
        <dsp:cNvPr id="0" name=""/>
        <dsp:cNvSpPr/>
      </dsp:nvSpPr>
      <dsp:spPr>
        <a:xfrm>
          <a:off x="108989" y="1838491"/>
          <a:ext cx="1282575" cy="128257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265495-B5D6-4725-A988-5BF0AA1FFED8}">
      <dsp:nvSpPr>
        <dsp:cNvPr id="0" name=""/>
        <dsp:cNvSpPr/>
      </dsp:nvSpPr>
      <dsp:spPr>
        <a:xfrm>
          <a:off x="378329" y="2107832"/>
          <a:ext cx="743893" cy="7438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6152288-F7FA-4252-84EE-724ACDCD8B90}">
      <dsp:nvSpPr>
        <dsp:cNvPr id="0" name=""/>
        <dsp:cNvSpPr/>
      </dsp:nvSpPr>
      <dsp:spPr>
        <a:xfrm>
          <a:off x="1666401" y="1838491"/>
          <a:ext cx="3023212" cy="128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Persists changes</a:t>
          </a:r>
        </a:p>
      </dsp:txBody>
      <dsp:txXfrm>
        <a:off x="1666401" y="1838491"/>
        <a:ext cx="3023212" cy="1282575"/>
      </dsp:txXfrm>
    </dsp:sp>
    <dsp:sp modelId="{9D065DC2-F8B8-4BD5-9D5D-EE7A4BF19C6D}">
      <dsp:nvSpPr>
        <dsp:cNvPr id="0" name=""/>
        <dsp:cNvSpPr/>
      </dsp:nvSpPr>
      <dsp:spPr>
        <a:xfrm>
          <a:off x="5216385" y="1838491"/>
          <a:ext cx="1282575" cy="128257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D9BE15-81E5-4D37-8408-4AD1246AAC7E}">
      <dsp:nvSpPr>
        <dsp:cNvPr id="0" name=""/>
        <dsp:cNvSpPr/>
      </dsp:nvSpPr>
      <dsp:spPr>
        <a:xfrm>
          <a:off x="5485726" y="2107832"/>
          <a:ext cx="743893" cy="7438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80AFC0-2B0D-4ADA-A217-62E683987640}">
      <dsp:nvSpPr>
        <dsp:cNvPr id="0" name=""/>
        <dsp:cNvSpPr/>
      </dsp:nvSpPr>
      <dsp:spPr>
        <a:xfrm>
          <a:off x="6773798" y="1838491"/>
          <a:ext cx="3023212" cy="128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Publishes domain events</a:t>
          </a:r>
        </a:p>
      </dsp:txBody>
      <dsp:txXfrm>
        <a:off x="6773798" y="1838491"/>
        <a:ext cx="3023212" cy="128257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F88238-F927-44B2-B02C-E0DF79196771}">
      <dsp:nvSpPr>
        <dsp:cNvPr id="0" name=""/>
        <dsp:cNvSpPr/>
      </dsp:nvSpPr>
      <dsp:spPr>
        <a:xfrm>
          <a:off x="623999" y="262425"/>
          <a:ext cx="1784250" cy="178425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FFE873-0502-4124-B353-B5A1BF25A079}">
      <dsp:nvSpPr>
        <dsp:cNvPr id="0" name=""/>
        <dsp:cNvSpPr/>
      </dsp:nvSpPr>
      <dsp:spPr>
        <a:xfrm>
          <a:off x="1004249" y="642675"/>
          <a:ext cx="1023749" cy="10237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A68A2E-C2C6-4B93-A944-483F45F99E51}">
      <dsp:nvSpPr>
        <dsp:cNvPr id="0" name=""/>
        <dsp:cNvSpPr/>
      </dsp:nvSpPr>
      <dsp:spPr>
        <a:xfrm>
          <a:off x="53624" y="2602424"/>
          <a:ext cx="29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Optimistic concurrency is common (version check)</a:t>
          </a:r>
        </a:p>
      </dsp:txBody>
      <dsp:txXfrm>
        <a:off x="53624" y="2602424"/>
        <a:ext cx="2925000" cy="720000"/>
      </dsp:txXfrm>
    </dsp:sp>
    <dsp:sp modelId="{B756CB4B-14AD-4F06-8E91-D55A27804262}">
      <dsp:nvSpPr>
        <dsp:cNvPr id="0" name=""/>
        <dsp:cNvSpPr/>
      </dsp:nvSpPr>
      <dsp:spPr>
        <a:xfrm>
          <a:off x="4060874" y="262425"/>
          <a:ext cx="1784250" cy="178425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3C010C-E4A7-4AF3-91FB-F2545A330EDA}">
      <dsp:nvSpPr>
        <dsp:cNvPr id="0" name=""/>
        <dsp:cNvSpPr/>
      </dsp:nvSpPr>
      <dsp:spPr>
        <a:xfrm>
          <a:off x="4441124" y="642675"/>
          <a:ext cx="1023749" cy="10237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7DD980-9032-4BDD-9C62-D5AEE25ADD4A}">
      <dsp:nvSpPr>
        <dsp:cNvPr id="0" name=""/>
        <dsp:cNvSpPr/>
      </dsp:nvSpPr>
      <dsp:spPr>
        <a:xfrm>
          <a:off x="3490499" y="2602424"/>
          <a:ext cx="29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Locking everything hurts scalability</a:t>
          </a:r>
        </a:p>
      </dsp:txBody>
      <dsp:txXfrm>
        <a:off x="3490499" y="2602424"/>
        <a:ext cx="2925000" cy="720000"/>
      </dsp:txXfrm>
    </dsp:sp>
    <dsp:sp modelId="{CCFAE36C-A2CE-42BB-A2EA-E09F55CA7416}">
      <dsp:nvSpPr>
        <dsp:cNvPr id="0" name=""/>
        <dsp:cNvSpPr/>
      </dsp:nvSpPr>
      <dsp:spPr>
        <a:xfrm>
          <a:off x="7497749" y="262425"/>
          <a:ext cx="1784250" cy="178425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28361D-3999-4E02-994C-11393B1B936F}">
      <dsp:nvSpPr>
        <dsp:cNvPr id="0" name=""/>
        <dsp:cNvSpPr/>
      </dsp:nvSpPr>
      <dsp:spPr>
        <a:xfrm>
          <a:off x="7877999" y="642675"/>
          <a:ext cx="1023749" cy="10237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C6AC584-167E-4B46-8AE3-01243610A72C}">
      <dsp:nvSpPr>
        <dsp:cNvPr id="0" name=""/>
        <dsp:cNvSpPr/>
      </dsp:nvSpPr>
      <dsp:spPr>
        <a:xfrm>
          <a:off x="6927374" y="2602424"/>
          <a:ext cx="29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Design boundaries so most invariants are inside one aggregate</a:t>
          </a:r>
        </a:p>
      </dsp:txBody>
      <dsp:txXfrm>
        <a:off x="6927374" y="2602424"/>
        <a:ext cx="2925000" cy="72000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151F3B-B78B-F042-8F32-263F552EA60D}">
      <dsp:nvSpPr>
        <dsp:cNvPr id="0" name=""/>
        <dsp:cNvSpPr/>
      </dsp:nvSpPr>
      <dsp:spPr>
        <a:xfrm>
          <a:off x="773" y="0"/>
          <a:ext cx="3134320" cy="3541712"/>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309601" tIns="0" rIns="309601" bIns="330200" numCol="1" spcCol="1270" anchor="t" anchorCtr="0">
          <a:noAutofit/>
        </a:bodyPr>
        <a:lstStyle/>
        <a:p>
          <a:pPr marL="0" lvl="0" indent="0" algn="l" defTabSz="1155700">
            <a:lnSpc>
              <a:spcPct val="90000"/>
            </a:lnSpc>
            <a:spcBef>
              <a:spcPct val="0"/>
            </a:spcBef>
            <a:spcAft>
              <a:spcPct val="35000"/>
            </a:spcAft>
            <a:buNone/>
          </a:pPr>
          <a:r>
            <a:rPr lang="en-US" sz="2600" kern="1200"/>
            <a:t>Prefer events for loose coupling</a:t>
          </a:r>
        </a:p>
      </dsp:txBody>
      <dsp:txXfrm>
        <a:off x="773" y="1416684"/>
        <a:ext cx="3134320" cy="2125027"/>
      </dsp:txXfrm>
    </dsp:sp>
    <dsp:sp modelId="{A26058BB-DF87-4840-BCD6-0040293CC9FE}">
      <dsp:nvSpPr>
        <dsp:cNvPr id="0" name=""/>
        <dsp:cNvSpPr/>
      </dsp:nvSpPr>
      <dsp:spPr>
        <a:xfrm>
          <a:off x="773" y="0"/>
          <a:ext cx="3134320" cy="1416684"/>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309601" tIns="165100" rIns="309601"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773" y="0"/>
        <a:ext cx="3134320" cy="1416684"/>
      </dsp:txXfrm>
    </dsp:sp>
    <dsp:sp modelId="{E5B9F3E2-8606-0644-9E0A-530D88C1DCA2}">
      <dsp:nvSpPr>
        <dsp:cNvPr id="0" name=""/>
        <dsp:cNvSpPr/>
      </dsp:nvSpPr>
      <dsp:spPr>
        <a:xfrm>
          <a:off x="3385839" y="0"/>
          <a:ext cx="3134320" cy="3541712"/>
        </a:xfrm>
        <a:prstGeom prst="rect">
          <a:avLst/>
        </a:prstGeom>
        <a:solidFill>
          <a:schemeClr val="accent2">
            <a:hueOff val="-734515"/>
            <a:satOff val="-16247"/>
            <a:lumOff val="-3235"/>
            <a:alphaOff val="0"/>
          </a:schemeClr>
        </a:solidFill>
        <a:ln w="15875" cap="flat" cmpd="sng" algn="ctr">
          <a:solidFill>
            <a:schemeClr val="accent2">
              <a:hueOff val="-734515"/>
              <a:satOff val="-16247"/>
              <a:lumOff val="-3235"/>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309601" tIns="0" rIns="309601" bIns="330200" numCol="1" spcCol="1270" anchor="t" anchorCtr="0">
          <a:noAutofit/>
        </a:bodyPr>
        <a:lstStyle/>
        <a:p>
          <a:pPr marL="0" lvl="0" indent="0" algn="l" defTabSz="1155700">
            <a:lnSpc>
              <a:spcPct val="90000"/>
            </a:lnSpc>
            <a:spcBef>
              <a:spcPct val="0"/>
            </a:spcBef>
            <a:spcAft>
              <a:spcPct val="35000"/>
            </a:spcAft>
            <a:buNone/>
          </a:pPr>
          <a:r>
            <a:rPr lang="en-US" sz="2600" kern="1200"/>
            <a:t>Use ACL where models do not match</a:t>
          </a:r>
        </a:p>
      </dsp:txBody>
      <dsp:txXfrm>
        <a:off x="3385839" y="1416684"/>
        <a:ext cx="3134320" cy="2125027"/>
      </dsp:txXfrm>
    </dsp:sp>
    <dsp:sp modelId="{72434D1E-22E1-8D42-A648-305E979D4876}">
      <dsp:nvSpPr>
        <dsp:cNvPr id="0" name=""/>
        <dsp:cNvSpPr/>
      </dsp:nvSpPr>
      <dsp:spPr>
        <a:xfrm>
          <a:off x="3385839" y="0"/>
          <a:ext cx="3134320" cy="1416684"/>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309601" tIns="165100" rIns="309601"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385839" y="0"/>
        <a:ext cx="3134320" cy="1416684"/>
      </dsp:txXfrm>
    </dsp:sp>
    <dsp:sp modelId="{47135387-BAB7-B440-B21C-0B82ED61E7FF}">
      <dsp:nvSpPr>
        <dsp:cNvPr id="0" name=""/>
        <dsp:cNvSpPr/>
      </dsp:nvSpPr>
      <dsp:spPr>
        <a:xfrm>
          <a:off x="6770905" y="0"/>
          <a:ext cx="3134320" cy="3541712"/>
        </a:xfrm>
        <a:prstGeom prst="rect">
          <a:avLst/>
        </a:prstGeom>
        <a:solidFill>
          <a:schemeClr val="accent2">
            <a:hueOff val="-1469031"/>
            <a:satOff val="-32495"/>
            <a:lumOff val="-6470"/>
            <a:alphaOff val="0"/>
          </a:schemeClr>
        </a:solidFill>
        <a:ln w="15875" cap="flat" cmpd="sng" algn="ctr">
          <a:solidFill>
            <a:schemeClr val="accent2">
              <a:hueOff val="-1469031"/>
              <a:satOff val="-32495"/>
              <a:lumOff val="-647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309601" tIns="0" rIns="309601" bIns="330200" numCol="1" spcCol="1270" anchor="t" anchorCtr="0">
          <a:noAutofit/>
        </a:bodyPr>
        <a:lstStyle/>
        <a:p>
          <a:pPr marL="0" lvl="0" indent="0" algn="l" defTabSz="1155700">
            <a:lnSpc>
              <a:spcPct val="90000"/>
            </a:lnSpc>
            <a:spcBef>
              <a:spcPct val="0"/>
            </a:spcBef>
            <a:spcAft>
              <a:spcPct val="35000"/>
            </a:spcAft>
            <a:buNone/>
          </a:pPr>
          <a:r>
            <a:rPr lang="en-US" sz="2600" kern="1200"/>
            <a:t>Keep contracts stable (Published Language)</a:t>
          </a:r>
        </a:p>
      </dsp:txBody>
      <dsp:txXfrm>
        <a:off x="6770905" y="1416684"/>
        <a:ext cx="3134320" cy="2125027"/>
      </dsp:txXfrm>
    </dsp:sp>
    <dsp:sp modelId="{90B16351-7613-FE4E-A8DD-0129B0A0388F}">
      <dsp:nvSpPr>
        <dsp:cNvPr id="0" name=""/>
        <dsp:cNvSpPr/>
      </dsp:nvSpPr>
      <dsp:spPr>
        <a:xfrm>
          <a:off x="6770905" y="0"/>
          <a:ext cx="3134320" cy="1416684"/>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309601" tIns="165100" rIns="309601"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6770905" y="0"/>
        <a:ext cx="3134320" cy="141668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DFF341-F2DA-4A22-A5BA-F35F5E0165AC}">
      <dsp:nvSpPr>
        <dsp:cNvPr id="0" name=""/>
        <dsp:cNvSpPr/>
      </dsp:nvSpPr>
      <dsp:spPr>
        <a:xfrm>
          <a:off x="0" y="437"/>
          <a:ext cx="9905999" cy="102399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80F10C-66AE-443A-AAF8-BDCF563B1B5F}">
      <dsp:nvSpPr>
        <dsp:cNvPr id="0" name=""/>
        <dsp:cNvSpPr/>
      </dsp:nvSpPr>
      <dsp:spPr>
        <a:xfrm>
          <a:off x="309757" y="230835"/>
          <a:ext cx="563196" cy="5631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CD0A74-A247-4689-8415-DCC4D159ADCA}">
      <dsp:nvSpPr>
        <dsp:cNvPr id="0" name=""/>
        <dsp:cNvSpPr/>
      </dsp:nvSpPr>
      <dsp:spPr>
        <a:xfrm>
          <a:off x="1182711" y="437"/>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Separate write model (commands) from read model (queries)</a:t>
          </a:r>
        </a:p>
      </dsp:txBody>
      <dsp:txXfrm>
        <a:off x="1182711" y="437"/>
        <a:ext cx="8723287" cy="1023992"/>
      </dsp:txXfrm>
    </dsp:sp>
    <dsp:sp modelId="{E442D314-D04E-4D49-8777-1880F03AEA1D}">
      <dsp:nvSpPr>
        <dsp:cNvPr id="0" name=""/>
        <dsp:cNvSpPr/>
      </dsp:nvSpPr>
      <dsp:spPr>
        <a:xfrm>
          <a:off x="0" y="1280428"/>
          <a:ext cx="9905999" cy="102399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040E75-7737-466C-BC3A-D2E4FE4C0360}">
      <dsp:nvSpPr>
        <dsp:cNvPr id="0" name=""/>
        <dsp:cNvSpPr/>
      </dsp:nvSpPr>
      <dsp:spPr>
        <a:xfrm>
          <a:off x="309757" y="1510826"/>
          <a:ext cx="563196" cy="5631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03D0BC2-2213-431F-8F68-526E2116C67C}">
      <dsp:nvSpPr>
        <dsp:cNvPr id="0" name=""/>
        <dsp:cNvSpPr/>
      </dsp:nvSpPr>
      <dsp:spPr>
        <a:xfrm>
          <a:off x="1182711" y="1280428"/>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Helps when reads and writes have different needs</a:t>
          </a:r>
        </a:p>
      </dsp:txBody>
      <dsp:txXfrm>
        <a:off x="1182711" y="1280428"/>
        <a:ext cx="8723287" cy="1023992"/>
      </dsp:txXfrm>
    </dsp:sp>
    <dsp:sp modelId="{8619806A-F7B3-42C4-9EDF-67B95605F6AF}">
      <dsp:nvSpPr>
        <dsp:cNvPr id="0" name=""/>
        <dsp:cNvSpPr/>
      </dsp:nvSpPr>
      <dsp:spPr>
        <a:xfrm>
          <a:off x="0" y="2560419"/>
          <a:ext cx="9905999" cy="102399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9918C4-49D8-41FC-A3A8-480CB560B510}">
      <dsp:nvSpPr>
        <dsp:cNvPr id="0" name=""/>
        <dsp:cNvSpPr/>
      </dsp:nvSpPr>
      <dsp:spPr>
        <a:xfrm>
          <a:off x="309757" y="2790817"/>
          <a:ext cx="563196" cy="5631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4BD0EA-E75B-4FD3-85DF-E3F7B515E851}">
      <dsp:nvSpPr>
        <dsp:cNvPr id="0" name=""/>
        <dsp:cNvSpPr/>
      </dsp:nvSpPr>
      <dsp:spPr>
        <a:xfrm>
          <a:off x="1182711" y="2560419"/>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90000"/>
            </a:lnSpc>
            <a:spcBef>
              <a:spcPct val="0"/>
            </a:spcBef>
            <a:spcAft>
              <a:spcPct val="35000"/>
            </a:spcAft>
            <a:buNone/>
          </a:pPr>
          <a:r>
            <a:rPr lang="en-US" sz="2500" kern="1200"/>
            <a:t>Start light: different DTOs, same DB</a:t>
          </a:r>
        </a:p>
      </dsp:txBody>
      <dsp:txXfrm>
        <a:off x="1182711" y="2560419"/>
        <a:ext cx="8723287" cy="102399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AC21F-BDD2-4001-8FBB-C1EB5B58A0C9}">
      <dsp:nvSpPr>
        <dsp:cNvPr id="0" name=""/>
        <dsp:cNvSpPr/>
      </dsp:nvSpPr>
      <dsp:spPr>
        <a:xfrm>
          <a:off x="1659000" y="183886"/>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62A8E6-458F-4E6A-8FE1-CD52D2D4F55E}">
      <dsp:nvSpPr>
        <dsp:cNvPr id="0" name=""/>
        <dsp:cNvSpPr/>
      </dsp:nvSpPr>
      <dsp:spPr>
        <a:xfrm>
          <a:off x="255000" y="183236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kern="1200"/>
            <a:t>Write side</a:t>
          </a:r>
        </a:p>
      </dsp:txBody>
      <dsp:txXfrm>
        <a:off x="255000" y="1832366"/>
        <a:ext cx="4320000" cy="648000"/>
      </dsp:txXfrm>
    </dsp:sp>
    <dsp:sp modelId="{F8BE73AE-5F46-4AC2-AEAD-0243FFAA66B7}">
      <dsp:nvSpPr>
        <dsp:cNvPr id="0" name=""/>
        <dsp:cNvSpPr/>
      </dsp:nvSpPr>
      <dsp:spPr>
        <a:xfrm>
          <a:off x="255000" y="2543844"/>
          <a:ext cx="4320000" cy="813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Aggregates + invariants</a:t>
          </a:r>
        </a:p>
        <a:p>
          <a:pPr marL="0" lvl="0" indent="0" algn="ctr" defTabSz="755650">
            <a:lnSpc>
              <a:spcPct val="90000"/>
            </a:lnSpc>
            <a:spcBef>
              <a:spcPct val="0"/>
            </a:spcBef>
            <a:spcAft>
              <a:spcPct val="35000"/>
            </a:spcAft>
            <a:buNone/>
          </a:pPr>
          <a:r>
            <a:rPr lang="en-US" sz="1700" kern="1200"/>
            <a:t>Transactional consistency</a:t>
          </a:r>
        </a:p>
      </dsp:txBody>
      <dsp:txXfrm>
        <a:off x="255000" y="2543844"/>
        <a:ext cx="4320000" cy="813980"/>
      </dsp:txXfrm>
    </dsp:sp>
    <dsp:sp modelId="{FA6178DE-CA72-4434-ACFF-E69628EA42B1}">
      <dsp:nvSpPr>
        <dsp:cNvPr id="0" name=""/>
        <dsp:cNvSpPr/>
      </dsp:nvSpPr>
      <dsp:spPr>
        <a:xfrm>
          <a:off x="6735000" y="183886"/>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47F4574-A3B8-4752-95B4-300B90FB0676}">
      <dsp:nvSpPr>
        <dsp:cNvPr id="0" name=""/>
        <dsp:cNvSpPr/>
      </dsp:nvSpPr>
      <dsp:spPr>
        <a:xfrm>
          <a:off x="5331000" y="183236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kern="1200"/>
            <a:t>Read side</a:t>
          </a:r>
        </a:p>
      </dsp:txBody>
      <dsp:txXfrm>
        <a:off x="5331000" y="1832366"/>
        <a:ext cx="4320000" cy="648000"/>
      </dsp:txXfrm>
    </dsp:sp>
    <dsp:sp modelId="{C760A0A3-3B56-4FE3-BAC9-18B52E936192}">
      <dsp:nvSpPr>
        <dsp:cNvPr id="0" name=""/>
        <dsp:cNvSpPr/>
      </dsp:nvSpPr>
      <dsp:spPr>
        <a:xfrm>
          <a:off x="5331000" y="2543844"/>
          <a:ext cx="4320000" cy="813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Fast queries</a:t>
          </a:r>
        </a:p>
        <a:p>
          <a:pPr marL="0" lvl="0" indent="0" algn="ctr" defTabSz="755650">
            <a:lnSpc>
              <a:spcPct val="90000"/>
            </a:lnSpc>
            <a:spcBef>
              <a:spcPct val="0"/>
            </a:spcBef>
            <a:spcAft>
              <a:spcPct val="35000"/>
            </a:spcAft>
            <a:buNone/>
          </a:pPr>
          <a:r>
            <a:rPr lang="en-US" sz="1700" kern="1200"/>
            <a:t>Denormalized views</a:t>
          </a:r>
        </a:p>
        <a:p>
          <a:pPr marL="0" lvl="0" indent="0" algn="ctr" defTabSz="755650">
            <a:lnSpc>
              <a:spcPct val="90000"/>
            </a:lnSpc>
            <a:spcBef>
              <a:spcPct val="0"/>
            </a:spcBef>
            <a:spcAft>
              <a:spcPct val="35000"/>
            </a:spcAft>
            <a:buNone/>
          </a:pPr>
          <a:r>
            <a:rPr lang="en-US" sz="1700" kern="1200"/>
            <a:t>No business rules</a:t>
          </a:r>
        </a:p>
      </dsp:txBody>
      <dsp:txXfrm>
        <a:off x="5331000" y="2543844"/>
        <a:ext cx="4320000" cy="81398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14162-291F-BE48-AB09-57738118CBCE}">
      <dsp:nvSpPr>
        <dsp:cNvPr id="0" name=""/>
        <dsp:cNvSpPr/>
      </dsp:nvSpPr>
      <dsp:spPr>
        <a:xfrm>
          <a:off x="0" y="683169"/>
          <a:ext cx="6692748" cy="524745"/>
        </a:xfrm>
        <a:prstGeom prst="round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Starting with patterns instead of boundaries</a:t>
          </a:r>
        </a:p>
      </dsp:txBody>
      <dsp:txXfrm>
        <a:off x="25616" y="708785"/>
        <a:ext cx="6641516" cy="473513"/>
      </dsp:txXfrm>
    </dsp:sp>
    <dsp:sp modelId="{74B202D8-59A4-7A44-AF70-9851929A0D88}">
      <dsp:nvSpPr>
        <dsp:cNvPr id="0" name=""/>
        <dsp:cNvSpPr/>
      </dsp:nvSpPr>
      <dsp:spPr>
        <a:xfrm>
          <a:off x="0" y="1274154"/>
          <a:ext cx="6692748" cy="524745"/>
        </a:xfrm>
        <a:prstGeom prst="roundRect">
          <a:avLst/>
        </a:prstGeom>
        <a:gradFill rotWithShape="0">
          <a:gsLst>
            <a:gs pos="0">
              <a:schemeClr val="accent2">
                <a:hueOff val="-367258"/>
                <a:satOff val="-8124"/>
                <a:lumOff val="-1618"/>
                <a:alphaOff val="0"/>
                <a:tint val="94000"/>
                <a:satMod val="105000"/>
                <a:lumMod val="102000"/>
              </a:schemeClr>
            </a:gs>
            <a:gs pos="100000">
              <a:schemeClr val="accent2">
                <a:hueOff val="-367258"/>
                <a:satOff val="-8124"/>
                <a:lumOff val="-1618"/>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One mega-model for everything</a:t>
          </a:r>
        </a:p>
      </dsp:txBody>
      <dsp:txXfrm>
        <a:off x="25616" y="1299770"/>
        <a:ext cx="6641516" cy="473513"/>
      </dsp:txXfrm>
    </dsp:sp>
    <dsp:sp modelId="{59CF09B8-2C2E-EB42-80BF-4D1FE97075C5}">
      <dsp:nvSpPr>
        <dsp:cNvPr id="0" name=""/>
        <dsp:cNvSpPr/>
      </dsp:nvSpPr>
      <dsp:spPr>
        <a:xfrm>
          <a:off x="0" y="1865139"/>
          <a:ext cx="6692748" cy="524745"/>
        </a:xfrm>
        <a:prstGeom prst="roundRect">
          <a:avLst/>
        </a:prstGeom>
        <a:gradFill rotWithShape="0">
          <a:gsLst>
            <a:gs pos="0">
              <a:schemeClr val="accent2">
                <a:hueOff val="-734515"/>
                <a:satOff val="-16247"/>
                <a:lumOff val="-3235"/>
                <a:alphaOff val="0"/>
                <a:tint val="94000"/>
                <a:satMod val="105000"/>
                <a:lumMod val="102000"/>
              </a:schemeClr>
            </a:gs>
            <a:gs pos="100000">
              <a:schemeClr val="accent2">
                <a:hueOff val="-734515"/>
                <a:satOff val="-16247"/>
                <a:lumOff val="-3235"/>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Anemic domain model (all logic in services/controllers)</a:t>
          </a:r>
        </a:p>
      </dsp:txBody>
      <dsp:txXfrm>
        <a:off x="25616" y="1890755"/>
        <a:ext cx="6641516" cy="473513"/>
      </dsp:txXfrm>
    </dsp:sp>
    <dsp:sp modelId="{1A94E79D-65FA-A84B-8DFC-3BE626004129}">
      <dsp:nvSpPr>
        <dsp:cNvPr id="0" name=""/>
        <dsp:cNvSpPr/>
      </dsp:nvSpPr>
      <dsp:spPr>
        <a:xfrm>
          <a:off x="0" y="2456124"/>
          <a:ext cx="6692748" cy="524745"/>
        </a:xfrm>
        <a:prstGeom prst="roundRect">
          <a:avLst/>
        </a:prstGeom>
        <a:gradFill rotWithShape="0">
          <a:gsLst>
            <a:gs pos="0">
              <a:schemeClr val="accent2">
                <a:hueOff val="-1101773"/>
                <a:satOff val="-24371"/>
                <a:lumOff val="-4853"/>
                <a:alphaOff val="0"/>
                <a:tint val="94000"/>
                <a:satMod val="105000"/>
                <a:lumMod val="102000"/>
              </a:schemeClr>
            </a:gs>
            <a:gs pos="100000">
              <a:schemeClr val="accent2">
                <a:hueOff val="-1101773"/>
                <a:satOff val="-24371"/>
                <a:lumOff val="-4853"/>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Too-big aggregates</a:t>
          </a:r>
        </a:p>
      </dsp:txBody>
      <dsp:txXfrm>
        <a:off x="25616" y="2481740"/>
        <a:ext cx="6641516" cy="473513"/>
      </dsp:txXfrm>
    </dsp:sp>
    <dsp:sp modelId="{2A37B41A-D05B-5043-823C-82E2CF5C0479}">
      <dsp:nvSpPr>
        <dsp:cNvPr id="0" name=""/>
        <dsp:cNvSpPr/>
      </dsp:nvSpPr>
      <dsp:spPr>
        <a:xfrm>
          <a:off x="0" y="3047109"/>
          <a:ext cx="6692748" cy="524745"/>
        </a:xfrm>
        <a:prstGeom prst="roundRect">
          <a:avLst/>
        </a:prstGeom>
        <a:gradFill rotWithShape="0">
          <a:gsLst>
            <a:gs pos="0">
              <a:schemeClr val="accent2">
                <a:hueOff val="-1469031"/>
                <a:satOff val="-32495"/>
                <a:lumOff val="-6470"/>
                <a:alphaOff val="0"/>
                <a:tint val="94000"/>
                <a:satMod val="105000"/>
                <a:lumMod val="102000"/>
              </a:schemeClr>
            </a:gs>
            <a:gs pos="100000">
              <a:schemeClr val="accent2">
                <a:hueOff val="-1469031"/>
                <a:satOff val="-32495"/>
                <a:lumOff val="-647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Overdoing CQRS/Event Sourcing too early</a:t>
          </a:r>
        </a:p>
      </dsp:txBody>
      <dsp:txXfrm>
        <a:off x="25616" y="3072725"/>
        <a:ext cx="6641516" cy="473513"/>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D5A3E3-42FC-428A-9D22-A0890B04CD2D}">
      <dsp:nvSpPr>
        <dsp:cNvPr id="0" name=""/>
        <dsp:cNvSpPr/>
      </dsp:nvSpPr>
      <dsp:spPr>
        <a:xfrm>
          <a:off x="0" y="3324"/>
          <a:ext cx="6692748" cy="708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967744-9ABC-4B17-8796-7C735C4C3482}">
      <dsp:nvSpPr>
        <dsp:cNvPr id="0" name=""/>
        <dsp:cNvSpPr/>
      </dsp:nvSpPr>
      <dsp:spPr>
        <a:xfrm>
          <a:off x="214188" y="162638"/>
          <a:ext cx="389434" cy="3894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95023C6-77E1-4A48-AFE5-A1CB3648A968}">
      <dsp:nvSpPr>
        <dsp:cNvPr id="0" name=""/>
        <dsp:cNvSpPr/>
      </dsp:nvSpPr>
      <dsp:spPr>
        <a:xfrm>
          <a:off x="817812" y="3324"/>
          <a:ext cx="5874935" cy="708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937" tIns="74937" rIns="74937" bIns="74937" numCol="1" spcCol="1270" anchor="ctr" anchorCtr="0">
          <a:noAutofit/>
        </a:bodyPr>
        <a:lstStyle/>
        <a:p>
          <a:pPr marL="0" lvl="0" indent="0" algn="l" defTabSz="844550">
            <a:lnSpc>
              <a:spcPct val="90000"/>
            </a:lnSpc>
            <a:spcBef>
              <a:spcPct val="0"/>
            </a:spcBef>
            <a:spcAft>
              <a:spcPct val="35000"/>
            </a:spcAft>
            <a:buNone/>
          </a:pPr>
          <a:r>
            <a:rPr lang="en-US" sz="1900" kern="1200"/>
            <a:t>Regular domain conversations</a:t>
          </a:r>
        </a:p>
      </dsp:txBody>
      <dsp:txXfrm>
        <a:off x="817812" y="3324"/>
        <a:ext cx="5874935" cy="708062"/>
      </dsp:txXfrm>
    </dsp:sp>
    <dsp:sp modelId="{45B180FA-F341-47A7-81E9-8B0FBB40EBFB}">
      <dsp:nvSpPr>
        <dsp:cNvPr id="0" name=""/>
        <dsp:cNvSpPr/>
      </dsp:nvSpPr>
      <dsp:spPr>
        <a:xfrm>
          <a:off x="0" y="888402"/>
          <a:ext cx="6692748" cy="708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0238CA-ED81-46B2-9BF9-6FEC2357E65C}">
      <dsp:nvSpPr>
        <dsp:cNvPr id="0" name=""/>
        <dsp:cNvSpPr/>
      </dsp:nvSpPr>
      <dsp:spPr>
        <a:xfrm>
          <a:off x="214188" y="1047716"/>
          <a:ext cx="389434" cy="3894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95FA00-19C7-4001-B58A-7E80E34410C7}">
      <dsp:nvSpPr>
        <dsp:cNvPr id="0" name=""/>
        <dsp:cNvSpPr/>
      </dsp:nvSpPr>
      <dsp:spPr>
        <a:xfrm>
          <a:off x="817812" y="888402"/>
          <a:ext cx="5874935" cy="708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937" tIns="74937" rIns="74937" bIns="74937" numCol="1" spcCol="1270" anchor="ctr" anchorCtr="0">
          <a:noAutofit/>
        </a:bodyPr>
        <a:lstStyle/>
        <a:p>
          <a:pPr marL="0" lvl="0" indent="0" algn="l" defTabSz="844550">
            <a:lnSpc>
              <a:spcPct val="90000"/>
            </a:lnSpc>
            <a:spcBef>
              <a:spcPct val="0"/>
            </a:spcBef>
            <a:spcAft>
              <a:spcPct val="35000"/>
            </a:spcAft>
            <a:buNone/>
          </a:pPr>
          <a:r>
            <a:rPr lang="en-US" sz="1900" kern="1200"/>
            <a:t>Refactor names to match language</a:t>
          </a:r>
        </a:p>
      </dsp:txBody>
      <dsp:txXfrm>
        <a:off x="817812" y="888402"/>
        <a:ext cx="5874935" cy="708062"/>
      </dsp:txXfrm>
    </dsp:sp>
    <dsp:sp modelId="{BD4E9550-9F67-4B4F-9E07-F4A9F0D37943}">
      <dsp:nvSpPr>
        <dsp:cNvPr id="0" name=""/>
        <dsp:cNvSpPr/>
      </dsp:nvSpPr>
      <dsp:spPr>
        <a:xfrm>
          <a:off x="0" y="1773480"/>
          <a:ext cx="6692748" cy="708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EABD34-63D7-483E-8E00-B08932F9B5D8}">
      <dsp:nvSpPr>
        <dsp:cNvPr id="0" name=""/>
        <dsp:cNvSpPr/>
      </dsp:nvSpPr>
      <dsp:spPr>
        <a:xfrm>
          <a:off x="214188" y="1932794"/>
          <a:ext cx="389434" cy="3894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7A15FA-0FFD-4F60-85FA-6E603AAEBF55}">
      <dsp:nvSpPr>
        <dsp:cNvPr id="0" name=""/>
        <dsp:cNvSpPr/>
      </dsp:nvSpPr>
      <dsp:spPr>
        <a:xfrm>
          <a:off x="817812" y="1773480"/>
          <a:ext cx="5874935" cy="708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937" tIns="74937" rIns="74937" bIns="74937" numCol="1" spcCol="1270" anchor="ctr" anchorCtr="0">
          <a:noAutofit/>
        </a:bodyPr>
        <a:lstStyle/>
        <a:p>
          <a:pPr marL="0" lvl="0" indent="0" algn="l" defTabSz="844550">
            <a:lnSpc>
              <a:spcPct val="90000"/>
            </a:lnSpc>
            <a:spcBef>
              <a:spcPct val="0"/>
            </a:spcBef>
            <a:spcAft>
              <a:spcPct val="35000"/>
            </a:spcAft>
            <a:buNone/>
          </a:pPr>
          <a:r>
            <a:rPr lang="en-US" sz="1900" kern="1200"/>
            <a:t>Keep boundaries explicit</a:t>
          </a:r>
        </a:p>
      </dsp:txBody>
      <dsp:txXfrm>
        <a:off x="817812" y="1773480"/>
        <a:ext cx="5874935" cy="708062"/>
      </dsp:txXfrm>
    </dsp:sp>
    <dsp:sp modelId="{6AFB0224-FB4F-40F3-9609-D2718B1A9146}">
      <dsp:nvSpPr>
        <dsp:cNvPr id="0" name=""/>
        <dsp:cNvSpPr/>
      </dsp:nvSpPr>
      <dsp:spPr>
        <a:xfrm>
          <a:off x="0" y="2658558"/>
          <a:ext cx="6692748" cy="708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C764DA-5632-4ABC-BA78-EA4DA1A47AA0}">
      <dsp:nvSpPr>
        <dsp:cNvPr id="0" name=""/>
        <dsp:cNvSpPr/>
      </dsp:nvSpPr>
      <dsp:spPr>
        <a:xfrm>
          <a:off x="214188" y="2817873"/>
          <a:ext cx="389434" cy="3894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9013FDE-0D89-4F9A-8023-144B7832E6AF}">
      <dsp:nvSpPr>
        <dsp:cNvPr id="0" name=""/>
        <dsp:cNvSpPr/>
      </dsp:nvSpPr>
      <dsp:spPr>
        <a:xfrm>
          <a:off x="817812" y="2658558"/>
          <a:ext cx="5874935" cy="708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937" tIns="74937" rIns="74937" bIns="74937" numCol="1" spcCol="1270" anchor="ctr" anchorCtr="0">
          <a:noAutofit/>
        </a:bodyPr>
        <a:lstStyle/>
        <a:p>
          <a:pPr marL="0" lvl="0" indent="0" algn="l" defTabSz="844550">
            <a:lnSpc>
              <a:spcPct val="90000"/>
            </a:lnSpc>
            <a:spcBef>
              <a:spcPct val="0"/>
            </a:spcBef>
            <a:spcAft>
              <a:spcPct val="35000"/>
            </a:spcAft>
            <a:buNone/>
          </a:pPr>
          <a:r>
            <a:rPr lang="en-US" sz="1900" kern="1200"/>
            <a:t>Document context maps and contracts</a:t>
          </a:r>
        </a:p>
      </dsp:txBody>
      <dsp:txXfrm>
        <a:off x="817812" y="2658558"/>
        <a:ext cx="5874935" cy="708062"/>
      </dsp:txXfrm>
    </dsp:sp>
    <dsp:sp modelId="{C07BA3A5-885F-4E19-B5A8-094BC3B43881}">
      <dsp:nvSpPr>
        <dsp:cNvPr id="0" name=""/>
        <dsp:cNvSpPr/>
      </dsp:nvSpPr>
      <dsp:spPr>
        <a:xfrm>
          <a:off x="0" y="3543637"/>
          <a:ext cx="6692748" cy="708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425928-173D-4306-A732-39E3B847C1A8}">
      <dsp:nvSpPr>
        <dsp:cNvPr id="0" name=""/>
        <dsp:cNvSpPr/>
      </dsp:nvSpPr>
      <dsp:spPr>
        <a:xfrm>
          <a:off x="214188" y="3702951"/>
          <a:ext cx="389434" cy="38943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EEFB630-C5D7-4AD9-9361-E6F5852514E8}">
      <dsp:nvSpPr>
        <dsp:cNvPr id="0" name=""/>
        <dsp:cNvSpPr/>
      </dsp:nvSpPr>
      <dsp:spPr>
        <a:xfrm>
          <a:off x="817812" y="3543637"/>
          <a:ext cx="5874935" cy="708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937" tIns="74937" rIns="74937" bIns="74937" numCol="1" spcCol="1270" anchor="ctr" anchorCtr="0">
          <a:noAutofit/>
        </a:bodyPr>
        <a:lstStyle/>
        <a:p>
          <a:pPr marL="0" lvl="0" indent="0" algn="l" defTabSz="844550">
            <a:lnSpc>
              <a:spcPct val="90000"/>
            </a:lnSpc>
            <a:spcBef>
              <a:spcPct val="0"/>
            </a:spcBef>
            <a:spcAft>
              <a:spcPct val="35000"/>
            </a:spcAft>
            <a:buNone/>
          </a:pPr>
          <a:r>
            <a:rPr lang="en-US" sz="1900" kern="1200"/>
            <a:t>Use examples as living documentation (tests)</a:t>
          </a:r>
        </a:p>
      </dsp:txBody>
      <dsp:txXfrm>
        <a:off x="817812" y="3543637"/>
        <a:ext cx="5874935" cy="708062"/>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ED0514-A65D-4B84-B1DB-76E19E54B41F}">
      <dsp:nvSpPr>
        <dsp:cNvPr id="0" name=""/>
        <dsp:cNvSpPr/>
      </dsp:nvSpPr>
      <dsp:spPr>
        <a:xfrm>
          <a:off x="0" y="1159"/>
          <a:ext cx="9905999" cy="494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BB45F5-0BA1-43F4-AADE-4C0A4BDEEC47}">
      <dsp:nvSpPr>
        <dsp:cNvPr id="0" name=""/>
        <dsp:cNvSpPr/>
      </dsp:nvSpPr>
      <dsp:spPr>
        <a:xfrm>
          <a:off x="149478" y="112341"/>
          <a:ext cx="271778" cy="2717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5AC0B5-12E6-4C49-A792-D85785FA2084}">
      <dsp:nvSpPr>
        <dsp:cNvPr id="0" name=""/>
        <dsp:cNvSpPr/>
      </dsp:nvSpPr>
      <dsp:spPr>
        <a:xfrm>
          <a:off x="570734" y="1159"/>
          <a:ext cx="9335264" cy="494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7" tIns="52297" rIns="52297" bIns="52297" numCol="1" spcCol="1270" anchor="ctr" anchorCtr="0">
          <a:noAutofit/>
        </a:bodyPr>
        <a:lstStyle/>
        <a:p>
          <a:pPr marL="0" lvl="0" indent="0" algn="l" defTabSz="844550">
            <a:lnSpc>
              <a:spcPct val="90000"/>
            </a:lnSpc>
            <a:spcBef>
              <a:spcPct val="0"/>
            </a:spcBef>
            <a:spcAft>
              <a:spcPct val="35000"/>
            </a:spcAft>
            <a:buNone/>
          </a:pPr>
          <a:r>
            <a:rPr lang="en-US" sz="1900" kern="1200"/>
            <a:t>1) Ubiquitous language (glossary, names)</a:t>
          </a:r>
        </a:p>
      </dsp:txBody>
      <dsp:txXfrm>
        <a:off x="570734" y="1159"/>
        <a:ext cx="9335264" cy="494142"/>
      </dsp:txXfrm>
    </dsp:sp>
    <dsp:sp modelId="{267C82E9-C586-4567-B6DD-4B745E6358C2}">
      <dsp:nvSpPr>
        <dsp:cNvPr id="0" name=""/>
        <dsp:cNvSpPr/>
      </dsp:nvSpPr>
      <dsp:spPr>
        <a:xfrm>
          <a:off x="0" y="618837"/>
          <a:ext cx="9905999" cy="494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57825B-8F39-4220-BC0D-6F2C19BC1BF2}">
      <dsp:nvSpPr>
        <dsp:cNvPr id="0" name=""/>
        <dsp:cNvSpPr/>
      </dsp:nvSpPr>
      <dsp:spPr>
        <a:xfrm>
          <a:off x="149478" y="730019"/>
          <a:ext cx="271778" cy="2717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6D4A113-E75F-4A06-B40F-021F8F995E89}">
      <dsp:nvSpPr>
        <dsp:cNvPr id="0" name=""/>
        <dsp:cNvSpPr/>
      </dsp:nvSpPr>
      <dsp:spPr>
        <a:xfrm>
          <a:off x="570734" y="618837"/>
          <a:ext cx="9335264" cy="494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7" tIns="52297" rIns="52297" bIns="52297" numCol="1" spcCol="1270" anchor="ctr" anchorCtr="0">
          <a:noAutofit/>
        </a:bodyPr>
        <a:lstStyle/>
        <a:p>
          <a:pPr marL="0" lvl="0" indent="0" algn="l" defTabSz="844550">
            <a:lnSpc>
              <a:spcPct val="90000"/>
            </a:lnSpc>
            <a:spcBef>
              <a:spcPct val="0"/>
            </a:spcBef>
            <a:spcAft>
              <a:spcPct val="35000"/>
            </a:spcAft>
            <a:buNone/>
          </a:pPr>
          <a:r>
            <a:rPr lang="en-US" sz="1900" kern="1200"/>
            <a:t>2) Identify bounded contexts</a:t>
          </a:r>
        </a:p>
      </dsp:txBody>
      <dsp:txXfrm>
        <a:off x="570734" y="618837"/>
        <a:ext cx="9335264" cy="494142"/>
      </dsp:txXfrm>
    </dsp:sp>
    <dsp:sp modelId="{20F6E8A7-6705-49E8-992A-FDC524DBA628}">
      <dsp:nvSpPr>
        <dsp:cNvPr id="0" name=""/>
        <dsp:cNvSpPr/>
      </dsp:nvSpPr>
      <dsp:spPr>
        <a:xfrm>
          <a:off x="0" y="1236515"/>
          <a:ext cx="9905999" cy="494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DE7D79-FB76-4E3E-B3CB-29388143B3AD}">
      <dsp:nvSpPr>
        <dsp:cNvPr id="0" name=""/>
        <dsp:cNvSpPr/>
      </dsp:nvSpPr>
      <dsp:spPr>
        <a:xfrm>
          <a:off x="149478" y="1347697"/>
          <a:ext cx="271778" cy="2717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7D51BD-8F03-47A1-92F2-F8DE5CAAAED0}">
      <dsp:nvSpPr>
        <dsp:cNvPr id="0" name=""/>
        <dsp:cNvSpPr/>
      </dsp:nvSpPr>
      <dsp:spPr>
        <a:xfrm>
          <a:off x="570734" y="1236515"/>
          <a:ext cx="9335264" cy="494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7" tIns="52297" rIns="52297" bIns="52297" numCol="1" spcCol="1270" anchor="ctr" anchorCtr="0">
          <a:noAutofit/>
        </a:bodyPr>
        <a:lstStyle/>
        <a:p>
          <a:pPr marL="0" lvl="0" indent="0" algn="l" defTabSz="844550">
            <a:lnSpc>
              <a:spcPct val="90000"/>
            </a:lnSpc>
            <a:spcBef>
              <a:spcPct val="0"/>
            </a:spcBef>
            <a:spcAft>
              <a:spcPct val="35000"/>
            </a:spcAft>
            <a:buNone/>
          </a:pPr>
          <a:r>
            <a:rPr lang="en-US" sz="1900" kern="1200"/>
            <a:t>3) Model 1–2 core flows well</a:t>
          </a:r>
        </a:p>
      </dsp:txBody>
      <dsp:txXfrm>
        <a:off x="570734" y="1236515"/>
        <a:ext cx="9335264" cy="494142"/>
      </dsp:txXfrm>
    </dsp:sp>
    <dsp:sp modelId="{1CBAB197-8C1C-4C1D-9DDD-87C27D7F07AB}">
      <dsp:nvSpPr>
        <dsp:cNvPr id="0" name=""/>
        <dsp:cNvSpPr/>
      </dsp:nvSpPr>
      <dsp:spPr>
        <a:xfrm>
          <a:off x="0" y="1854192"/>
          <a:ext cx="9905999" cy="494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9BCC15-EFD8-4A54-A66D-7853B68912C3}">
      <dsp:nvSpPr>
        <dsp:cNvPr id="0" name=""/>
        <dsp:cNvSpPr/>
      </dsp:nvSpPr>
      <dsp:spPr>
        <a:xfrm>
          <a:off x="149478" y="1965374"/>
          <a:ext cx="271778" cy="2717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B21B48-50A7-4F29-AA6B-EFAB18ED4755}">
      <dsp:nvSpPr>
        <dsp:cNvPr id="0" name=""/>
        <dsp:cNvSpPr/>
      </dsp:nvSpPr>
      <dsp:spPr>
        <a:xfrm>
          <a:off x="570734" y="1854192"/>
          <a:ext cx="9335264" cy="494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7" tIns="52297" rIns="52297" bIns="52297" numCol="1" spcCol="1270" anchor="ctr" anchorCtr="0">
          <a:noAutofit/>
        </a:bodyPr>
        <a:lstStyle/>
        <a:p>
          <a:pPr marL="0" lvl="0" indent="0" algn="l" defTabSz="844550">
            <a:lnSpc>
              <a:spcPct val="90000"/>
            </a:lnSpc>
            <a:spcBef>
              <a:spcPct val="0"/>
            </a:spcBef>
            <a:spcAft>
              <a:spcPct val="35000"/>
            </a:spcAft>
            <a:buNone/>
          </a:pPr>
          <a:r>
            <a:rPr lang="en-US" sz="1900" kern="1200"/>
            <a:t>4) Add value objects + aggregates where rules matter</a:t>
          </a:r>
        </a:p>
      </dsp:txBody>
      <dsp:txXfrm>
        <a:off x="570734" y="1854192"/>
        <a:ext cx="9335264" cy="494142"/>
      </dsp:txXfrm>
    </dsp:sp>
    <dsp:sp modelId="{AF10B122-305B-4C5F-ADDB-4B40EF5BB4F9}">
      <dsp:nvSpPr>
        <dsp:cNvPr id="0" name=""/>
        <dsp:cNvSpPr/>
      </dsp:nvSpPr>
      <dsp:spPr>
        <a:xfrm>
          <a:off x="0" y="2471870"/>
          <a:ext cx="9905999" cy="494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4C8AD5-0F0D-47B7-B203-B747592A8E14}">
      <dsp:nvSpPr>
        <dsp:cNvPr id="0" name=""/>
        <dsp:cNvSpPr/>
      </dsp:nvSpPr>
      <dsp:spPr>
        <a:xfrm>
          <a:off x="149478" y="2583052"/>
          <a:ext cx="271778" cy="27177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9138D09-ECB8-464F-80FD-46AEE1E9198E}">
      <dsp:nvSpPr>
        <dsp:cNvPr id="0" name=""/>
        <dsp:cNvSpPr/>
      </dsp:nvSpPr>
      <dsp:spPr>
        <a:xfrm>
          <a:off x="570734" y="2471870"/>
          <a:ext cx="9335264" cy="494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7" tIns="52297" rIns="52297" bIns="52297" numCol="1" spcCol="1270" anchor="ctr" anchorCtr="0">
          <a:noAutofit/>
        </a:bodyPr>
        <a:lstStyle/>
        <a:p>
          <a:pPr marL="0" lvl="0" indent="0" algn="l" defTabSz="844550">
            <a:lnSpc>
              <a:spcPct val="90000"/>
            </a:lnSpc>
            <a:spcBef>
              <a:spcPct val="0"/>
            </a:spcBef>
            <a:spcAft>
              <a:spcPct val="35000"/>
            </a:spcAft>
            <a:buNone/>
          </a:pPr>
          <a:r>
            <a:rPr lang="en-US" sz="1900" kern="1200"/>
            <a:t>5) Publish domain events to decouple</a:t>
          </a:r>
        </a:p>
      </dsp:txBody>
      <dsp:txXfrm>
        <a:off x="570734" y="2471870"/>
        <a:ext cx="9335264" cy="494142"/>
      </dsp:txXfrm>
    </dsp:sp>
    <dsp:sp modelId="{011AE0DB-C911-4250-981C-BF09396D8113}">
      <dsp:nvSpPr>
        <dsp:cNvPr id="0" name=""/>
        <dsp:cNvSpPr/>
      </dsp:nvSpPr>
      <dsp:spPr>
        <a:xfrm>
          <a:off x="0" y="3089548"/>
          <a:ext cx="9905999" cy="494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B070C0-9966-41D5-B63C-906CE90C5370}">
      <dsp:nvSpPr>
        <dsp:cNvPr id="0" name=""/>
        <dsp:cNvSpPr/>
      </dsp:nvSpPr>
      <dsp:spPr>
        <a:xfrm>
          <a:off x="149478" y="3200730"/>
          <a:ext cx="271778" cy="27177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998C49-76D7-40D6-9C1D-2CCF56D07B89}">
      <dsp:nvSpPr>
        <dsp:cNvPr id="0" name=""/>
        <dsp:cNvSpPr/>
      </dsp:nvSpPr>
      <dsp:spPr>
        <a:xfrm>
          <a:off x="570734" y="3089548"/>
          <a:ext cx="9335264" cy="494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7" tIns="52297" rIns="52297" bIns="52297" numCol="1" spcCol="1270" anchor="ctr" anchorCtr="0">
          <a:noAutofit/>
        </a:bodyPr>
        <a:lstStyle/>
        <a:p>
          <a:pPr marL="0" lvl="0" indent="0" algn="l" defTabSz="844550">
            <a:lnSpc>
              <a:spcPct val="90000"/>
            </a:lnSpc>
            <a:spcBef>
              <a:spcPct val="0"/>
            </a:spcBef>
            <a:spcAft>
              <a:spcPct val="35000"/>
            </a:spcAft>
            <a:buNone/>
          </a:pPr>
          <a:r>
            <a:rPr lang="en-US" sz="1900" kern="1200"/>
            <a:t>6) Add sagas/CQRS only if needed</a:t>
          </a:r>
        </a:p>
      </dsp:txBody>
      <dsp:txXfrm>
        <a:off x="570734" y="3089548"/>
        <a:ext cx="9335264" cy="494142"/>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A006DB-42EA-6948-A843-347D71584365}">
      <dsp:nvSpPr>
        <dsp:cNvPr id="0" name=""/>
        <dsp:cNvSpPr/>
      </dsp:nvSpPr>
      <dsp:spPr>
        <a:xfrm>
          <a:off x="0" y="7966"/>
          <a:ext cx="6692748" cy="1341990"/>
        </a:xfrm>
        <a:prstGeom prst="round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What part of your current system feels most 'domain-complex'?</a:t>
          </a:r>
        </a:p>
      </dsp:txBody>
      <dsp:txXfrm>
        <a:off x="65511" y="73477"/>
        <a:ext cx="6561726" cy="1210968"/>
      </dsp:txXfrm>
    </dsp:sp>
    <dsp:sp modelId="{707761A3-DE86-7140-AE09-EA9FE6FF95DA}">
      <dsp:nvSpPr>
        <dsp:cNvPr id="0" name=""/>
        <dsp:cNvSpPr/>
      </dsp:nvSpPr>
      <dsp:spPr>
        <a:xfrm>
          <a:off x="0" y="1456517"/>
          <a:ext cx="6692748" cy="1341990"/>
        </a:xfrm>
        <a:prstGeom prst="roundRect">
          <a:avLst/>
        </a:prstGeom>
        <a:gradFill rotWithShape="0">
          <a:gsLst>
            <a:gs pos="0">
              <a:schemeClr val="accent2">
                <a:hueOff val="-734515"/>
                <a:satOff val="-16247"/>
                <a:lumOff val="-3235"/>
                <a:alphaOff val="0"/>
                <a:tint val="94000"/>
                <a:satMod val="105000"/>
                <a:lumMod val="102000"/>
              </a:schemeClr>
            </a:gs>
            <a:gs pos="100000">
              <a:schemeClr val="accent2">
                <a:hueOff val="-734515"/>
                <a:satOff val="-16247"/>
                <a:lumOff val="-3235"/>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Where do definitions differ between teams?</a:t>
          </a:r>
        </a:p>
      </dsp:txBody>
      <dsp:txXfrm>
        <a:off x="65511" y="1522028"/>
        <a:ext cx="6561726" cy="1210968"/>
      </dsp:txXfrm>
    </dsp:sp>
    <dsp:sp modelId="{A07C296C-AC01-0249-A79D-27CD9CD411B5}">
      <dsp:nvSpPr>
        <dsp:cNvPr id="0" name=""/>
        <dsp:cNvSpPr/>
      </dsp:nvSpPr>
      <dsp:spPr>
        <a:xfrm>
          <a:off x="0" y="2905067"/>
          <a:ext cx="6692748" cy="1341990"/>
        </a:xfrm>
        <a:prstGeom prst="roundRect">
          <a:avLst/>
        </a:prstGeom>
        <a:gradFill rotWithShape="0">
          <a:gsLst>
            <a:gs pos="0">
              <a:schemeClr val="accent2">
                <a:hueOff val="-1469031"/>
                <a:satOff val="-32495"/>
                <a:lumOff val="-6470"/>
                <a:alphaOff val="0"/>
                <a:tint val="94000"/>
                <a:satMod val="105000"/>
                <a:lumMod val="102000"/>
              </a:schemeClr>
            </a:gs>
            <a:gs pos="100000">
              <a:schemeClr val="accent2">
                <a:hueOff val="-1469031"/>
                <a:satOff val="-32495"/>
                <a:lumOff val="-647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Which bounded context would you start with?</a:t>
          </a:r>
        </a:p>
      </dsp:txBody>
      <dsp:txXfrm>
        <a:off x="65511" y="2970578"/>
        <a:ext cx="6561726" cy="1210968"/>
      </dsp:txXfrm>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27712E-E255-B847-A47B-32CFDFFDCBFC}" type="datetimeFigureOut">
              <a:rPr lang="en-US" smtClean="0"/>
              <a:t>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4DCF28-D977-1A42-B628-197DD54C17F9}" type="slidenum">
              <a:rPr lang="en-US" smtClean="0"/>
              <a:t>‹#›</a:t>
            </a:fld>
            <a:endParaRPr lang="en-US"/>
          </a:p>
        </p:txBody>
      </p:sp>
    </p:spTree>
    <p:extLst>
      <p:ext uri="{BB962C8B-B14F-4D97-AF65-F5344CB8AC3E}">
        <p14:creationId xmlns:p14="http://schemas.microsoft.com/office/powerpoint/2010/main" val="2165453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stage: DDD is about using software design to capture and protect the business meaning of a complex domain. In this section, frame **Domain-Driven Design (DDD)** as a decision-making tool: it helps the team agree on meaning and then encode that meaning so it survives refactors, new hires, and integration changes.</a:t>
            </a:r>
          </a:p>
          <a:p>
            <a:endParaRPr lang="en-US" dirty="0"/>
          </a:p>
          <a:p>
            <a:r>
              <a:rPr lang="en-US" dirty="0"/>
              <a:t>**Definition (what we mean here):** Domain-Driven Design is an approach to building software where the domain model and a shared, precise language drive design decisions across code, tests, and architecture.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A gentle, progressive intro</a:t>
            </a:r>
          </a:p>
          <a:p>
            <a:endParaRPr lang="en-US" dirty="0"/>
          </a:p>
          <a:p>
            <a:endParaRPr lang="en-US" dirty="0"/>
          </a:p>
          <a:p>
            <a:r>
              <a:rPr lang="en-US" dirty="0"/>
              <a:t>**Why we care (the practical payoff):**</a:t>
            </a:r>
          </a:p>
          <a:p>
            <a:r>
              <a:rPr lang="en-US" dirty="0"/>
              <a:t>- Complex domains need clarity, not more frameworks. - A good model reduces hidden coupling and expensive rework. - DDD helps teams scale by making boundaries and language explicit.</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**A gentle, progressive intro** — When we say this in the context of **Domain-Driven Design (DDD)**,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Introduce a bank as the running domain: accounts, holds, transfers, limits, fraud checks, settlement, and reporting all mean different things in different parts of the organization.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Treating DDD as a set of classes and patterns without domain collaboration</a:t>
            </a:r>
          </a:p>
          <a:p>
            <a:r>
              <a:rPr lang="en-US" dirty="0"/>
              <a:t>- Starting with microservices before understanding boundaries</a:t>
            </a:r>
          </a:p>
          <a:p>
            <a:r>
              <a:rPr lang="en-US" dirty="0"/>
              <a:t>- Confusing persistence models with domain concepts</a:t>
            </a:r>
          </a:p>
          <a:p>
            <a:endParaRPr lang="en-US" dirty="0"/>
          </a:p>
          <a:p>
            <a:r>
              <a:rPr lang="en-US" dirty="0"/>
              <a:t>When people get stuck, it’s usually because they confuse shape with meaning. They create many classes, layers, and interfaces, but the system still can’t answer basic questions like: 'What does *available balance* mean right now?' or 'When is a transfer considered *settled*?'. Use anti-patterns as a diagnostic: if you see them, the fix is usually to go back to language + examples, not to add more frameworks.</a:t>
            </a:r>
          </a:p>
          <a:p>
            <a:endParaRPr lang="en-US" dirty="0"/>
          </a:p>
          <a:p>
            <a:r>
              <a:rPr lang="en-US" dirty="0"/>
              <a:t>**Speaker prompts (questions to ask the room):**</a:t>
            </a:r>
          </a:p>
          <a:p>
            <a:r>
              <a:rPr lang="en-US" dirty="0"/>
              <a:t>- What is the business meaning of the main term on this slide, and who uses it day-to-day?</a:t>
            </a:r>
          </a:p>
          <a:p>
            <a:r>
              <a:rPr lang="en-US" dirty="0"/>
              <a:t>- What rules must always be true (invariants), and where should they be enforced?</a:t>
            </a:r>
          </a:p>
          <a:p>
            <a:r>
              <a:rPr lang="en-US" dirty="0"/>
              <a:t>- Where do we expect change most often: vocabulary, rules, integrations, or data shape?</a:t>
            </a:r>
          </a:p>
          <a:p>
            <a:r>
              <a:rPr lang="en-US" dirty="0"/>
              <a:t>- What would be the simplest useful model we can ship first, and what can we safely defer?</a:t>
            </a:r>
          </a:p>
          <a:p>
            <a:endParaRPr lang="en-US" dirty="0"/>
          </a:p>
          <a:p>
            <a:r>
              <a:rPr lang="en-US" dirty="0"/>
              <a:t>If you’re short on time, ask only one question: *'What does this term mean in your organization, and is that meaning consistent everywhere?'* The answers usually reveal where your next bounded context boundary should be.</a:t>
            </a:r>
          </a:p>
          <a:p>
            <a:endParaRPr lang="en-US" dirty="0"/>
          </a:p>
          <a:p>
            <a:r>
              <a:rPr lang="en-US" dirty="0"/>
              <a:t>As you talk through this slide, keep reminding the audience that DDD is not about drawing perfect diagrams. It’s about choosing *useful* abstractions under real constraints: deadlines, legacy systems, regulatory obligations, auditability, and team topology. A good DDD decision makes the next change cheaper—because the code reads like the business and because boundaries reduce the ripple effect of change. In banking-style domains, this usually means being very explicit about: (1) what is the source of truth, (2) what must be strongly consistent, (3) what can be eventually consistent, and (4) what must be provably auditable. Close the slide by tying it back to the core DDD loop: **discover language → model rules → choose boundaries → integrate with explicit contracts → test behaviors**. If the audience remembers only one thing, it should be that DDD is a collaboration discipline that shows up as better code—not a code style by itself.</a:t>
            </a:r>
          </a:p>
        </p:txBody>
      </p:sp>
      <p:sp>
        <p:nvSpPr>
          <p:cNvPr id="4" name="Slide Number Placeholder 3"/>
          <p:cNvSpPr>
            <a:spLocks noGrp="1"/>
          </p:cNvSpPr>
          <p:nvPr>
            <p:ph type="sldNum" sz="quarter" idx="5"/>
          </p:nvPr>
        </p:nvSpPr>
        <p:spPr/>
        <p:txBody>
          <a:bodyPr/>
          <a:lstStyle/>
          <a:p>
            <a:fld id="{F64DCF28-D977-1A42-B628-197DD54C17F9}" type="slidenum">
              <a:rPr lang="en-US" smtClean="0"/>
              <a:t>1</a:t>
            </a:fld>
            <a:endParaRPr lang="en-US"/>
          </a:p>
        </p:txBody>
      </p:sp>
    </p:spTree>
    <p:extLst>
      <p:ext uri="{BB962C8B-B14F-4D97-AF65-F5344CB8AC3E}">
        <p14:creationId xmlns:p14="http://schemas.microsoft.com/office/powerpoint/2010/main" val="4076016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pain DDD solves: unclear business terms, scattered rules, and cross-team friction. In this section, frame **Why DDD?** as a decision-making tool: it helps the team agree on meaning and then encode that meaning so it survives refactors, new hires, and integration changes.</a:t>
            </a:r>
          </a:p>
          <a:p>
            <a:endParaRPr lang="en-US" dirty="0"/>
          </a:p>
          <a:p>
            <a:r>
              <a:rPr lang="en-US" dirty="0"/>
              <a:t>**Definition (what we mean here):** DDD is a response to software that 'works' but is hard to change because business rules live in many places and words mean different things to different people.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Aligns dev and domain experts via Ubiquitous Language - Makes implicit rules explicit and testable - Supports evolvability by separating concerns with bounded contexts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A 'transfer' might mean an internal ledger move in one system and an external payment in another; DDD helps avoid mixing those meanings.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Adopting DDD because it is trendy</a:t>
            </a:r>
          </a:p>
          <a:p>
            <a:r>
              <a:rPr lang="en-US" dirty="0"/>
              <a:t>- Assuming DDD automatically means event sourcing or CQRS</a:t>
            </a:r>
          </a:p>
          <a:p>
            <a:r>
              <a:rPr lang="en-US" dirty="0"/>
              <a:t>- Skipping domain experts and relying only on requirements docs</a:t>
            </a:r>
          </a:p>
          <a:p>
            <a:endParaRPr lang="en-US" dirty="0"/>
          </a:p>
        </p:txBody>
      </p:sp>
      <p:sp>
        <p:nvSpPr>
          <p:cNvPr id="4" name="Slide Number Placeholder 3"/>
          <p:cNvSpPr>
            <a:spLocks noGrp="1"/>
          </p:cNvSpPr>
          <p:nvPr>
            <p:ph type="sldNum" sz="quarter" idx="5"/>
          </p:nvPr>
        </p:nvSpPr>
        <p:spPr/>
        <p:txBody>
          <a:bodyPr/>
          <a:lstStyle/>
          <a:p>
            <a:fld id="{F64DCF28-D977-1A42-B628-197DD54C17F9}" type="slidenum">
              <a:rPr lang="en-US" smtClean="0"/>
              <a:t>2</a:t>
            </a:fld>
            <a:endParaRPr lang="en-US"/>
          </a:p>
        </p:txBody>
      </p:sp>
    </p:spTree>
    <p:extLst>
      <p:ext uri="{BB962C8B-B14F-4D97-AF65-F5344CB8AC3E}">
        <p14:creationId xmlns:p14="http://schemas.microsoft.com/office/powerpoint/2010/main" val="4229123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DDD as an investment: worth it when the domain is complex and change is frequent. In this section, frame **When DDD is a good fit** as a decision-making tool: it helps the team agree on meaning and then encode that meaning so it survives refactors, new hires, and integration changes.</a:t>
            </a:r>
          </a:p>
          <a:p>
            <a:endParaRPr lang="en-US" dirty="0"/>
          </a:p>
          <a:p>
            <a:r>
              <a:rPr lang="en-US" dirty="0"/>
              <a:t>**Definition (what we mean here):** DDD shines when your biggest risks are misunderstanding the business and evolving rules, not raw technical throughput.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High complexity / many rules - Many stakeholders with different terminology - Long-lived systems where change cost dominates - Multiple teams working in one business area</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Retail banking: fees, holds, limits, compliance, and product variations change continuously; model clarity prevents regression.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Using DDD for a CRUD-only admin tool</a:t>
            </a:r>
          </a:p>
          <a:p>
            <a:r>
              <a:rPr lang="en-US" dirty="0"/>
              <a:t>- Over-modeling simple workflows</a:t>
            </a:r>
          </a:p>
          <a:p>
            <a:r>
              <a:rPr lang="en-US" dirty="0"/>
              <a:t>- Letting architecture constraints define the domain</a:t>
            </a:r>
          </a:p>
        </p:txBody>
      </p:sp>
      <p:sp>
        <p:nvSpPr>
          <p:cNvPr id="4" name="Slide Number Placeholder 3"/>
          <p:cNvSpPr>
            <a:spLocks noGrp="1"/>
          </p:cNvSpPr>
          <p:nvPr>
            <p:ph type="sldNum" sz="quarter" idx="5"/>
          </p:nvPr>
        </p:nvSpPr>
        <p:spPr/>
        <p:txBody>
          <a:bodyPr/>
          <a:lstStyle/>
          <a:p>
            <a:fld id="{F64DCF28-D977-1A42-B628-197DD54C17F9}" type="slidenum">
              <a:rPr lang="en-US" smtClean="0"/>
              <a:t>3</a:t>
            </a:fld>
            <a:endParaRPr lang="en-US"/>
          </a:p>
        </p:txBody>
      </p:sp>
    </p:spTree>
    <p:extLst>
      <p:ext uri="{BB962C8B-B14F-4D97-AF65-F5344CB8AC3E}">
        <p14:creationId xmlns:p14="http://schemas.microsoft.com/office/powerpoint/2010/main" val="2369701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DDD has cost—if the domain is simple, the ceremony can slow you down. In this section, frame **When DDD can be overkill** as a decision-making tool: it helps the team agree on meaning and then encode that meaning so it survives refactors, new hires, and integration changes.</a:t>
            </a:r>
          </a:p>
          <a:p>
            <a:endParaRPr lang="en-US" dirty="0"/>
          </a:p>
          <a:p>
            <a:r>
              <a:rPr lang="en-US" dirty="0"/>
              <a:t>**Definition (what we mean here):** DDD can be overkill when the problem is well-understood, stable, or best solved with off-the-shelf components and straightforward data flows.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Low domain complexity - Short-lived code - Team lacks access to domain experts - Most value is UI/UX or integration glue rather than core rules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A one-off report generator or a static marketing site rarely needs aggregates and bounded contexts.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Mistaking '</a:t>
            </a:r>
            <a:r>
              <a:rPr lang="en-US" dirty="0" err="1"/>
              <a:t>enterprisey</a:t>
            </a:r>
            <a:r>
              <a:rPr lang="en-US" dirty="0"/>
              <a:t>' structure for DDD</a:t>
            </a:r>
          </a:p>
          <a:p>
            <a:r>
              <a:rPr lang="en-US" dirty="0"/>
              <a:t>- Building elaborate layers with no domain behavior</a:t>
            </a:r>
          </a:p>
          <a:p>
            <a:r>
              <a:rPr lang="en-US" dirty="0"/>
              <a:t>- Creating fake domain objects that are just database rows</a:t>
            </a:r>
          </a:p>
          <a:p>
            <a:endParaRPr lang="en-US" dirty="0"/>
          </a:p>
        </p:txBody>
      </p:sp>
      <p:sp>
        <p:nvSpPr>
          <p:cNvPr id="4" name="Slide Number Placeholder 3"/>
          <p:cNvSpPr>
            <a:spLocks noGrp="1"/>
          </p:cNvSpPr>
          <p:nvPr>
            <p:ph type="sldNum" sz="quarter" idx="5"/>
          </p:nvPr>
        </p:nvSpPr>
        <p:spPr/>
        <p:txBody>
          <a:bodyPr/>
          <a:lstStyle/>
          <a:p>
            <a:fld id="{F64DCF28-D977-1A42-B628-197DD54C17F9}" type="slidenum">
              <a:rPr lang="en-US" smtClean="0"/>
              <a:t>4</a:t>
            </a:fld>
            <a:endParaRPr lang="en-US"/>
          </a:p>
        </p:txBody>
      </p:sp>
    </p:spTree>
    <p:extLst>
      <p:ext uri="{BB962C8B-B14F-4D97-AF65-F5344CB8AC3E}">
        <p14:creationId xmlns:p14="http://schemas.microsoft.com/office/powerpoint/2010/main" val="2447861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mantra and unpack it: model the domain, speak one language, honor boundaries. In this section, frame **DDD in one sentence** as a decision-making tool: it helps the team agree on meaning and then encode that meaning so it survives refactors, new hires, and integration changes.</a:t>
            </a:r>
          </a:p>
          <a:p>
            <a:endParaRPr lang="en-US" dirty="0"/>
          </a:p>
          <a:p>
            <a:r>
              <a:rPr lang="en-US" dirty="0"/>
              <a:t>**Definition (what we mean here):** In practice, DDD means: collaborate on a model that reflects reality, encode it in code and tests, and keep different meanings separated by explicit boundaries.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Model the domain, use shared language, and keep boundaries explicit</a:t>
            </a:r>
          </a:p>
          <a:p>
            <a:endParaRPr lang="en-US" dirty="0"/>
          </a:p>
          <a:p>
            <a:endParaRPr lang="en-US" dirty="0"/>
          </a:p>
          <a:p>
            <a:r>
              <a:rPr lang="en-US" dirty="0"/>
              <a:t>**Why we care (the practical payoff):**</a:t>
            </a:r>
          </a:p>
          <a:p>
            <a:r>
              <a:rPr lang="en-US" dirty="0"/>
              <a:t>- Provides a north star for design trade-offs - Keeps the team aligned during change - Forces explicit decisions about ownership and integration</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**Model the domain, use shared language, and keep boundaries explicit** — When we say this in the context of **DDD in one sentence**,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If 'Account' means different things in Cards vs Core Banking, we do not force a single shared Account class; we keep boundaries explicit.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Using the sentence as a slogan but not changing practices</a:t>
            </a:r>
          </a:p>
          <a:p>
            <a:r>
              <a:rPr lang="en-US" dirty="0"/>
              <a:t>- Pretending one model can represent the whole enterprise</a:t>
            </a:r>
          </a:p>
          <a:p>
            <a:r>
              <a:rPr lang="en-US" dirty="0"/>
              <a:t>- Ignoring integration needs until late</a:t>
            </a:r>
          </a:p>
        </p:txBody>
      </p:sp>
      <p:sp>
        <p:nvSpPr>
          <p:cNvPr id="4" name="Slide Number Placeholder 3"/>
          <p:cNvSpPr>
            <a:spLocks noGrp="1"/>
          </p:cNvSpPr>
          <p:nvPr>
            <p:ph type="sldNum" sz="quarter" idx="5"/>
          </p:nvPr>
        </p:nvSpPr>
        <p:spPr/>
        <p:txBody>
          <a:bodyPr/>
          <a:lstStyle/>
          <a:p>
            <a:fld id="{F64DCF28-D977-1A42-B628-197DD54C17F9}" type="slidenum">
              <a:rPr lang="en-US" smtClean="0"/>
              <a:t>5</a:t>
            </a:fld>
            <a:endParaRPr lang="en-US"/>
          </a:p>
        </p:txBody>
      </p:sp>
    </p:spTree>
    <p:extLst>
      <p:ext uri="{BB962C8B-B14F-4D97-AF65-F5344CB8AC3E}">
        <p14:creationId xmlns:p14="http://schemas.microsoft.com/office/powerpoint/2010/main" val="1830588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map from the buildings: strategic DDD chooses boundaries; tactical DDD implements models inside them. In this section, frame **Strategic vs Tactical DDD** as a decision-making tool: it helps the team agree on meaning and then encode that meaning so it survives refactors, new hires, and integration changes.</a:t>
            </a:r>
          </a:p>
          <a:p>
            <a:endParaRPr lang="en-US" dirty="0"/>
          </a:p>
          <a:p>
            <a:r>
              <a:rPr lang="en-US" dirty="0"/>
              <a:t>**Definition (what we mean here):** Strategic DDD covers subdomains, bounded contexts, and context maps. Tactical DDD covers patterns like entities, value objects, aggregates, repositories, and domain events.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Strategic choices prevent organizational and semantic coupling - Tactical patterns help enforce rules and express intent cleanly - Doing tactical without strategic often makes a 'big ball of mud' with nicer classes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Strategic: split 'Payments' from 'Accounting'. Tactical: inside Payments, model Transfer as an aggregate with invariants.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Jumping straight to aggregates without agreeing on contexts</a:t>
            </a:r>
          </a:p>
          <a:p>
            <a:r>
              <a:rPr lang="en-US" dirty="0"/>
              <a:t>- Treating 'microservice' as the same as 'bounded context'</a:t>
            </a:r>
          </a:p>
          <a:p>
            <a:r>
              <a:rPr lang="en-US" dirty="0"/>
              <a:t>- Using patterns everywhere instead of where they add value</a:t>
            </a:r>
          </a:p>
        </p:txBody>
      </p:sp>
      <p:sp>
        <p:nvSpPr>
          <p:cNvPr id="4" name="Slide Number Placeholder 3"/>
          <p:cNvSpPr>
            <a:spLocks noGrp="1"/>
          </p:cNvSpPr>
          <p:nvPr>
            <p:ph type="sldNum" sz="quarter" idx="5"/>
          </p:nvPr>
        </p:nvSpPr>
        <p:spPr/>
        <p:txBody>
          <a:bodyPr/>
          <a:lstStyle/>
          <a:p>
            <a:fld id="{F64DCF28-D977-1A42-B628-197DD54C17F9}" type="slidenum">
              <a:rPr lang="en-US" smtClean="0"/>
              <a:t>6</a:t>
            </a:fld>
            <a:endParaRPr lang="en-US"/>
          </a:p>
        </p:txBody>
      </p:sp>
    </p:spTree>
    <p:extLst>
      <p:ext uri="{BB962C8B-B14F-4D97-AF65-F5344CB8AC3E}">
        <p14:creationId xmlns:p14="http://schemas.microsoft.com/office/powerpoint/2010/main" val="4291659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model is a purposeful simplification used to make decisions, not a mirror of reality. In this section, frame **Key idea: the 'Model'** as a decision-making tool: it helps the team agree on meaning and then encode that meaning so it survives refactors, new hires, and integration changes.</a:t>
            </a:r>
          </a:p>
          <a:p>
            <a:endParaRPr lang="en-US" dirty="0"/>
          </a:p>
          <a:p>
            <a:r>
              <a:rPr lang="en-US" dirty="0"/>
              <a:t>**Definition (what we mean here):** A domain model is a set of concepts, relationships, rules, and behaviors that helps the team reason about the business and implement it reliably.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The model is how your team thinks - A good model makes illegal states unrepresentable or at least hard to create - Models evolve; DDD gives a disciplined way to evolve them</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Model 'Money' with currency and precision rules instead of passing around floats; model 'Hold' as a first-class concept, not a </a:t>
            </a:r>
            <a:r>
              <a:rPr lang="en-US" dirty="0" err="1"/>
              <a:t>boolean</a:t>
            </a:r>
            <a:r>
              <a:rPr lang="en-US" dirty="0"/>
              <a:t> flag.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Anemic models where all logic is in services</a:t>
            </a:r>
          </a:p>
          <a:p>
            <a:r>
              <a:rPr lang="en-US" dirty="0"/>
              <a:t>- Erasing domain meaning by using generic names</a:t>
            </a:r>
          </a:p>
          <a:p>
            <a:r>
              <a:rPr lang="en-US" dirty="0"/>
              <a:t>- Trying to model everything upfront perfectly</a:t>
            </a:r>
          </a:p>
        </p:txBody>
      </p:sp>
      <p:sp>
        <p:nvSpPr>
          <p:cNvPr id="4" name="Slide Number Placeholder 3"/>
          <p:cNvSpPr>
            <a:spLocks noGrp="1"/>
          </p:cNvSpPr>
          <p:nvPr>
            <p:ph type="sldNum" sz="quarter" idx="5"/>
          </p:nvPr>
        </p:nvSpPr>
        <p:spPr/>
        <p:txBody>
          <a:bodyPr/>
          <a:lstStyle/>
          <a:p>
            <a:fld id="{F64DCF28-D977-1A42-B628-197DD54C17F9}" type="slidenum">
              <a:rPr lang="en-US" smtClean="0"/>
              <a:t>7</a:t>
            </a:fld>
            <a:endParaRPr lang="en-US"/>
          </a:p>
        </p:txBody>
      </p:sp>
    </p:spTree>
    <p:extLst>
      <p:ext uri="{BB962C8B-B14F-4D97-AF65-F5344CB8AC3E}">
        <p14:creationId xmlns:p14="http://schemas.microsoft.com/office/powerpoint/2010/main" val="13268112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Ubiquitous Language as a practical tool for making domain intent explicit and keeping complexity manageable. In this section, frame **Ubiquitous Language** as a decision-making tool: it helps the team agree on meaning and then encode that meaning so it survives refactors, new hires, and integration changes.</a:t>
            </a:r>
          </a:p>
          <a:p>
            <a:endParaRPr lang="en-US" dirty="0"/>
          </a:p>
          <a:p>
            <a:r>
              <a:rPr lang="en-US" dirty="0"/>
              <a:t>**Definition (what we mean here):** Ubiquitous Language is a shared, evolving vocabulary used by domain experts and developers, reflected directly in code, tests, documentation, and APIs.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Shared language between </a:t>
            </a:r>
            <a:r>
              <a:rPr lang="en-US" dirty="0" err="1"/>
              <a:t>devs</a:t>
            </a:r>
            <a:r>
              <a:rPr lang="en-US" dirty="0"/>
              <a:t> and domain experts</a:t>
            </a:r>
          </a:p>
          <a:p>
            <a:r>
              <a:rPr lang="en-US" dirty="0"/>
              <a:t>- Use it in code, tests, docs, APIs</a:t>
            </a:r>
          </a:p>
          <a:p>
            <a:r>
              <a:rPr lang="en-US" dirty="0"/>
              <a:t>- Avoid vague names like </a:t>
            </a:r>
            <a:r>
              <a:rPr lang="en-US" dirty="0" err="1"/>
              <a:t>ProcessData</a:t>
            </a:r>
            <a:r>
              <a:rPr lang="en-US" dirty="0"/>
              <a:t>(), </a:t>
            </a:r>
            <a:r>
              <a:rPr lang="en-US" dirty="0" err="1"/>
              <a:t>DoThing</a:t>
            </a:r>
            <a:r>
              <a:rPr lang="en-US" dirty="0"/>
              <a:t>()</a:t>
            </a:r>
          </a:p>
          <a:p>
            <a:endParaRPr lang="en-US" dirty="0"/>
          </a:p>
          <a:p>
            <a:endParaRPr lang="en-US" dirty="0"/>
          </a:p>
          <a:p>
            <a:r>
              <a:rPr lang="en-US" dirty="0"/>
              <a:t>**Why we care (the practical payoff):**</a:t>
            </a:r>
          </a:p>
          <a:p>
            <a:r>
              <a:rPr lang="en-US" dirty="0"/>
              <a:t>- Reduces misunderstandings and rework - Makes discussions precise ('hold' vs 'block' vs 'freeze') - Turns code into a communication tool, not just an implementation</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**Shared language between </a:t>
            </a:r>
            <a:r>
              <a:rPr lang="en-US" dirty="0" err="1"/>
              <a:t>devs</a:t>
            </a:r>
            <a:r>
              <a:rPr lang="en-US" dirty="0"/>
              <a:t> and domain experts** — When we say this in the context of **Ubiquitous Language**,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**Use it in code, tests, docs, APIs** — When we say this in the context of **Ubiquitous Language**,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**Avoid vague names like </a:t>
            </a:r>
            <a:r>
              <a:rPr lang="en-US" dirty="0" err="1"/>
              <a:t>ProcessData</a:t>
            </a:r>
            <a:r>
              <a:rPr lang="en-US" dirty="0"/>
              <a:t>(), </a:t>
            </a:r>
            <a:r>
              <a:rPr lang="en-US" dirty="0" err="1"/>
              <a:t>DoThing</a:t>
            </a:r>
            <a:r>
              <a:rPr lang="en-US" dirty="0"/>
              <a:t>()** — When we say this in the context of **Ubiquitous Language**,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In a bank, agree on terms like 'available balance', 'ledger balance', 'hold', and 'pending transaction' and use those exact names everywhere.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8</a:t>
            </a:fld>
            <a:endParaRPr lang="en-US"/>
          </a:p>
        </p:txBody>
      </p:sp>
    </p:spTree>
    <p:extLst>
      <p:ext uri="{BB962C8B-B14F-4D97-AF65-F5344CB8AC3E}">
        <p14:creationId xmlns:p14="http://schemas.microsoft.com/office/powerpoint/2010/main" val="2033296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How to build Ubiquitous Language as a practical tool for making domain intent explicit and keeping complexity manageable. In this section, frame **How to build Ubiquitous Language** as a decision-making tool: it helps the team agree on meaning and then encode that meaning so it survives refactors, new hires, and integration changes.</a:t>
            </a:r>
          </a:p>
          <a:p>
            <a:endParaRPr lang="en-US" dirty="0"/>
          </a:p>
          <a:p>
            <a:r>
              <a:rPr lang="en-US" dirty="0"/>
              <a:t>**Definition (what we mean here):** Building Ubiquitous Language is a practice: capture real words from experts, test them against scenarios, and continuously refine until the team can reason without translation.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Language is discovered, not invented in a vacuum - Examples reveal hidden assumptions - Consistency across code/tests/docs prevents drift</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Run short workshops: collect terms on a whiteboard, attach examples ('When is a hold released?'), and rename code to match.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a:p>
            <a:endParaRPr lang="en-US" dirty="0"/>
          </a:p>
        </p:txBody>
      </p:sp>
      <p:sp>
        <p:nvSpPr>
          <p:cNvPr id="4" name="Slide Number Placeholder 3"/>
          <p:cNvSpPr>
            <a:spLocks noGrp="1"/>
          </p:cNvSpPr>
          <p:nvPr>
            <p:ph type="sldNum" sz="quarter" idx="5"/>
          </p:nvPr>
        </p:nvSpPr>
        <p:spPr/>
        <p:txBody>
          <a:bodyPr/>
          <a:lstStyle/>
          <a:p>
            <a:fld id="{F64DCF28-D977-1A42-B628-197DD54C17F9}" type="slidenum">
              <a:rPr lang="en-US" smtClean="0"/>
              <a:t>9</a:t>
            </a:fld>
            <a:endParaRPr lang="en-US"/>
          </a:p>
        </p:txBody>
      </p:sp>
    </p:spTree>
    <p:extLst>
      <p:ext uri="{BB962C8B-B14F-4D97-AF65-F5344CB8AC3E}">
        <p14:creationId xmlns:p14="http://schemas.microsoft.com/office/powerpoint/2010/main" val="4190625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Subdomains as a practical tool for making domain intent explicit and keeping complexity manageable. In this section, frame **Subdomains** as a decision-making tool: it helps the team agree on meaning and then encode that meaning so it survives refactors, new hires, and integration changes.</a:t>
            </a:r>
          </a:p>
          <a:p>
            <a:endParaRPr lang="en-US" dirty="0"/>
          </a:p>
          <a:p>
            <a:r>
              <a:rPr lang="en-US" dirty="0"/>
              <a:t>**Definition (what we mean here):** A subdomain is a coherent part of the business problem space. DDD distinguishes different subdomains because they have different goals, expertise, and rates of change.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Not all parts of the business deserve the same investment - Helps prioritize modelling and talent - Guides buy-vs-build and integration decisions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Payments, Customer Onboarding, Risk/Fraud, Reporting, and Identity are different subdomains with different drivers.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10</a:t>
            </a:fld>
            <a:endParaRPr lang="en-US"/>
          </a:p>
        </p:txBody>
      </p:sp>
    </p:spTree>
    <p:extLst>
      <p:ext uri="{BB962C8B-B14F-4D97-AF65-F5344CB8AC3E}">
        <p14:creationId xmlns:p14="http://schemas.microsoft.com/office/powerpoint/2010/main" val="5522374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Core vs Supporting vs Generic as a practical tool for making domain intent explicit and keeping complexity manageable. In this section, frame **Core vs Supporting vs Generic** as a decision-making tool: it helps the team agree on meaning and then encode that meaning so it survives refactors, new hires, and integration changes.</a:t>
            </a:r>
          </a:p>
          <a:p>
            <a:endParaRPr lang="en-US" dirty="0"/>
          </a:p>
          <a:p>
            <a:r>
              <a:rPr lang="en-US" dirty="0"/>
              <a:t>**Definition (what we mean here):** This classification helps decide where to innovate (Core), where to keep things simple and clean (Supporting), and where to use commodity solutions (Generic).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Core</a:t>
            </a:r>
          </a:p>
          <a:p>
            <a:r>
              <a:rPr lang="en-US" dirty="0"/>
              <a:t>- Competitive advantage; invest heavily</a:t>
            </a:r>
          </a:p>
          <a:p>
            <a:r>
              <a:rPr lang="en-US" dirty="0"/>
              <a:t>- Supporting</a:t>
            </a:r>
          </a:p>
          <a:p>
            <a:r>
              <a:rPr lang="en-US" dirty="0"/>
              <a:t>- Necessary but not unique; keep it clean</a:t>
            </a:r>
          </a:p>
          <a:p>
            <a:r>
              <a:rPr lang="en-US" dirty="0"/>
              <a:t>- Generic</a:t>
            </a:r>
          </a:p>
          <a:p>
            <a:r>
              <a:rPr lang="en-US" dirty="0"/>
              <a:t>- Solved elsewhere; buy/borrow if possible</a:t>
            </a:r>
          </a:p>
          <a:p>
            <a:endParaRPr lang="en-US" dirty="0"/>
          </a:p>
          <a:p>
            <a:endParaRPr lang="en-US" dirty="0"/>
          </a:p>
          <a:p>
            <a:r>
              <a:rPr lang="en-US" dirty="0"/>
              <a:t>**Why we care (the practical payoff):**</a:t>
            </a:r>
          </a:p>
          <a:p>
            <a:r>
              <a:rPr lang="en-US" dirty="0"/>
              <a:t>- Protects budget and attention for what differentiates you - Reduces bespoke code where it adds little value - Clarifies expectations for quality, flexibility, and speed</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**Core** — When we say this in the context of **Core vs Supporting vs Generic**,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**Competitive advantage; invest heavily** — When we say this in the context of **Core vs Supporting vs Generic**,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**Supporting** — When we say this in the context of **Core vs Supporting vs Generic**,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**Necessary but not unique; keep it clean** — When we say this in the context of **Core vs Supporting vs Generic**,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**Generic** — When we say this in the context of **Core vs Supporting vs Generic**,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**Solved elsewhere; buy/borrow if possible** — When we say this in the context of **Core vs Supporting vs Generic**,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Core might be risk scoring; supporting might be internal case management; generic might be email delivery or document storage.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11</a:t>
            </a:fld>
            <a:endParaRPr lang="en-US"/>
          </a:p>
        </p:txBody>
      </p:sp>
    </p:spTree>
    <p:extLst>
      <p:ext uri="{BB962C8B-B14F-4D97-AF65-F5344CB8AC3E}">
        <p14:creationId xmlns:p14="http://schemas.microsoft.com/office/powerpoint/2010/main" val="1760720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Bounded Context as a practical tool for making domain intent explicit and keeping complexity manageable. In this section, frame **Bounded Context** as a decision-making tool: it helps the team agree on meaning and then encode that meaning so it survives refactors, new hires, and integration changes.</a:t>
            </a:r>
          </a:p>
          <a:p>
            <a:endParaRPr lang="en-US" dirty="0"/>
          </a:p>
          <a:p>
            <a:r>
              <a:rPr lang="en-US" dirty="0"/>
              <a:t>**Definition (what we mean here):** A bounded context is an explicit boundary within which a specific model and language apply consistently. Inside the boundary, terms have one meaning; across boundaries, translation may be needed.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Prevents 'one model to rule them all' failure - Enables teams to move independently - Allows different data/consistency/performance choices per context</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Within 'Payments', 'Transfer' is a payment instruction; within 'Accounting', 'Transfer' is a ledger posting. Separate contexts avoid confusion.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12</a:t>
            </a:fld>
            <a:endParaRPr lang="en-US"/>
          </a:p>
        </p:txBody>
      </p:sp>
    </p:spTree>
    <p:extLst>
      <p:ext uri="{BB962C8B-B14F-4D97-AF65-F5344CB8AC3E}">
        <p14:creationId xmlns:p14="http://schemas.microsoft.com/office/powerpoint/2010/main" val="3269587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Signals you need a boundary as a practical tool for making domain intent explicit and keeping complexity manageable. In this section, frame **Signals you need a boundary** as a decision-making tool: it helps the team agree on meaning and then encode that meaning so it survives refactors, new hires, and integration changes.</a:t>
            </a:r>
          </a:p>
          <a:p>
            <a:endParaRPr lang="en-US" dirty="0"/>
          </a:p>
          <a:p>
            <a:r>
              <a:rPr lang="en-US" dirty="0"/>
              <a:t>**Definition (what we mean here):** These are practical symptoms that your current model is trying to serve multiple masters and needs to be split into separate bounded contexts.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Teams argue over meaning of terms</a:t>
            </a:r>
          </a:p>
          <a:p>
            <a:r>
              <a:rPr lang="en-US" dirty="0"/>
              <a:t>- Different rules or lifecycles for the same concept</a:t>
            </a:r>
          </a:p>
          <a:p>
            <a:r>
              <a:rPr lang="en-US" dirty="0"/>
              <a:t>- Different performance / consistency needs</a:t>
            </a:r>
          </a:p>
          <a:p>
            <a:r>
              <a:rPr lang="en-US" dirty="0"/>
              <a:t>- Different teams own different parts</a:t>
            </a:r>
          </a:p>
          <a:p>
            <a:endParaRPr lang="en-US" dirty="0"/>
          </a:p>
          <a:p>
            <a:endParaRPr lang="en-US" dirty="0"/>
          </a:p>
          <a:p>
            <a:r>
              <a:rPr lang="en-US" dirty="0"/>
              <a:t>**Why we care (the practical payoff):**</a:t>
            </a:r>
          </a:p>
          <a:p>
            <a:r>
              <a:rPr lang="en-US" dirty="0"/>
              <a:t>- Disagreements about meaning - Different rules/lifecycles for the same term - Different performance/consistency requirements - Different team ownership</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**Teams argue over meaning of terms** — When we say this in the context of **Signals you need a boundary**,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**Different rules or lifecycles for the same concept** — When we say this in the context of **Signals you need a boundary**,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**Different performance / consistency needs** — When we say this in the context of **Signals you need a boundary**,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**Different teams own different parts** — When we say this in the context of **Signals you need a boundary**,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Compliance wants immutable audit history; product wants flexible UI fields. Those needs often live in different contexts.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13</a:t>
            </a:fld>
            <a:endParaRPr lang="en-US"/>
          </a:p>
        </p:txBody>
      </p:sp>
    </p:spTree>
    <p:extLst>
      <p:ext uri="{BB962C8B-B14F-4D97-AF65-F5344CB8AC3E}">
        <p14:creationId xmlns:p14="http://schemas.microsoft.com/office/powerpoint/2010/main" val="37297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Context Mapping (integration view) as a practical tool for making domain intent explicit and keeping complexity manageable. In this section, frame **Context Mapping (integration view)** as a decision-making tool: it helps the team agree on meaning and then encode that meaning so it survives refactors, new hires, and integration changes.</a:t>
            </a:r>
          </a:p>
          <a:p>
            <a:endParaRPr lang="en-US" dirty="0"/>
          </a:p>
          <a:p>
            <a:r>
              <a:rPr lang="en-US" dirty="0"/>
              <a:t>**Definition (what we mean here):** A context map is a high-level diagram of bounded contexts and the relationships/integration patterns between them, including upstream/downstream roles and translation strategies.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Shows how bounded contexts relate</a:t>
            </a:r>
          </a:p>
          <a:p>
            <a:r>
              <a:rPr lang="en-US" dirty="0"/>
              <a:t>- Common relationships</a:t>
            </a:r>
          </a:p>
          <a:p>
            <a:r>
              <a:rPr lang="en-US" dirty="0"/>
              <a:t>- Customer/Supplier</a:t>
            </a:r>
          </a:p>
          <a:p>
            <a:r>
              <a:rPr lang="en-US" dirty="0"/>
              <a:t>- Conformist</a:t>
            </a:r>
          </a:p>
          <a:p>
            <a:r>
              <a:rPr lang="en-US" dirty="0"/>
              <a:t>- Shared Kernel</a:t>
            </a:r>
          </a:p>
          <a:p>
            <a:r>
              <a:rPr lang="en-US" dirty="0"/>
              <a:t>- Published Language</a:t>
            </a:r>
          </a:p>
          <a:p>
            <a:r>
              <a:rPr lang="en-US" dirty="0"/>
              <a:t>- ACL</a:t>
            </a:r>
          </a:p>
          <a:p>
            <a:endParaRPr lang="en-US" dirty="0"/>
          </a:p>
          <a:p>
            <a:endParaRPr lang="en-US" dirty="0"/>
          </a:p>
          <a:p>
            <a:r>
              <a:rPr lang="en-US" dirty="0"/>
              <a:t>**Why we care (the practical payoff):**</a:t>
            </a:r>
          </a:p>
          <a:p>
            <a:r>
              <a:rPr lang="en-US" dirty="0"/>
              <a:t>- Makes integrations an explicit design concern - Avoids accidental coupling via shared DBs - Supports organizational alignment (ownership, SLAs, change management)</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**Shows how bounded contexts relate** — When we say this in the context of **Context Mapping (integration view)**,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**Common relationships** — When we say this in the context of **Context Mapping (integration view)**,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**Customer/Supplier** — When we say this in the context of **Context Mapping (integration view)**,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**Conformist** — When we say this in the context of **Context Mapping (integration view)**,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**Shared Kernel** — When we say this in the context of **Context Mapping (integration view)**,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**Published Language** — When we say this in the context of **Context Mapping (integration view)**,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**ACL** — When we say this in the context of **Context Mapping (integration view)**,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Payments publishes '</a:t>
            </a:r>
            <a:r>
              <a:rPr lang="en-US" dirty="0" err="1"/>
              <a:t>PaymentAccepted</a:t>
            </a:r>
            <a:r>
              <a:rPr lang="en-US" dirty="0"/>
              <a:t>' events; Fraud consumes them and may publish '</a:t>
            </a:r>
            <a:r>
              <a:rPr lang="en-US" dirty="0" err="1"/>
              <a:t>PaymentFlagged</a:t>
            </a:r>
            <a:r>
              <a:rPr lang="en-US" dirty="0"/>
              <a:t>'. The map documents responsibilities.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14</a:t>
            </a:fld>
            <a:endParaRPr lang="en-US"/>
          </a:p>
        </p:txBody>
      </p:sp>
    </p:spTree>
    <p:extLst>
      <p:ext uri="{BB962C8B-B14F-4D97-AF65-F5344CB8AC3E}">
        <p14:creationId xmlns:p14="http://schemas.microsoft.com/office/powerpoint/2010/main" val="26157068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Customer/Supplier &amp; Conformist as a practical tool for making domain intent explicit and keeping complexity manageable. In this section, frame **Customer/Supplier &amp; Conformist** as a decision-making tool: it helps the team agree on meaning and then encode that meaning so it survives refactors, new hires, and integration changes.</a:t>
            </a:r>
          </a:p>
          <a:p>
            <a:endParaRPr lang="en-US" dirty="0"/>
          </a:p>
          <a:p>
            <a:r>
              <a:rPr lang="en-US" dirty="0"/>
              <a:t>**Definition (what we mean here):** These patterns describe upstream/downstream relationships: Customer/Supplier implies negotiated collaboration; Conformist implies the downstream context adopts the upstream model with minimal translation.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Clarifies who drives change and who adapts - Helps predict integration friction - Guides where to invest in translation layers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If Core Banking is upstream and cannot change, a new channel app may be a Conformist; if two product teams collaborate, use Customer/Supplier with clear contracts.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15</a:t>
            </a:fld>
            <a:endParaRPr lang="en-US"/>
          </a:p>
        </p:txBody>
      </p:sp>
    </p:spTree>
    <p:extLst>
      <p:ext uri="{BB962C8B-B14F-4D97-AF65-F5344CB8AC3E}">
        <p14:creationId xmlns:p14="http://schemas.microsoft.com/office/powerpoint/2010/main" val="2051739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Shared Kernel &amp; Published Language as a practical tool for making domain intent explicit and keeping complexity manageable. In this section, frame **Shared Kernel &amp; Published Language** as a decision-making tool: it helps the team agree on meaning and then encode that meaning so it survives refactors, new hires, and integration changes.</a:t>
            </a:r>
          </a:p>
          <a:p>
            <a:endParaRPr lang="en-US" dirty="0"/>
          </a:p>
          <a:p>
            <a:r>
              <a:rPr lang="en-US" dirty="0"/>
              <a:t>**Definition (what we mean here):** Shared Kernel means two contexts share a small, carefully controlled subset of code/model. Published Language means an upstream context exposes a stable language/contract (often via events, APIs, schemas) for others to integrate.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Shared Kernel reduces duplication but increases coordination cost - Published Language scales integration by stabilizing contracts - Both reduce semantic drift when used intentionally</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Share a 'Money' library as a kernel; publish payment event schemas as the language for downstream analytics.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16</a:t>
            </a:fld>
            <a:endParaRPr lang="en-US"/>
          </a:p>
        </p:txBody>
      </p:sp>
    </p:spTree>
    <p:extLst>
      <p:ext uri="{BB962C8B-B14F-4D97-AF65-F5344CB8AC3E}">
        <p14:creationId xmlns:p14="http://schemas.microsoft.com/office/powerpoint/2010/main" val="3553657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Anti-Corruption Layer (ACL) as a practical tool for making domain intent explicit and keeping complexity manageable. In this section, frame **Anti-Corruption Layer (ACL)** as a decision-making tool: it helps the team agree on meaning and then encode that meaning so it survives refactors, new hires, and integration changes.</a:t>
            </a:r>
          </a:p>
          <a:p>
            <a:endParaRPr lang="en-US" dirty="0"/>
          </a:p>
          <a:p>
            <a:r>
              <a:rPr lang="en-US" dirty="0"/>
              <a:t>**Definition (what we mean here):** An Anti-Corruption Layer translates between your domain model and an external/legacy model, protecting your model from leaks of alien concepts and awkward constraints.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Prevents legacy terms from contaminating new design - Localizes translation complexity - Enables gradual modernization and replacement</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A channel app maps legacy '</a:t>
            </a:r>
            <a:r>
              <a:rPr lang="en-US" dirty="0" err="1"/>
              <a:t>acctTypeCode</a:t>
            </a:r>
            <a:r>
              <a:rPr lang="en-US" dirty="0"/>
              <a:t>=03' into a rich domain concept '</a:t>
            </a:r>
            <a:r>
              <a:rPr lang="en-US" dirty="0" err="1"/>
              <a:t>SavingsAccount</a:t>
            </a:r>
            <a:r>
              <a:rPr lang="en-US" dirty="0"/>
              <a:t>' without spreading codes through the domain.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17</a:t>
            </a:fld>
            <a:endParaRPr lang="en-US"/>
          </a:p>
        </p:txBody>
      </p:sp>
    </p:spTree>
    <p:extLst>
      <p:ext uri="{BB962C8B-B14F-4D97-AF65-F5344CB8AC3E}">
        <p14:creationId xmlns:p14="http://schemas.microsoft.com/office/powerpoint/2010/main" val="39363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Architecture: where DDD fits as a practical tool for making domain intent explicit and keeping complexity manageable. In this section, frame **Architecture: where DDD fits** as a decision-making tool: it helps the team agree on meaning and then encode that meaning so it survives refactors, new hires, and integration changes.</a:t>
            </a:r>
          </a:p>
          <a:p>
            <a:endParaRPr lang="en-US" dirty="0"/>
          </a:p>
          <a:p>
            <a:r>
              <a:rPr lang="en-US" dirty="0"/>
              <a:t>**Definition (what we mean here):** DDD pairs well with Clean/Hexagonal/Layered architectures where the domain layer is isolated from frameworks and infrastructure details, enabling testability and evolution.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Works well with Clean / Hexagonal / Layered architecture</a:t>
            </a:r>
          </a:p>
          <a:p>
            <a:r>
              <a:rPr lang="en-US" dirty="0"/>
              <a:t>- Typical layers</a:t>
            </a:r>
          </a:p>
          <a:p>
            <a:r>
              <a:rPr lang="en-US" dirty="0"/>
              <a:t>- Presentation</a:t>
            </a:r>
          </a:p>
          <a:p>
            <a:r>
              <a:rPr lang="en-US" dirty="0"/>
              <a:t>- Application</a:t>
            </a:r>
          </a:p>
          <a:p>
            <a:r>
              <a:rPr lang="en-US" dirty="0"/>
              <a:t>- Domain</a:t>
            </a:r>
          </a:p>
          <a:p>
            <a:r>
              <a:rPr lang="en-US" dirty="0"/>
              <a:t>- Infrastructure</a:t>
            </a:r>
          </a:p>
          <a:p>
            <a:r>
              <a:rPr lang="en-US" dirty="0"/>
              <a:t>- Goal: Domain doesn’t depend on DB / frameworks</a:t>
            </a:r>
          </a:p>
          <a:p>
            <a:endParaRPr lang="en-US" dirty="0"/>
          </a:p>
          <a:p>
            <a:endParaRPr lang="en-US" dirty="0"/>
          </a:p>
          <a:p>
            <a:r>
              <a:rPr lang="en-US" dirty="0"/>
              <a:t>**Why we care (the practical payoff):**</a:t>
            </a:r>
          </a:p>
          <a:p>
            <a:r>
              <a:rPr lang="en-US" dirty="0"/>
              <a:t>- Keeps domain rules independent of persistence and UI - Improves test speed and clarity - Makes refactoring and integration changes cheaper</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**Works well with Clean / Hexagonal / Layered architecture** — When we say this in the context of **Architecture: where DDD fits**,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**Typical layers** — When we say this in the context of **Architecture: where DDD fits**,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**Presentation** — When we say this in the context of **Architecture: where DDD fits**,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**Application** — When we say this in the context of **Architecture: where DDD fits**,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**Domain** — When we say this in the context of **Architecture: where DDD fits**,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**Infrastructure** — When we say this in the context of **Architecture: where DDD fits**,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**Goal: Domain doesn’t depend on DB / frameworks** — When we say this in the context of **Architecture: where DDD fits**,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Keep domain objects pure; put database mapping in infrastructure; orchestrate use cases in the application layer.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18</a:t>
            </a:fld>
            <a:endParaRPr lang="en-US"/>
          </a:p>
        </p:txBody>
      </p:sp>
    </p:spTree>
    <p:extLst>
      <p:ext uri="{BB962C8B-B14F-4D97-AF65-F5344CB8AC3E}">
        <p14:creationId xmlns:p14="http://schemas.microsoft.com/office/powerpoint/2010/main" val="32147359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Application layer vs Domain layer as a practical tool for making domain intent explicit and keeping complexity manageable. In this section, frame **Application layer vs Domain layer** as a decision-making tool: it helps the team agree on meaning and then encode that meaning so it survives refactors, new hires, and integration changes.</a:t>
            </a:r>
          </a:p>
          <a:p>
            <a:endParaRPr lang="en-US" dirty="0"/>
          </a:p>
          <a:p>
            <a:r>
              <a:rPr lang="en-US" dirty="0"/>
              <a:t>**Definition (what we mean here):** The application layer coordinates a use case (tasks, transactions, security, orchestration). The domain layer contains the business rules and behaviors (the model) and enforces invariants.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Prevents 'god services' where everything is orchestration - Keeps rules close to the concepts they govern - Improves reuse and testability of rules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Application: 'transfer money' use case. Domain: Account enforces overdraft and hold rules; Money enforces currency rules.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19</a:t>
            </a:fld>
            <a:endParaRPr lang="en-US"/>
          </a:p>
        </p:txBody>
      </p:sp>
    </p:spTree>
    <p:extLst>
      <p:ext uri="{BB962C8B-B14F-4D97-AF65-F5344CB8AC3E}">
        <p14:creationId xmlns:p14="http://schemas.microsoft.com/office/powerpoint/2010/main" val="5620069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Tactical DDD building blocks as a practical tool for making domain intent explicit and keeping complexity manageable. In this section, frame **Tactical DDD building blocks** as a decision-making tool: it helps the team agree on meaning and then encode that meaning so it survives refactors, new hires, and integration changes.</a:t>
            </a:r>
          </a:p>
          <a:p>
            <a:endParaRPr lang="en-US" dirty="0"/>
          </a:p>
          <a:p>
            <a:r>
              <a:rPr lang="en-US" dirty="0"/>
              <a:t>**Definition (what we mean here):** These are common tactical patterns used to express and protect domain rules: Entities, Value Objects, Aggregates, Repositories, Factories, Domain Services, and Domain Events.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Entities</a:t>
            </a:r>
          </a:p>
          <a:p>
            <a:r>
              <a:rPr lang="en-US" dirty="0"/>
              <a:t>- Value Objects</a:t>
            </a:r>
          </a:p>
          <a:p>
            <a:r>
              <a:rPr lang="en-US" dirty="0"/>
              <a:t>- Aggregates</a:t>
            </a:r>
          </a:p>
          <a:p>
            <a:r>
              <a:rPr lang="en-US" dirty="0"/>
              <a:t>- Repositories</a:t>
            </a:r>
          </a:p>
          <a:p>
            <a:r>
              <a:rPr lang="en-US" dirty="0"/>
              <a:t>- Factories</a:t>
            </a:r>
          </a:p>
          <a:p>
            <a:r>
              <a:rPr lang="en-US" dirty="0"/>
              <a:t>- Domain Services</a:t>
            </a:r>
          </a:p>
          <a:p>
            <a:r>
              <a:rPr lang="en-US" dirty="0"/>
              <a:t>- Domain Events</a:t>
            </a:r>
          </a:p>
          <a:p>
            <a:endParaRPr lang="en-US" dirty="0"/>
          </a:p>
          <a:p>
            <a:endParaRPr lang="en-US" dirty="0"/>
          </a:p>
          <a:p>
            <a:r>
              <a:rPr lang="en-US" dirty="0"/>
              <a:t>**Why we care (the practical payoff):**</a:t>
            </a:r>
          </a:p>
          <a:p>
            <a:r>
              <a:rPr lang="en-US" dirty="0"/>
              <a:t>- Provides a shared design vocabulary - Helps choose where logic belongs - Encourages explicit rules and boundaries inside a context</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**Entities** — When we say this in the context of **Tactical DDD building blocks**,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**Value Objects** — When we say this in the context of **Tactical DDD building blocks**,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**Aggregates** — When we say this in the context of **Tactical DDD building blocks**,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**Repositories** — When we say this in the context of **Tactical DDD building blocks**,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**Factories** — When we say this in the context of **Tactical DDD building blocks**,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**Domain Services** — When we say this in the context of **Tactical DDD building blocks**,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**Domain Events** — When we say this in the context of **Tactical DDD building blocks**,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In Payments: Transfer aggregate, Money VO, </a:t>
            </a:r>
            <a:r>
              <a:rPr lang="en-US" dirty="0" err="1"/>
              <a:t>TransferRepository</a:t>
            </a:r>
            <a:r>
              <a:rPr lang="en-US" dirty="0"/>
              <a:t>, </a:t>
            </a:r>
            <a:r>
              <a:rPr lang="en-US" dirty="0" err="1"/>
              <a:t>TransferCreated</a:t>
            </a:r>
            <a:r>
              <a:rPr lang="en-US" dirty="0"/>
              <a:t> event, </a:t>
            </a:r>
            <a:r>
              <a:rPr lang="en-US" dirty="0" err="1"/>
              <a:t>FraudCheck</a:t>
            </a:r>
            <a:r>
              <a:rPr lang="en-US" dirty="0"/>
              <a:t> as a domain service.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20</a:t>
            </a:fld>
            <a:endParaRPr lang="en-US"/>
          </a:p>
        </p:txBody>
      </p:sp>
    </p:spTree>
    <p:extLst>
      <p:ext uri="{BB962C8B-B14F-4D97-AF65-F5344CB8AC3E}">
        <p14:creationId xmlns:p14="http://schemas.microsoft.com/office/powerpoint/2010/main" val="182894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Entity as a practical tool for making domain intent explicit and keeping complexity manageable. In this section, frame **Entity** as a decision-making tool: it helps the team agree on meaning and then encode that meaning so it survives refactors, new hires, and integration changes.</a:t>
            </a:r>
          </a:p>
          <a:p>
            <a:endParaRPr lang="en-US" dirty="0"/>
          </a:p>
          <a:p>
            <a:r>
              <a:rPr lang="en-US" dirty="0"/>
              <a:t>**Definition (what we mean here):** An Entity is defined by its identity and continuity over time, not just its attributes. Entities can change while remaining 'the same thing' via a stable identifier.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Matches how the business tracks things - Supports lifecycle transitions and rules - Clarifies equality and invariants (identity-based)</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Account, Customer, and </a:t>
            </a:r>
            <a:r>
              <a:rPr lang="en-US" dirty="0" err="1"/>
              <a:t>TransferInstruction</a:t>
            </a:r>
            <a:r>
              <a:rPr lang="en-US" dirty="0"/>
              <a:t> are entities; their IDs matter more than their current attributes.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21</a:t>
            </a:fld>
            <a:endParaRPr lang="en-US"/>
          </a:p>
        </p:txBody>
      </p:sp>
    </p:spTree>
    <p:extLst>
      <p:ext uri="{BB962C8B-B14F-4D97-AF65-F5344CB8AC3E}">
        <p14:creationId xmlns:p14="http://schemas.microsoft.com/office/powerpoint/2010/main" val="486572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Value Object (VO) as a practical tool for making domain intent explicit and keeping complexity manageable. In this section, frame **Value Object (VO)** as a decision-making tool: it helps the team agree on meaning and then encode that meaning so it survives refactors, new hires, and integration changes.</a:t>
            </a:r>
          </a:p>
          <a:p>
            <a:endParaRPr lang="en-US" dirty="0"/>
          </a:p>
          <a:p>
            <a:r>
              <a:rPr lang="en-US" dirty="0"/>
              <a:t>**Definition (what we mean here):** A Value Object is defined solely by its value; it is typically immutable and compared by its attributes. VOs model concepts like Money, Currency, </a:t>
            </a:r>
            <a:r>
              <a:rPr lang="en-US" dirty="0" err="1"/>
              <a:t>DateRange</a:t>
            </a:r>
            <a:r>
              <a:rPr lang="en-US" dirty="0"/>
              <a:t>, and Address.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Immutability reduces bugs - Encodes validation rules once - Improves readability and makes illegal values harder to represent</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Money(amount, currency) as a VO prevents mixing currencies or using floating point amounts.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22</a:t>
            </a:fld>
            <a:endParaRPr lang="en-US"/>
          </a:p>
        </p:txBody>
      </p:sp>
    </p:spTree>
    <p:extLst>
      <p:ext uri="{BB962C8B-B14F-4D97-AF65-F5344CB8AC3E}">
        <p14:creationId xmlns:p14="http://schemas.microsoft.com/office/powerpoint/2010/main" val="28198763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Value Objects reduce bugs as a practical tool for making domain intent explicit and keeping complexity manageable. In this section, frame **Value Objects reduce bugs** as a decision-making tool: it helps the team agree on meaning and then encode that meaning so it survives refactors, new hires, and integration changes.</a:t>
            </a:r>
          </a:p>
          <a:p>
            <a:endParaRPr lang="en-US" dirty="0"/>
          </a:p>
          <a:p>
            <a:r>
              <a:rPr lang="en-US" dirty="0"/>
              <a:t>**Definition (what we mean here):** Because they are immutable and validated, value objects prevent accidental partial updates, null states, and inconsistent representations of the same concept.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Single source of validation - Safer refactoring: fewer places to change - Clear intent in method signatures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Using Money and </a:t>
            </a:r>
            <a:r>
              <a:rPr lang="en-US" dirty="0" err="1"/>
              <a:t>AccountId</a:t>
            </a:r>
            <a:r>
              <a:rPr lang="en-US" dirty="0"/>
              <a:t> types prevents swapping parameters and helps catch errors at compile time.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23</a:t>
            </a:fld>
            <a:endParaRPr lang="en-US"/>
          </a:p>
        </p:txBody>
      </p:sp>
    </p:spTree>
    <p:extLst>
      <p:ext uri="{BB962C8B-B14F-4D97-AF65-F5344CB8AC3E}">
        <p14:creationId xmlns:p14="http://schemas.microsoft.com/office/powerpoint/2010/main" val="31728469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Aggregate as a practical tool for making domain intent explicit and keeping complexity manageable. In this section, frame **Aggregate** as a decision-making tool: it helps the team agree on meaning and then encode that meaning so it survives refactors, new hires, and integration changes.</a:t>
            </a:r>
          </a:p>
          <a:p>
            <a:endParaRPr lang="en-US" dirty="0"/>
          </a:p>
          <a:p>
            <a:r>
              <a:rPr lang="en-US" dirty="0"/>
              <a:t>**Definition (what we mean here):** An Aggregate is a cluster of domain objects treated as one unit for data changes. It has a single entry point (Aggregate Root) and defines a consistency boundary for invariants.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Cluster treated as one unit for changes</a:t>
            </a:r>
          </a:p>
          <a:p>
            <a:r>
              <a:rPr lang="en-US" dirty="0"/>
              <a:t>- Has an Aggregate Root (single entry point)</a:t>
            </a:r>
          </a:p>
          <a:p>
            <a:r>
              <a:rPr lang="en-US" dirty="0"/>
              <a:t>- Root enforces invariants (always-true rules)</a:t>
            </a:r>
          </a:p>
          <a:p>
            <a:endParaRPr lang="en-US" dirty="0"/>
          </a:p>
          <a:p>
            <a:endParaRPr lang="en-US" dirty="0"/>
          </a:p>
          <a:p>
            <a:r>
              <a:rPr lang="en-US" dirty="0"/>
              <a:t>**Why we care (the practical payoff):**</a:t>
            </a:r>
          </a:p>
          <a:p>
            <a:r>
              <a:rPr lang="en-US" dirty="0"/>
              <a:t>- Defines where invariants are enforced - Guides transaction boundaries - Reduces concurrency conflicts by limiting what must be changed together</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**Cluster treated as one unit for changes** — When we say this in the context of **Aggregate**,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**Has an Aggregate Root (single entry point)** — When we say this in the context of **Aggregate**,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**Root enforces invariants (always-true rules)** — When we say this in the context of **Aggregate**,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Account as an aggregate containing Holds and Balance; changes happen via Account methods.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24</a:t>
            </a:fld>
            <a:endParaRPr lang="en-US"/>
          </a:p>
        </p:txBody>
      </p:sp>
    </p:spTree>
    <p:extLst>
      <p:ext uri="{BB962C8B-B14F-4D97-AF65-F5344CB8AC3E}">
        <p14:creationId xmlns:p14="http://schemas.microsoft.com/office/powerpoint/2010/main" val="6371865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Aggregate rules (important!) as a practical tool for making domain intent explicit and keeping complexity manageable. In this section, frame **Aggregate rules (important!)** as a decision-making tool: it helps the team agree on meaning and then encode that meaning so it survives refactors, new hires, and integration changes.</a:t>
            </a:r>
          </a:p>
          <a:p>
            <a:endParaRPr lang="en-US" dirty="0"/>
          </a:p>
          <a:p>
            <a:r>
              <a:rPr lang="en-US" dirty="0"/>
              <a:t>**Definition (what we mean here):** Aggregate rules include: keep aggregates small, enforce invariants inside the aggregate, reference other aggregates by ID, and don't make cross-aggregate consistency a single transaction by default.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Prevents performance and locking issues - Avoids distributed transactions - Encourages explicit workflows for cross-context actions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A Transfer references </a:t>
            </a:r>
            <a:r>
              <a:rPr lang="en-US" dirty="0" err="1"/>
              <a:t>AccountId</a:t>
            </a:r>
            <a:r>
              <a:rPr lang="en-US" dirty="0"/>
              <a:t> rather than embedding full Account; settlement across systems uses events and compensations.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25</a:t>
            </a:fld>
            <a:endParaRPr lang="en-US"/>
          </a:p>
        </p:txBody>
      </p:sp>
    </p:spTree>
    <p:extLst>
      <p:ext uri="{BB962C8B-B14F-4D97-AF65-F5344CB8AC3E}">
        <p14:creationId xmlns:p14="http://schemas.microsoft.com/office/powerpoint/2010/main" val="3521240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Aggregate Root as a practical tool for making domain intent explicit and keeping complexity manageable. In this section, frame **Aggregate Root** as a decision-making tool: it helps the team agree on meaning and then encode that meaning so it survives refactors, new hires, and integration changes.</a:t>
            </a:r>
          </a:p>
          <a:p>
            <a:endParaRPr lang="en-US" dirty="0"/>
          </a:p>
          <a:p>
            <a:r>
              <a:rPr lang="en-US" dirty="0"/>
              <a:t>**Definition (what we mean here):** The Aggregate Root is the only object external code can use to modify the aggregate. Root methods represent business actions and protect internal consistency.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Public methods represent business actions</a:t>
            </a:r>
          </a:p>
          <a:p>
            <a:r>
              <a:rPr lang="en-US" dirty="0"/>
              <a:t>- Protects internal consistency</a:t>
            </a:r>
          </a:p>
          <a:p>
            <a:r>
              <a:rPr lang="en-US" dirty="0"/>
              <a:t>- Example: </a:t>
            </a:r>
            <a:r>
              <a:rPr lang="en-US" dirty="0" err="1"/>
              <a:t>Account.requestHold</a:t>
            </a:r>
            <a:r>
              <a:rPr lang="en-US" dirty="0"/>
              <a:t>(), </a:t>
            </a:r>
            <a:r>
              <a:rPr lang="en-US" dirty="0" err="1"/>
              <a:t>Account.commitHold</a:t>
            </a:r>
            <a:r>
              <a:rPr lang="en-US" dirty="0"/>
              <a:t>()</a:t>
            </a:r>
          </a:p>
          <a:p>
            <a:endParaRPr lang="en-US" dirty="0"/>
          </a:p>
          <a:p>
            <a:endParaRPr lang="en-US" dirty="0"/>
          </a:p>
          <a:p>
            <a:r>
              <a:rPr lang="en-US" dirty="0"/>
              <a:t>**Why we care (the practical payoff):**</a:t>
            </a:r>
          </a:p>
          <a:p>
            <a:r>
              <a:rPr lang="en-US" dirty="0"/>
              <a:t>- Encapsulates invariant enforcement - Provides an intention-revealing API (verbs) - Prevents external code from poking internals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**Public methods represent business actions** — When we say this in the context of **Aggregate Root**,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**Protects internal consistency** — When we say this in the context of **Aggregate Root**,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**Example: </a:t>
            </a:r>
            <a:r>
              <a:rPr lang="en-US" dirty="0" err="1"/>
              <a:t>Account.requestHold</a:t>
            </a:r>
            <a:r>
              <a:rPr lang="en-US" dirty="0"/>
              <a:t>(), </a:t>
            </a:r>
            <a:r>
              <a:rPr lang="en-US" dirty="0" err="1"/>
              <a:t>Account.commitHold</a:t>
            </a:r>
            <a:r>
              <a:rPr lang="en-US" dirty="0"/>
              <a:t>()** — When we say this in the context of **Aggregate Root**,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a:t>
            </a:r>
            <a:r>
              <a:rPr lang="en-US" dirty="0" err="1"/>
              <a:t>Account.requestHold</a:t>
            </a:r>
            <a:r>
              <a:rPr lang="en-US" dirty="0"/>
              <a:t>() and </a:t>
            </a:r>
            <a:r>
              <a:rPr lang="en-US" dirty="0" err="1"/>
              <a:t>Account.commitHold</a:t>
            </a:r>
            <a:r>
              <a:rPr lang="en-US" dirty="0"/>
              <a:t>() ensure holds follow lifecycle rules.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26</a:t>
            </a:fld>
            <a:endParaRPr lang="en-US"/>
          </a:p>
        </p:txBody>
      </p:sp>
    </p:spTree>
    <p:extLst>
      <p:ext uri="{BB962C8B-B14F-4D97-AF65-F5344CB8AC3E}">
        <p14:creationId xmlns:p14="http://schemas.microsoft.com/office/powerpoint/2010/main" val="18432015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Repository as a practical tool for making domain intent explicit and keeping complexity manageable. In this section, frame **Repository** as a decision-making tool: it helps the team agree on meaning and then encode that meaning so it survives refactors, new hires, and integration changes.</a:t>
            </a:r>
          </a:p>
          <a:p>
            <a:endParaRPr lang="en-US" dirty="0"/>
          </a:p>
          <a:p>
            <a:r>
              <a:rPr lang="en-US" dirty="0"/>
              <a:t>**Definition (what we mean here):** A Repository provides collection-like access to aggregates, hiding persistence details. It loads and saves aggregates as whole units.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Loads and saves aggregates</a:t>
            </a:r>
          </a:p>
          <a:p>
            <a:r>
              <a:rPr lang="en-US" dirty="0"/>
              <a:t>- Looks like an in-memory collection</a:t>
            </a:r>
          </a:p>
          <a:p>
            <a:r>
              <a:rPr lang="en-US" dirty="0"/>
              <a:t>- Hides persistence (DB/ORM) details</a:t>
            </a:r>
          </a:p>
          <a:p>
            <a:endParaRPr lang="en-US" dirty="0"/>
          </a:p>
          <a:p>
            <a:endParaRPr lang="en-US" dirty="0"/>
          </a:p>
          <a:p>
            <a:r>
              <a:rPr lang="en-US" dirty="0"/>
              <a:t>**Why we care (the practical payoff):**</a:t>
            </a:r>
          </a:p>
          <a:p>
            <a:r>
              <a:rPr lang="en-US" dirty="0"/>
              <a:t>- Decouples domain from ORM/DB - Encourages working with aggregates, not tables - Improves testability with in-memory fakes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**Loads and saves aggregates** — When we say this in the context of **Repository**,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**Looks like an in-memory collection** — When we say this in the context of **Repository**,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**Hides persistence (DB/ORM) details** — When we say this in the context of **Repository**,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a:t>
            </a:r>
            <a:r>
              <a:rPr lang="en-US" dirty="0" err="1"/>
              <a:t>AccountRepository.get</a:t>
            </a:r>
            <a:r>
              <a:rPr lang="en-US" dirty="0"/>
              <a:t>(</a:t>
            </a:r>
            <a:r>
              <a:rPr lang="en-US" dirty="0" err="1"/>
              <a:t>AccountId</a:t>
            </a:r>
            <a:r>
              <a:rPr lang="en-US" dirty="0"/>
              <a:t>) returns an Account aggregate; save(account) persists it with optimistic locking.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27</a:t>
            </a:fld>
            <a:endParaRPr lang="en-US"/>
          </a:p>
        </p:txBody>
      </p:sp>
    </p:spTree>
    <p:extLst>
      <p:ext uri="{BB962C8B-B14F-4D97-AF65-F5344CB8AC3E}">
        <p14:creationId xmlns:p14="http://schemas.microsoft.com/office/powerpoint/2010/main" val="38844852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Factory as a practical tool for making domain intent explicit and keeping complexity manageable. In this section, frame **Factory** as a decision-making tool: it helps the team agree on meaning and then encode that meaning so it survives refactors, new hires, and integration changes.</a:t>
            </a:r>
          </a:p>
          <a:p>
            <a:endParaRPr lang="en-US" dirty="0"/>
          </a:p>
          <a:p>
            <a:r>
              <a:rPr lang="en-US" dirty="0"/>
              <a:t>**Definition (what we mean here):** A Factory creates complex domain objects while ensuring invariants and valid construction. Use it when creation needs multiple steps or validation beyond a simple constructor.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Creates complex objects while keeping invariants</a:t>
            </a:r>
          </a:p>
          <a:p>
            <a:r>
              <a:rPr lang="en-US" dirty="0"/>
              <a:t>- Use when construction needs validation or multiple steps</a:t>
            </a:r>
          </a:p>
          <a:p>
            <a:r>
              <a:rPr lang="en-US" dirty="0"/>
              <a:t>- Example: </a:t>
            </a:r>
            <a:r>
              <a:rPr lang="en-US" dirty="0" err="1"/>
              <a:t>TransferFactory.createFrom</a:t>
            </a:r>
            <a:r>
              <a:rPr lang="en-US" dirty="0"/>
              <a:t>(request)</a:t>
            </a:r>
          </a:p>
          <a:p>
            <a:endParaRPr lang="en-US" dirty="0"/>
          </a:p>
          <a:p>
            <a:endParaRPr lang="en-US" dirty="0"/>
          </a:p>
          <a:p>
            <a:r>
              <a:rPr lang="en-US" dirty="0"/>
              <a:t>**Why we care (the practical payoff):**</a:t>
            </a:r>
          </a:p>
          <a:p>
            <a:r>
              <a:rPr lang="en-US" dirty="0"/>
              <a:t>- Keeps invariants central - Avoids partially-constructed objects - Improves readability of creation logic</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**Creates complex objects while keeping invariants** — When we say this in the context of **Factory**,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**Use when construction needs validation or multiple steps** — When we say this in the context of **Factory**,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**Example: </a:t>
            </a:r>
            <a:r>
              <a:rPr lang="en-US" dirty="0" err="1"/>
              <a:t>TransferFactory.createFrom</a:t>
            </a:r>
            <a:r>
              <a:rPr lang="en-US" dirty="0"/>
              <a:t>(request)** — When we say this in the context of **Factory**,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a:t>
            </a:r>
            <a:r>
              <a:rPr lang="en-US" dirty="0" err="1"/>
              <a:t>TransferFactory.createFrom</a:t>
            </a:r>
            <a:r>
              <a:rPr lang="en-US" dirty="0"/>
              <a:t>(request) validates limits, fees, and currency before producing a Transfer aggregate.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28</a:t>
            </a:fld>
            <a:endParaRPr lang="en-US"/>
          </a:p>
        </p:txBody>
      </p:sp>
    </p:spTree>
    <p:extLst>
      <p:ext uri="{BB962C8B-B14F-4D97-AF65-F5344CB8AC3E}">
        <p14:creationId xmlns:p14="http://schemas.microsoft.com/office/powerpoint/2010/main" val="20173187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Domain Service as a practical tool for making domain intent explicit and keeping complexity manageable. In this section, frame **Domain Service** as a decision-making tool: it helps the team agree on meaning and then encode that meaning so it survives refactors, new hires, and integration changes.</a:t>
            </a:r>
          </a:p>
          <a:p>
            <a:endParaRPr lang="en-US" dirty="0"/>
          </a:p>
          <a:p>
            <a:r>
              <a:rPr lang="en-US" dirty="0"/>
              <a:t>**Definition (what we mean here):** A Domain Service holds domain logic that doesn’t naturally belong to a single entity or value object, but is still part of the domain (not infrastructure).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Avoids forcing behavior into the wrong object - Keeps domain policy explicit - Can coordinate multiple aggregates without owning their persistence</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a:t>
            </a:r>
            <a:r>
              <a:rPr lang="en-US" dirty="0" err="1"/>
              <a:t>FeeCalculationService</a:t>
            </a:r>
            <a:r>
              <a:rPr lang="en-US" dirty="0"/>
              <a:t> or </a:t>
            </a:r>
            <a:r>
              <a:rPr lang="en-US" dirty="0" err="1"/>
              <a:t>FXConversionPolicy</a:t>
            </a:r>
            <a:r>
              <a:rPr lang="en-US" dirty="0"/>
              <a:t> used by Transfer creation.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29</a:t>
            </a:fld>
            <a:endParaRPr lang="en-US"/>
          </a:p>
        </p:txBody>
      </p:sp>
    </p:spTree>
    <p:extLst>
      <p:ext uri="{BB962C8B-B14F-4D97-AF65-F5344CB8AC3E}">
        <p14:creationId xmlns:p14="http://schemas.microsoft.com/office/powerpoint/2010/main" val="13063722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Domain Event as a practical tool for making domain intent explicit and keeping complexity manageable. In this section, frame **Domain Event** as a decision-making tool: it helps the team agree on meaning and then encode that meaning so it survives refactors, new hires, and integration changes.</a:t>
            </a:r>
          </a:p>
          <a:p>
            <a:endParaRPr lang="en-US" dirty="0"/>
          </a:p>
          <a:p>
            <a:r>
              <a:rPr lang="en-US" dirty="0"/>
              <a:t>**Definition (what we mean here):** A Domain Event is a record that something meaningful happened in the domain, expressed in business language. Events enable decoupling, integration, and auditability.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Asynchronous collaboration between parts of the system - Improves traceability - Supports eventual consistency workflows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a:t>
            </a:r>
            <a:r>
              <a:rPr lang="en-US" dirty="0" err="1"/>
              <a:t>TransferInitiated</a:t>
            </a:r>
            <a:r>
              <a:rPr lang="en-US" dirty="0"/>
              <a:t>, </a:t>
            </a:r>
            <a:r>
              <a:rPr lang="en-US" dirty="0" err="1"/>
              <a:t>HoldPlaced</a:t>
            </a:r>
            <a:r>
              <a:rPr lang="en-US" dirty="0"/>
              <a:t>, </a:t>
            </a:r>
            <a:r>
              <a:rPr lang="en-US" dirty="0" err="1"/>
              <a:t>TransferSettled</a:t>
            </a:r>
            <a:r>
              <a:rPr lang="en-US" dirty="0"/>
              <a:t>, </a:t>
            </a:r>
            <a:r>
              <a:rPr lang="en-US" dirty="0" err="1"/>
              <a:t>TransferFailed</a:t>
            </a:r>
            <a:r>
              <a:rPr lang="en-US" dirty="0"/>
              <a:t> are events other contexts can react to.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30</a:t>
            </a:fld>
            <a:endParaRPr lang="en-US"/>
          </a:p>
        </p:txBody>
      </p:sp>
    </p:spTree>
    <p:extLst>
      <p:ext uri="{BB962C8B-B14F-4D97-AF65-F5344CB8AC3E}">
        <p14:creationId xmlns:p14="http://schemas.microsoft.com/office/powerpoint/2010/main" val="24544048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Command vs Event as a practical tool for making domain intent explicit and keeping complexity manageable. In this section, frame **Command vs Event** as a decision-making tool: it helps the team agree on meaning and then encode that meaning so it survives refactors, new hires, and integration changes.</a:t>
            </a:r>
          </a:p>
          <a:p>
            <a:endParaRPr lang="en-US" dirty="0"/>
          </a:p>
          <a:p>
            <a:r>
              <a:rPr lang="en-US" dirty="0"/>
              <a:t>**Definition (what we mean here):** A Command is an instruction/request to do something (may succeed or fail). An Event states that something already happened (it is a fact). Mixing them causes confusion.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Clarifies responsibilities - Improves event-driven design correctness - Avoids lying to consumers (events must be true)</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Command: </a:t>
            </a:r>
            <a:r>
              <a:rPr lang="en-US" dirty="0" err="1"/>
              <a:t>RequestTransfer</a:t>
            </a:r>
            <a:r>
              <a:rPr lang="en-US" dirty="0"/>
              <a:t>. Event: </a:t>
            </a:r>
            <a:r>
              <a:rPr lang="en-US" dirty="0" err="1"/>
              <a:t>TransferRequested</a:t>
            </a:r>
            <a:r>
              <a:rPr lang="en-US" dirty="0"/>
              <a:t> (if accepted). Event: </a:t>
            </a:r>
            <a:r>
              <a:rPr lang="en-US" dirty="0" err="1"/>
              <a:t>TransferRejected</a:t>
            </a:r>
            <a:r>
              <a:rPr lang="en-US" dirty="0"/>
              <a:t> (if not).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a:p>
            <a:endParaRPr lang="en-US" dirty="0"/>
          </a:p>
        </p:txBody>
      </p:sp>
      <p:sp>
        <p:nvSpPr>
          <p:cNvPr id="4" name="Slide Number Placeholder 3"/>
          <p:cNvSpPr>
            <a:spLocks noGrp="1"/>
          </p:cNvSpPr>
          <p:nvPr>
            <p:ph type="sldNum" sz="quarter" idx="5"/>
          </p:nvPr>
        </p:nvSpPr>
        <p:spPr/>
        <p:txBody>
          <a:bodyPr/>
          <a:lstStyle/>
          <a:p>
            <a:fld id="{F64DCF28-D977-1A42-B628-197DD54C17F9}" type="slidenum">
              <a:rPr lang="en-US" smtClean="0"/>
              <a:t>31</a:t>
            </a:fld>
            <a:endParaRPr lang="en-US"/>
          </a:p>
        </p:txBody>
      </p:sp>
    </p:spTree>
    <p:extLst>
      <p:ext uri="{BB962C8B-B14F-4D97-AF65-F5344CB8AC3E}">
        <p14:creationId xmlns:p14="http://schemas.microsoft.com/office/powerpoint/2010/main" val="33136906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Event Storming (quick intro) as a practical tool for making domain intent explicit and keeping complexity manageable. In this section, frame **Event Storming (quick intro)** as a decision-making tool: it helps the team agree on meaning and then encode that meaning so it survives refactors, new hires, and integration changes.</a:t>
            </a:r>
          </a:p>
          <a:p>
            <a:endParaRPr lang="en-US" dirty="0"/>
          </a:p>
          <a:p>
            <a:r>
              <a:rPr lang="en-US" dirty="0"/>
              <a:t>**Definition (what we mean here):** Event Storming is a fast, collaborative workshop technique to discover domain events and the workflow around them: Events → Commands → Policies → Aggregates.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Workshop technique to discover domain events</a:t>
            </a:r>
          </a:p>
          <a:p>
            <a:r>
              <a:rPr lang="en-US" dirty="0"/>
              <a:t>- Sequence: Events → Commands → Policies → Aggregates</a:t>
            </a:r>
          </a:p>
          <a:p>
            <a:r>
              <a:rPr lang="en-US" dirty="0"/>
              <a:t>- Great for learning a domain with experts</a:t>
            </a:r>
          </a:p>
          <a:p>
            <a:endParaRPr lang="en-US" dirty="0"/>
          </a:p>
          <a:p>
            <a:endParaRPr lang="en-US" dirty="0"/>
          </a:p>
          <a:p>
            <a:r>
              <a:rPr lang="en-US" dirty="0"/>
              <a:t>**Why we care (the practical payoff):**</a:t>
            </a:r>
          </a:p>
          <a:p>
            <a:r>
              <a:rPr lang="en-US" dirty="0"/>
              <a:t>- Creates shared understanding quickly - Surfaces missing rules and edge cases - Builds Ubiquitous Language through examples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**Workshop technique to discover domain events** — When we say this in the context of **Event Storming (quick intro)**,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**Sequence: Events → Commands → Policies → Aggregates** — When we say this in the context of **Event Storming (quick intro)**,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**Great for learning a domain with experts** — When we say this in the context of **Event Storming (quick intro)**,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With payment ops and compliance, map the timeline: </a:t>
            </a:r>
            <a:r>
              <a:rPr lang="en-US" dirty="0" err="1"/>
              <a:t>TransferRequested</a:t>
            </a:r>
            <a:r>
              <a:rPr lang="en-US" dirty="0"/>
              <a:t> → </a:t>
            </a:r>
            <a:r>
              <a:rPr lang="en-US" dirty="0" err="1"/>
              <a:t>HoldPlaced</a:t>
            </a:r>
            <a:r>
              <a:rPr lang="en-US" dirty="0"/>
              <a:t> → </a:t>
            </a:r>
            <a:r>
              <a:rPr lang="en-US" dirty="0" err="1"/>
              <a:t>AMLChecked</a:t>
            </a:r>
            <a:r>
              <a:rPr lang="en-US" dirty="0"/>
              <a:t> → </a:t>
            </a:r>
            <a:r>
              <a:rPr lang="en-US" dirty="0" err="1"/>
              <a:t>TransferSettled</a:t>
            </a:r>
            <a:r>
              <a:rPr lang="en-US" dirty="0"/>
              <a:t>.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32</a:t>
            </a:fld>
            <a:endParaRPr lang="en-US"/>
          </a:p>
        </p:txBody>
      </p:sp>
    </p:spTree>
    <p:extLst>
      <p:ext uri="{BB962C8B-B14F-4D97-AF65-F5344CB8AC3E}">
        <p14:creationId xmlns:p14="http://schemas.microsoft.com/office/powerpoint/2010/main" val="1751538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Workflow across steps: Saga / Process Manager as a practical tool for making domain intent explicit and keeping complexity manageable. In this section, frame **Workflow across steps: Saga / Process Manager** as a decision-making tool: it helps the team agree on meaning and then encode that meaning so it survives refactors, new hires, and integration changes.</a:t>
            </a:r>
          </a:p>
          <a:p>
            <a:endParaRPr lang="en-US" dirty="0"/>
          </a:p>
          <a:p>
            <a:r>
              <a:rPr lang="en-US" dirty="0"/>
              <a:t>**Definition (what we mean here):** A Saga/Process Manager coordinates long-running workflows that span multiple transactions and often multiple bounded contexts, handling retries, timeouts, and compensations.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Coordinates long-running processes</a:t>
            </a:r>
          </a:p>
          <a:p>
            <a:r>
              <a:rPr lang="en-US" dirty="0"/>
              <a:t>- Spans multiple transactions/bounded contexts</a:t>
            </a:r>
          </a:p>
          <a:p>
            <a:r>
              <a:rPr lang="en-US" dirty="0"/>
              <a:t>- Handles retries + compensations</a:t>
            </a:r>
          </a:p>
          <a:p>
            <a:r>
              <a:rPr lang="en-US" dirty="0"/>
              <a:t>- Useful when eventual consistency is acceptable</a:t>
            </a:r>
          </a:p>
          <a:p>
            <a:endParaRPr lang="en-US" dirty="0"/>
          </a:p>
          <a:p>
            <a:endParaRPr lang="en-US" dirty="0"/>
          </a:p>
          <a:p>
            <a:r>
              <a:rPr lang="en-US" dirty="0"/>
              <a:t>**Why we care (the practical payoff):**</a:t>
            </a:r>
          </a:p>
          <a:p>
            <a:r>
              <a:rPr lang="en-US" dirty="0"/>
              <a:t>- Avoids distributed transactions - Makes eventual consistency explicit - Central place for orchestration rules and failure handling</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**Coordinates long-running processes** — When we say this in the context of **Workflow across steps: Saga / Process Manager**,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**Spans multiple transactions/bounded contexts** — When we say this in the context of **Workflow across steps: Saga / Process Manager**,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**Handles retries + compensations** — When we say this in the context of **Workflow across steps: Saga / Process Manager**,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**Useful when eventual consistency is acceptable** — When we say this in the context of **Workflow across steps: Saga / Process Manager**,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Transfer saga: place hold → send payment → confirm settlement → commit hold; if settlement fails, release hold and notify.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33</a:t>
            </a:fld>
            <a:endParaRPr lang="en-US"/>
          </a:p>
        </p:txBody>
      </p:sp>
    </p:spTree>
    <p:extLst>
      <p:ext uri="{BB962C8B-B14F-4D97-AF65-F5344CB8AC3E}">
        <p14:creationId xmlns:p14="http://schemas.microsoft.com/office/powerpoint/2010/main" val="8355971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Worked example: Bank Transfer (context) as a practical tool for making domain intent explicit and keeping complexity manageable. In this section, frame **Worked example: Bank Transfer (context)** as a decision-making tool: it helps the team agree on meaning and then encode that meaning so it survives refactors, new hires, and integration changes.</a:t>
            </a:r>
          </a:p>
          <a:p>
            <a:endParaRPr lang="en-US" dirty="0"/>
          </a:p>
          <a:p>
            <a:r>
              <a:rPr lang="en-US" dirty="0"/>
              <a:t>**Definition (what we mean here):** Use a concrete scenario to tie everything together and show how strategic and tactical DDD decisions affect design.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Examples expose real invariants - Shows how contexts interact - Makes abstract patterns tangible</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Story: customer initiates transfer; bank places a hold, runs checks, posts ledger entries, sends payment rails message, and later confirms settlement.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34</a:t>
            </a:fld>
            <a:endParaRPr lang="en-US"/>
          </a:p>
        </p:txBody>
      </p:sp>
    </p:spTree>
    <p:extLst>
      <p:ext uri="{BB962C8B-B14F-4D97-AF65-F5344CB8AC3E}">
        <p14:creationId xmlns:p14="http://schemas.microsoft.com/office/powerpoint/2010/main" val="7806908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Example Aggregate: Account (rules) as a practical tool for making domain intent explicit and keeping complexity manageable. In this section, frame **Example Aggregate: Account (rules)** as a decision-making tool: it helps the team agree on meaning and then encode that meaning so it survives refactors, new hires, and integration changes.</a:t>
            </a:r>
          </a:p>
          <a:p>
            <a:endParaRPr lang="en-US" dirty="0"/>
          </a:p>
          <a:p>
            <a:r>
              <a:rPr lang="en-US" dirty="0"/>
              <a:t>**Definition (what we mean here):** Demonstrate how an Account aggregate enforces invariants around balances, holds, and posting rules while keeping the internal state consistent.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One entry point for mutations - Clear invariant enforcement - Encapsulates lifecycle of holds and postings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Rules: cannot commit more than available; holds expire; overdraft rules differ by product; ledger balance does not change until posting occurs.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35</a:t>
            </a:fld>
            <a:endParaRPr lang="en-US"/>
          </a:p>
        </p:txBody>
      </p:sp>
    </p:spTree>
    <p:extLst>
      <p:ext uri="{BB962C8B-B14F-4D97-AF65-F5344CB8AC3E}">
        <p14:creationId xmlns:p14="http://schemas.microsoft.com/office/powerpoint/2010/main" val="36292292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Application service: Transfer Money (role) as a practical tool for making domain intent explicit and keeping complexity manageable. In this section, frame **Application service: Transfer Money (role)** as a decision-making tool: it helps the team agree on meaning and then encode that meaning so it survives refactors, new hires, and integration changes.</a:t>
            </a:r>
          </a:p>
          <a:p>
            <a:endParaRPr lang="en-US" dirty="0"/>
          </a:p>
          <a:p>
            <a:r>
              <a:rPr lang="en-US" dirty="0"/>
              <a:t>**Definition (what we mean here):** Show the application service as orchestration: it loads aggregates, calls domain methods, persists changes, and publishes events—without embedding business rules that belong in the domain.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Keeps transaction and integration concerns separate - Provides a clear use-case boundary - Makes it easy to add policy steps (e.g., AML)</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a:t>
            </a:r>
            <a:r>
              <a:rPr lang="en-US" dirty="0" err="1"/>
              <a:t>TransferService</a:t>
            </a:r>
            <a:r>
              <a:rPr lang="en-US" dirty="0"/>
              <a:t> handles authentication, idempotency, and calling </a:t>
            </a:r>
            <a:r>
              <a:rPr lang="en-US" dirty="0" err="1"/>
              <a:t>Account.requestHold</a:t>
            </a:r>
            <a:r>
              <a:rPr lang="en-US" dirty="0"/>
              <a:t>(); domain decides if hold is allowed.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36</a:t>
            </a:fld>
            <a:endParaRPr lang="en-US"/>
          </a:p>
        </p:txBody>
      </p:sp>
    </p:spTree>
    <p:extLst>
      <p:ext uri="{BB962C8B-B14F-4D97-AF65-F5344CB8AC3E}">
        <p14:creationId xmlns:p14="http://schemas.microsoft.com/office/powerpoint/2010/main" val="32178510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Consistency &amp; concurrency as a practical tool for making domain intent explicit and keeping complexity manageable. In this section, frame **Consistency &amp; concurrency** as a decision-making tool: it helps the team agree on meaning and then encode that meaning so it survives refactors, new hires, and integration changes.</a:t>
            </a:r>
          </a:p>
          <a:p>
            <a:endParaRPr lang="en-US" dirty="0"/>
          </a:p>
          <a:p>
            <a:r>
              <a:rPr lang="en-US" dirty="0"/>
              <a:t>**Definition (what we mean here):** Discuss how DDD uses aggregates as consistency boundaries and typically relies on optimistic concurrency, idempotency keys, and carefully chosen transaction scopes.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Prevents lost updates - Supports high throughput without global locks - Aligns database transactions with business invariants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Two transfers hitting the same account: use version checks; on conflict, reload and retry until the invariant is satisfied.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37</a:t>
            </a:fld>
            <a:endParaRPr lang="en-US"/>
          </a:p>
        </p:txBody>
      </p:sp>
    </p:spTree>
    <p:extLst>
      <p:ext uri="{BB962C8B-B14F-4D97-AF65-F5344CB8AC3E}">
        <p14:creationId xmlns:p14="http://schemas.microsoft.com/office/powerpoint/2010/main" val="40933094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Integration between contexts as a practical tool for making domain intent explicit and keeping complexity manageable. In this section, frame **Integration between contexts** as a decision-making tool: it helps the team agree on meaning and then encode that meaning so it survives refactors, new hires, and integration changes.</a:t>
            </a:r>
          </a:p>
          <a:p>
            <a:endParaRPr lang="en-US" dirty="0"/>
          </a:p>
          <a:p>
            <a:r>
              <a:rPr lang="en-US" dirty="0"/>
              <a:t>**Definition (what we mean here):** Integration should respect boundaries: translate, stabilize contracts, and avoid tight coupling. Choose sync vs async based on latency, consistency, and ownership.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Reduces blast radius of change - Supports independent deployment - Clarifies responsibility for data ownership and truth</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Accounting consumes payment events and builds its own ledger view; it does not query Payments database directly.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38</a:t>
            </a:fld>
            <a:endParaRPr lang="en-US"/>
          </a:p>
        </p:txBody>
      </p:sp>
    </p:spTree>
    <p:extLst>
      <p:ext uri="{BB962C8B-B14F-4D97-AF65-F5344CB8AC3E}">
        <p14:creationId xmlns:p14="http://schemas.microsoft.com/office/powerpoint/2010/main" val="36291219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CQRS (optional) as a practical tool for making domain intent explicit and keeping complexity manageable. In this section, frame **CQRS (optional)** as a decision-making tool: it helps the team agree on meaning and then encode that meaning so it survives refactors, new hires, and integration changes.</a:t>
            </a:r>
          </a:p>
          <a:p>
            <a:endParaRPr lang="en-US" dirty="0"/>
          </a:p>
          <a:p>
            <a:r>
              <a:rPr lang="en-US" dirty="0"/>
              <a:t>**Definition (what we mean here):** CQRS separates write models (commands + invariants) from read models (queries optimized for views). It’s optional and should be used when read needs diverge strongly from write needs.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Optimizes read performance and flexibility - Simplifies write-side invariant enforcement - Enables independent evolution of query models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Write: Transfer aggregate; Read: transfer search view denormalized for UI and reporting.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39</a:t>
            </a:fld>
            <a:endParaRPr lang="en-US"/>
          </a:p>
        </p:txBody>
      </p:sp>
    </p:spTree>
    <p:extLst>
      <p:ext uri="{BB962C8B-B14F-4D97-AF65-F5344CB8AC3E}">
        <p14:creationId xmlns:p14="http://schemas.microsoft.com/office/powerpoint/2010/main" val="23883564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Read model vs Write model as a practical tool for making domain intent explicit and keeping complexity manageable. In this section, frame **Read model vs Write model** as a decision-making tool: it helps the team agree on meaning and then encode that meaning so it survives refactors, new hires, and integration changes.</a:t>
            </a:r>
          </a:p>
          <a:p>
            <a:endParaRPr lang="en-US" dirty="0"/>
          </a:p>
          <a:p>
            <a:r>
              <a:rPr lang="en-US" dirty="0"/>
              <a:t>**Definition (what we mean here):** The write model protects invariants and is optimized for correctness; the read model is optimized for answering queries and may be denormalized and eventually consistent.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Avoids polluting domain with query concerns - Improves UX with fast reads - Allows specialized storage (search index, OLAP)</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Write model stores Transfer state transitions; read model provides filters by customer, date, status with precomputed joins.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40</a:t>
            </a:fld>
            <a:endParaRPr lang="en-US"/>
          </a:p>
        </p:txBody>
      </p:sp>
    </p:spTree>
    <p:extLst>
      <p:ext uri="{BB962C8B-B14F-4D97-AF65-F5344CB8AC3E}">
        <p14:creationId xmlns:p14="http://schemas.microsoft.com/office/powerpoint/2010/main" val="12353885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Event Sourcing (optional) as a practical tool for making domain intent explicit and keeping complexity manageable. In this section, frame **Event Sourcing (optional)** as a decision-making tool: it helps the team agree on meaning and then encode that meaning so it survives refactors, new hires, and integration changes.</a:t>
            </a:r>
          </a:p>
          <a:p>
            <a:endParaRPr lang="en-US" dirty="0"/>
          </a:p>
          <a:p>
            <a:r>
              <a:rPr lang="en-US" dirty="0"/>
              <a:t>**Definition (what we mean here):** Event Sourcing stores domain events as the system of record and rebuilds current state by replaying events (optionally with snapshots). Great audit trail, but higher operational complexity.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Store domain events as the source of truth</a:t>
            </a:r>
          </a:p>
          <a:p>
            <a:r>
              <a:rPr lang="en-US" dirty="0"/>
              <a:t>- Rebuild state by replaying events (or snapshots)</a:t>
            </a:r>
          </a:p>
          <a:p>
            <a:r>
              <a:rPr lang="en-US" dirty="0"/>
              <a:t>- Pros/Cons</a:t>
            </a:r>
          </a:p>
          <a:p>
            <a:r>
              <a:rPr lang="en-US" dirty="0"/>
              <a:t>- Great audit trail</a:t>
            </a:r>
          </a:p>
          <a:p>
            <a:r>
              <a:rPr lang="en-US" dirty="0"/>
              <a:t>- More operational complexity</a:t>
            </a:r>
          </a:p>
          <a:p>
            <a:endParaRPr lang="en-US" dirty="0"/>
          </a:p>
          <a:p>
            <a:endParaRPr lang="en-US" dirty="0"/>
          </a:p>
          <a:p>
            <a:r>
              <a:rPr lang="en-US" dirty="0"/>
              <a:t>**Why we care (the practical payoff):**</a:t>
            </a:r>
          </a:p>
          <a:p>
            <a:r>
              <a:rPr lang="en-US" dirty="0"/>
              <a:t>- Perfect history for audit/compliance - Natural fit with event-driven integration - Can simplify temporal queries ('what was state then?')</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**Store domain events as the source of truth** — When we say this in the context of **Event Sourcing (optional)**,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**Rebuild state by replaying events (or snapshots)** — When we say this in the context of **Event Sourcing (optional)**,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**Pros/Cons** — When we say this in the context of **Event Sourcing (optional)**,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**Great audit trail** — When we say this in the context of **Event Sourcing (optional)**,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**More operational complexity** — When we say this in the context of **Event Sourcing (optional)**,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Store Account debits/credits/holds as events; rebuild balance. Use snapshots to speed up loading.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41</a:t>
            </a:fld>
            <a:endParaRPr lang="en-US"/>
          </a:p>
        </p:txBody>
      </p:sp>
    </p:spTree>
    <p:extLst>
      <p:ext uri="{BB962C8B-B14F-4D97-AF65-F5344CB8AC3E}">
        <p14:creationId xmlns:p14="http://schemas.microsoft.com/office/powerpoint/2010/main" val="7343310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Testing in DDD as a practical tool for making domain intent explicit and keeping complexity manageable. In this section, frame **Testing in DDD** as a decision-making tool: it helps the team agree on meaning and then encode that meaning so it survives refactors, new hires, and integration changes.</a:t>
            </a:r>
          </a:p>
          <a:p>
            <a:endParaRPr lang="en-US" dirty="0"/>
          </a:p>
          <a:p>
            <a:r>
              <a:rPr lang="en-US" dirty="0"/>
              <a:t>**Definition (what we mean here):** Testing focuses on the model: unit-test aggregates and value objects with Given/When/Then scenarios; use integration tests for repositories and messaging boundaries.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Unit test aggregates and value objects</a:t>
            </a:r>
          </a:p>
          <a:p>
            <a:r>
              <a:rPr lang="en-US" dirty="0"/>
              <a:t>- Use Given/When/Then scenarios</a:t>
            </a:r>
          </a:p>
          <a:p>
            <a:r>
              <a:rPr lang="en-US" dirty="0"/>
              <a:t>- Integration tests for repositories + messaging</a:t>
            </a:r>
          </a:p>
          <a:p>
            <a:endParaRPr lang="en-US" dirty="0"/>
          </a:p>
          <a:p>
            <a:endParaRPr lang="en-US" dirty="0"/>
          </a:p>
          <a:p>
            <a:r>
              <a:rPr lang="en-US" dirty="0"/>
              <a:t>**Why we care (the practical payoff):**</a:t>
            </a:r>
          </a:p>
          <a:p>
            <a:r>
              <a:rPr lang="en-US" dirty="0"/>
              <a:t>- Fast feedback on business rules - Prevents regression when rules evolve - Encourages intention-revealing APIs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**Unit test aggregates and value objects** — When we say this in the context of **Testing in DDD**,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**Use Given/When/Then scenarios** — When we say this in the context of **Testing in DDD**,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**Integration tests for repositories + messaging** — When we say this in the context of **Testing in DDD**,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Given account with $100 available, when request hold $150, then reject with </a:t>
            </a:r>
            <a:r>
              <a:rPr lang="en-US" dirty="0" err="1"/>
              <a:t>InsufficientFunds</a:t>
            </a:r>
            <a:r>
              <a:rPr lang="en-US" dirty="0"/>
              <a:t>.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42</a:t>
            </a:fld>
            <a:endParaRPr lang="en-US"/>
          </a:p>
        </p:txBody>
      </p:sp>
    </p:spTree>
    <p:extLst>
      <p:ext uri="{BB962C8B-B14F-4D97-AF65-F5344CB8AC3E}">
        <p14:creationId xmlns:p14="http://schemas.microsoft.com/office/powerpoint/2010/main" val="16445033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Common pitfalls as a practical tool for making domain intent explicit and keeping complexity manageable. In this section, frame **Common pitfalls** as a decision-making tool: it helps the team agree on meaning and then encode that meaning so it survives refactors, new hires, and integration changes.</a:t>
            </a:r>
          </a:p>
          <a:p>
            <a:endParaRPr lang="en-US" dirty="0"/>
          </a:p>
          <a:p>
            <a:r>
              <a:rPr lang="en-US" dirty="0"/>
              <a:t>**Definition (what we mean here):** DDD fails when teams copy patterns without changing collaboration or when they blur boundaries and let frameworks dominate the model.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The hardest part is organizational: language and boundaries - Over-complication can slow delivery - Ignoring integration realities leads to painful rewrites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A 'canonical data model' shared across teams causes constant conflicts and fragile releases.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43</a:t>
            </a:fld>
            <a:endParaRPr lang="en-US"/>
          </a:p>
        </p:txBody>
      </p:sp>
    </p:spTree>
    <p:extLst>
      <p:ext uri="{BB962C8B-B14F-4D97-AF65-F5344CB8AC3E}">
        <p14:creationId xmlns:p14="http://schemas.microsoft.com/office/powerpoint/2010/main" val="15526349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practices that make DDD work as a practical tool for making domain intent explicit and keeping complexity manageable. In this section, frame **Team practices that make DDD work** as a decision-making tool: it helps the team agree on meaning and then encode that meaning so it survives refactors, new hires, and integration changes.</a:t>
            </a:r>
          </a:p>
          <a:p>
            <a:endParaRPr lang="en-US" dirty="0"/>
          </a:p>
          <a:p>
            <a:r>
              <a:rPr lang="en-US" dirty="0"/>
              <a:t>**Definition (what we mean here):** DDD is a team sport: frequent conversation with experts, disciplined naming, lightweight modeling sessions, and continuous refactoring of the model and boundaries.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Keeps language alive - Builds shared ownership - Makes complexity visible early</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Weekly event storming on new features; rename code immediately when terminology changes; maintain a living context map.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44</a:t>
            </a:fld>
            <a:endParaRPr lang="en-US"/>
          </a:p>
        </p:txBody>
      </p:sp>
    </p:spTree>
    <p:extLst>
      <p:ext uri="{BB962C8B-B14F-4D97-AF65-F5344CB8AC3E}">
        <p14:creationId xmlns:p14="http://schemas.microsoft.com/office/powerpoint/2010/main" val="605227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Adoption roadmap (low-drama) as a practical tool for making domain intent explicit and keeping complexity manageable. In this section, frame **Adoption roadmap (low-drama)** as a decision-making tool: it helps the team agree on meaning and then encode that meaning so it survives refactors, new hires, and integration changes.</a:t>
            </a:r>
          </a:p>
          <a:p>
            <a:endParaRPr lang="en-US" dirty="0"/>
          </a:p>
          <a:p>
            <a:r>
              <a:rPr lang="en-US" dirty="0"/>
              <a:t>**Definition (what we mean here):** Adopt DDD incrementally: start with language, map contexts, pick one high-value slice, and grow the model through real delivery—not a big-bang rewrite.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Reduces risk - Lets the team learn by doing - Keeps stakeholders confident with visible progress</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Pilot DDD in a new payments feature; keep legacy via ACL; gradually migrate capabilities context by context.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45</a:t>
            </a:fld>
            <a:endParaRPr lang="en-US"/>
          </a:p>
        </p:txBody>
      </p:sp>
    </p:spTree>
    <p:extLst>
      <p:ext uri="{BB962C8B-B14F-4D97-AF65-F5344CB8AC3E}">
        <p14:creationId xmlns:p14="http://schemas.microsoft.com/office/powerpoint/2010/main" val="14114220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Further reading as a practical tool for making domain intent explicit and keeping complexity manageable. In this section, frame **Further reading** as a decision-making tool: it helps the team agree on meaning and then encode that meaning so it survives refactors, new hires, and integration changes.</a:t>
            </a:r>
          </a:p>
          <a:p>
            <a:endParaRPr lang="en-US" dirty="0"/>
          </a:p>
          <a:p>
            <a:r>
              <a:rPr lang="en-US" dirty="0"/>
              <a:t>**Definition (what we mean here):** Point to foundational and practical resources: Evans for the original strategic/tactical ideas, Vernon for distilled practice and implementation guidance, and Tune/Millett for modern patterns and architecture.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 Eric Evans — Domain-Driven Design</a:t>
            </a:r>
          </a:p>
          <a:p>
            <a:r>
              <a:rPr lang="en-US" dirty="0"/>
              <a:t>- Vaughn Vernon — DDD Distilled / Implementing DDD</a:t>
            </a:r>
          </a:p>
          <a:p>
            <a:r>
              <a:rPr lang="en-US" dirty="0"/>
              <a:t>- Nick Tune &amp; Scott Millett — Patterns, Principles, and Practices of DDD</a:t>
            </a:r>
          </a:p>
          <a:p>
            <a:r>
              <a:rPr lang="en-US" dirty="0"/>
              <a:t>- Look up: Event Storming, Example Mapping</a:t>
            </a:r>
          </a:p>
          <a:p>
            <a:endParaRPr lang="en-US" dirty="0"/>
          </a:p>
          <a:p>
            <a:endParaRPr lang="en-US" dirty="0"/>
          </a:p>
          <a:p>
            <a:r>
              <a:rPr lang="en-US" dirty="0"/>
              <a:t>**Why we care (the practical payoff):**</a:t>
            </a:r>
          </a:p>
          <a:p>
            <a:r>
              <a:rPr lang="en-US" dirty="0"/>
              <a:t>- Encourages deeper study - Provides shared references for the team - Helps resolve debates with common vocabulary</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 for each bullet:**</a:t>
            </a:r>
          </a:p>
          <a:p>
            <a:endParaRPr lang="en-US" dirty="0"/>
          </a:p>
          <a:p>
            <a:r>
              <a:rPr lang="en-US" dirty="0"/>
              <a:t>**Eric Evans — Domain-Driven Design** — When we say this in the context of **Further reading**,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**Vaughn Vernon — DDD Distilled / Implementing DDD** — When we say this in the context of **Further reading**,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**Nick Tune &amp; Scott Millett — Patterns, Principles, and Practices of DDD** — When we say this in the context of **Further reading**,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**Look up: Event Storming, Example Mapping** — When we say this in the context of **Further reading**, we’re making a design promise: we will treat this idea as *something we can reason about explicitly*, not an implicit assumption hidden in scattered code. Translate the phrase into a concrete scenario and a test. Ask: what does it mean on a normal day, what does it mean on a bad day (timeouts, retries, disputes), and what would violate it? Finally, decide where it should live: in the domain model (rule/invariant), in the application layer (orchestration), or at a boundary (translation/contract). If you can’t say where it belongs, the term is probably still fuzzy and needs examples.</a:t>
            </a:r>
          </a:p>
          <a:p>
            <a:endParaRPr lang="en-US" dirty="0"/>
          </a:p>
          <a:p>
            <a:r>
              <a:rPr lang="en-US" dirty="0"/>
              <a:t>**Concrete example (adaptable story):** Assign small reading chunks and discuss how they apply to your own contexts and pain points.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46</a:t>
            </a:fld>
            <a:endParaRPr lang="en-US"/>
          </a:p>
        </p:txBody>
      </p:sp>
    </p:spTree>
    <p:extLst>
      <p:ext uri="{BB962C8B-B14F-4D97-AF65-F5344CB8AC3E}">
        <p14:creationId xmlns:p14="http://schemas.microsoft.com/office/powerpoint/2010/main" val="6581070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Q&amp;A as a practical tool for making domain intent explicit and keeping complexity manageable. In this section, frame **Q&amp;A** as a decision-making tool: it helps the team agree on meaning and then encode that meaning so it survives refactors, new hires, and integration changes.</a:t>
            </a:r>
          </a:p>
          <a:p>
            <a:endParaRPr lang="en-US" dirty="0"/>
          </a:p>
          <a:p>
            <a:r>
              <a:rPr lang="en-US" dirty="0"/>
              <a:t>**Definition (what we mean here):** Use Q&amp;A to surface the team’s specific domain challenges, terminology mismatches, and integration pain points; then map them back to strategic and tactical DDD tools. A helpful teaching trick is to restate the definition in two forms: (1) a sentence the business would accept, and (2) a sentence a developer can turn into types, methods, and tests.</a:t>
            </a:r>
          </a:p>
          <a:p>
            <a:endParaRPr lang="en-US" dirty="0"/>
          </a:p>
          <a:p>
            <a:r>
              <a:rPr lang="en-US" dirty="0"/>
              <a:t>**On the slide:**</a:t>
            </a:r>
          </a:p>
          <a:p>
            <a:r>
              <a:rPr lang="en-US" dirty="0"/>
              <a:t>_(This slide is primarily a title/section divider.)_</a:t>
            </a:r>
          </a:p>
          <a:p>
            <a:endParaRPr lang="en-US" dirty="0"/>
          </a:p>
          <a:p>
            <a:endParaRPr lang="en-US" dirty="0"/>
          </a:p>
          <a:p>
            <a:r>
              <a:rPr lang="en-US" dirty="0"/>
              <a:t>**Why we care (the practical payoff):**</a:t>
            </a:r>
          </a:p>
          <a:p>
            <a:r>
              <a:rPr lang="en-US" dirty="0"/>
              <a:t>- DDD must be grounded in your real constraints - Questions reveal where language is fuzzy - Helps decide next steps for adoption</a:t>
            </a:r>
          </a:p>
          <a:p>
            <a:endParaRPr lang="en-US" dirty="0"/>
          </a:p>
          <a:p>
            <a:r>
              <a:rPr lang="en-US" dirty="0"/>
              <a:t>As you present these bullets, connect them to cost: mis-modeled domains cause production incidents, slow releases, and brittle integrations. Correctness and clarity are not luxuries; they are delivery accelerators.</a:t>
            </a:r>
          </a:p>
          <a:p>
            <a:endParaRPr lang="en-US" dirty="0"/>
          </a:p>
          <a:p>
            <a:r>
              <a:rPr lang="en-US" dirty="0"/>
              <a:t>**Talk track:**</a:t>
            </a:r>
          </a:p>
          <a:p>
            <a:r>
              <a:rPr lang="en-US" dirty="0"/>
              <a:t>Because this slide is mostly a section header, use it to reset the room. Remind everyone where we are in the story, what problem we’re solving, and what the next concept will enable. A good move is to ask for a quick example from the audience where terminology caused confusion or rules were duplicated—then use that example as the running thread for the next few slides.</a:t>
            </a:r>
          </a:p>
          <a:p>
            <a:endParaRPr lang="en-US" dirty="0"/>
          </a:p>
          <a:p>
            <a:r>
              <a:rPr lang="en-US" dirty="0"/>
              <a:t>**Concrete example (adaptable story):** Invite questions like 'Where should AML checks live?' or 'Do we need CQRS here?' and answer by referencing contexts, invariants, and change drivers.  Use a short banking story to anchor the abstract idea. Imagine a customer initiates a transfer in a mobile app. Before money actually moves, the bank might place a hold, run checks (limits, AML, fraud), post ledger entries, send messages to external rails, and later reconcile settlement. Each step has its own vocabulary and its own failure modes. When DDD is applied well, those meanings are captured in the model (names + rules), and the system makes it *hard* to do the wrong thing by accident.</a:t>
            </a:r>
          </a:p>
          <a:p>
            <a:endParaRPr lang="en-US" dirty="0"/>
          </a:p>
          <a:p>
            <a:r>
              <a:rPr lang="en-US" dirty="0"/>
              <a:t>**Common failure modes / anti-patterns to warn about:**</a:t>
            </a:r>
          </a:p>
          <a:p>
            <a:r>
              <a:rPr lang="en-US" dirty="0"/>
              <a:t>- Implementing the pattern mechanically without understanding the rule it is meant to protect</a:t>
            </a:r>
          </a:p>
          <a:p>
            <a:r>
              <a:rPr lang="en-US" dirty="0"/>
              <a:t>- Leaking infrastructure concerns into the domain model</a:t>
            </a:r>
          </a:p>
          <a:p>
            <a:r>
              <a:rPr lang="en-US" dirty="0"/>
              <a:t>- Over-generalizing names until they lose meaning</a:t>
            </a:r>
          </a:p>
        </p:txBody>
      </p:sp>
      <p:sp>
        <p:nvSpPr>
          <p:cNvPr id="4" name="Slide Number Placeholder 3"/>
          <p:cNvSpPr>
            <a:spLocks noGrp="1"/>
          </p:cNvSpPr>
          <p:nvPr>
            <p:ph type="sldNum" sz="quarter" idx="5"/>
          </p:nvPr>
        </p:nvSpPr>
        <p:spPr/>
        <p:txBody>
          <a:bodyPr/>
          <a:lstStyle/>
          <a:p>
            <a:fld id="{F64DCF28-D977-1A42-B628-197DD54C17F9}" type="slidenum">
              <a:rPr lang="en-US" smtClean="0"/>
              <a:t>47</a:t>
            </a:fld>
            <a:endParaRPr lang="en-US"/>
          </a:p>
        </p:txBody>
      </p:sp>
    </p:spTree>
    <p:extLst>
      <p:ext uri="{BB962C8B-B14F-4D97-AF65-F5344CB8AC3E}">
        <p14:creationId xmlns:p14="http://schemas.microsoft.com/office/powerpoint/2010/main" val="7377673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0739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857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4600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0924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3315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5026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3089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3638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97077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9885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8350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23734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14550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5436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154826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00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99624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12/4/25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92866482"/>
      </p:ext>
    </p:extLst>
  </p:cSld>
  <p:clrMap bg1="dk1" tx1="lt1" bg2="dk2" tx2="lt2" accent1="accent1" accent2="accent2" accent3="accent3" accent4="accent4" accent5="accent5" accent6="accent6" hlink="hlink" folHlink="folHlink"/>
  <p:sldLayoutIdLst>
    <p:sldLayoutId id="2147484547" r:id="rId1"/>
    <p:sldLayoutId id="2147484548" r:id="rId2"/>
    <p:sldLayoutId id="2147484549" r:id="rId3"/>
    <p:sldLayoutId id="2147484550" r:id="rId4"/>
    <p:sldLayoutId id="2147484551" r:id="rId5"/>
    <p:sldLayoutId id="2147484552" r:id="rId6"/>
    <p:sldLayoutId id="2147484553" r:id="rId7"/>
    <p:sldLayoutId id="2147484554" r:id="rId8"/>
    <p:sldLayoutId id="2147484555" r:id="rId9"/>
    <p:sldLayoutId id="2147484556" r:id="rId10"/>
    <p:sldLayoutId id="2147484557" r:id="rId11"/>
    <p:sldLayoutId id="2147484558" r:id="rId12"/>
    <p:sldLayoutId id="2147484559" r:id="rId13"/>
    <p:sldLayoutId id="2147484560" r:id="rId14"/>
    <p:sldLayoutId id="2147484561" r:id="rId15"/>
    <p:sldLayoutId id="2147484562" r:id="rId16"/>
    <p:sldLayoutId id="214748456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jpeg"/><Relationship Id="rId7" Type="http://schemas.openxmlformats.org/officeDocument/2006/relationships/diagramColors" Target="../diagrams/colors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png"/><Relationship Id="rId7" Type="http://schemas.openxmlformats.org/officeDocument/2006/relationships/diagramColors" Target="../diagrams/colors8.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1.jpeg"/><Relationship Id="rId7" Type="http://schemas.openxmlformats.org/officeDocument/2006/relationships/diagramColors" Target="../diagrams/colors9.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7.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1.jpeg"/><Relationship Id="rId7" Type="http://schemas.openxmlformats.org/officeDocument/2006/relationships/diagramColors" Target="../diagrams/colors1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9.jpe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3.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image" Target="../media/image1.jpeg"/><Relationship Id="rId7" Type="http://schemas.openxmlformats.org/officeDocument/2006/relationships/diagramColors" Target="../diagrams/colors15.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50.jpe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2.png"/><Relationship Id="rId7" Type="http://schemas.openxmlformats.org/officeDocument/2006/relationships/diagramColors" Target="../diagrams/colors16.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51.jpe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image" Target="../media/image1.jpeg"/><Relationship Id="rId7" Type="http://schemas.openxmlformats.org/officeDocument/2006/relationships/diagramColors" Target="../diagrams/colors17.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1.xml.rels><?xml version="1.0" encoding="UTF-8" standalone="yes"?>
<Relationships xmlns="http://schemas.openxmlformats.org/package/2006/relationships"><Relationship Id="rId8" Type="http://schemas.microsoft.com/office/2007/relationships/diagramDrawing" Target="../diagrams/drawing19.xml"/><Relationship Id="rId3" Type="http://schemas.openxmlformats.org/officeDocument/2006/relationships/image" Target="../media/image2.png"/><Relationship Id="rId7" Type="http://schemas.openxmlformats.org/officeDocument/2006/relationships/diagramColors" Target="../diagrams/colors19.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62.jpe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3.jpe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35.xml.rels><?xml version="1.0" encoding="UTF-8" standalone="yes"?>
<Relationships xmlns="http://schemas.openxmlformats.org/package/2006/relationships"><Relationship Id="rId8" Type="http://schemas.microsoft.com/office/2007/relationships/diagramDrawing" Target="../diagrams/drawing21.xml"/><Relationship Id="rId3" Type="http://schemas.openxmlformats.org/officeDocument/2006/relationships/image" Target="../media/image1.jpeg"/><Relationship Id="rId7" Type="http://schemas.openxmlformats.org/officeDocument/2006/relationships/diagramColors" Target="../diagrams/colors21.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QuickStyle" Target="../diagrams/quickStyle21.xml"/><Relationship Id="rId5" Type="http://schemas.openxmlformats.org/officeDocument/2006/relationships/diagramLayout" Target="../diagrams/layout21.xml"/><Relationship Id="rId4" Type="http://schemas.openxmlformats.org/officeDocument/2006/relationships/diagramData" Target="../diagrams/data21.xml"/></Relationships>
</file>

<file path=ppt/slides/_rels/slide36.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1.jpeg"/><Relationship Id="rId7" Type="http://schemas.openxmlformats.org/officeDocument/2006/relationships/diagramColors" Target="../diagrams/colors22.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38.xml.rels><?xml version="1.0" encoding="UTF-8" standalone="yes"?>
<Relationships xmlns="http://schemas.openxmlformats.org/package/2006/relationships"><Relationship Id="rId8" Type="http://schemas.microsoft.com/office/2007/relationships/diagramDrawing" Target="../diagrams/drawing24.xml"/><Relationship Id="rId3" Type="http://schemas.openxmlformats.org/officeDocument/2006/relationships/image" Target="../media/image1.jpeg"/><Relationship Id="rId7" Type="http://schemas.openxmlformats.org/officeDocument/2006/relationships/diagramColors" Target="../diagrams/colors24.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QuickStyle" Target="../diagrams/quickStyle24.xml"/><Relationship Id="rId5" Type="http://schemas.openxmlformats.org/officeDocument/2006/relationships/diagramLayout" Target="../diagrams/layout24.xml"/><Relationship Id="rId4" Type="http://schemas.openxmlformats.org/officeDocument/2006/relationships/diagramData" Target="../diagrams/data24.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40.xml.rels><?xml version="1.0" encoding="UTF-8" standalone="yes"?>
<Relationships xmlns="http://schemas.openxmlformats.org/package/2006/relationships"><Relationship Id="rId8" Type="http://schemas.microsoft.com/office/2007/relationships/diagramDrawing" Target="../diagrams/drawing26.xml"/><Relationship Id="rId3" Type="http://schemas.openxmlformats.org/officeDocument/2006/relationships/image" Target="../media/image1.jpeg"/><Relationship Id="rId7" Type="http://schemas.openxmlformats.org/officeDocument/2006/relationships/diagramColors" Target="../diagrams/colors26.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QuickStyle" Target="../diagrams/quickStyle26.xml"/><Relationship Id="rId5" Type="http://schemas.openxmlformats.org/officeDocument/2006/relationships/diagramLayout" Target="../diagrams/layout26.xml"/><Relationship Id="rId4" Type="http://schemas.openxmlformats.org/officeDocument/2006/relationships/diagramData" Target="../diagrams/data2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98.jpe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8" Type="http://schemas.microsoft.com/office/2007/relationships/diagramDrawing" Target="../diagrams/drawing27.xml"/><Relationship Id="rId3" Type="http://schemas.openxmlformats.org/officeDocument/2006/relationships/image" Target="../media/image2.png"/><Relationship Id="rId7" Type="http://schemas.openxmlformats.org/officeDocument/2006/relationships/diagramColors" Target="../diagrams/colors27.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QuickStyle" Target="../diagrams/quickStyle27.xml"/><Relationship Id="rId5" Type="http://schemas.openxmlformats.org/officeDocument/2006/relationships/diagramLayout" Target="../diagrams/layout27.xml"/><Relationship Id="rId4" Type="http://schemas.openxmlformats.org/officeDocument/2006/relationships/diagramData" Target="../diagrams/data27.xml"/></Relationships>
</file>

<file path=ppt/slides/_rels/slide44.xml.rels><?xml version="1.0" encoding="UTF-8" standalone="yes"?>
<Relationships xmlns="http://schemas.openxmlformats.org/package/2006/relationships"><Relationship Id="rId8" Type="http://schemas.microsoft.com/office/2007/relationships/diagramDrawing" Target="../diagrams/drawing28.xml"/><Relationship Id="rId3" Type="http://schemas.openxmlformats.org/officeDocument/2006/relationships/image" Target="../media/image2.png"/><Relationship Id="rId7" Type="http://schemas.openxmlformats.org/officeDocument/2006/relationships/diagramColors" Target="../diagrams/colors28.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QuickStyle" Target="../diagrams/quickStyle28.xml"/><Relationship Id="rId5" Type="http://schemas.openxmlformats.org/officeDocument/2006/relationships/diagramLayout" Target="../diagrams/layout28.xml"/><Relationship Id="rId4" Type="http://schemas.openxmlformats.org/officeDocument/2006/relationships/diagramData" Target="../diagrams/data28.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microsoft.com/office/2007/relationships/diagramDrawing" Target="../diagrams/drawing30.xml"/><Relationship Id="rId3" Type="http://schemas.openxmlformats.org/officeDocument/2006/relationships/image" Target="../media/image2.png"/><Relationship Id="rId7" Type="http://schemas.openxmlformats.org/officeDocument/2006/relationships/diagramColors" Target="../diagrams/colors30.xm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diagramQuickStyle" Target="../diagrams/quickStyle30.xml"/><Relationship Id="rId5" Type="http://schemas.openxmlformats.org/officeDocument/2006/relationships/diagramLayout" Target="../diagrams/layout30.xml"/><Relationship Id="rId4" Type="http://schemas.openxmlformats.org/officeDocument/2006/relationships/diagramData" Target="../diagrams/data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Domain-Driven Design (DDD)</a:t>
            </a:r>
          </a:p>
        </p:txBody>
      </p:sp>
      <p:sp>
        <p:nvSpPr>
          <p:cNvPr id="3" name="Subtitle 2"/>
          <p:cNvSpPr>
            <a:spLocks noGrp="1"/>
          </p:cNvSpPr>
          <p:nvPr>
            <p:ph type="subTitle" idx="1"/>
          </p:nvPr>
        </p:nvSpPr>
        <p:spPr/>
        <p:txBody>
          <a:bodyPr/>
          <a:lstStyle/>
          <a:p>
            <a:r>
              <a:rPr dirty="0"/>
              <a:t>A gentle, progressive intro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79AA19A-D2E5-47F2-AF0A-1AF60D42C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91A1E618-D29E-4367-8C34-500E34D05B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2783" y="0"/>
            <a:ext cx="12188952" cy="6858000"/>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grpSp>
        <p:nvGrpSpPr>
          <p:cNvPr id="13" name="Group 12">
            <a:extLst>
              <a:ext uri="{FF2B5EF4-FFF2-40B4-BE49-F238E27FC236}">
                <a16:creationId xmlns:a16="http://schemas.microsoft.com/office/drawing/2014/main" id="{81F2BFD0-D896-4BA3-BA8F-0C866BD024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bg2">
                  <a:lumMod val="60000"/>
                  <a:lumOff val="40000"/>
                </a:schemeClr>
              </a:gs>
            </a:gsLst>
            <a:lin ang="5400000" scaled="0"/>
            <a:tileRect/>
          </a:gradFill>
        </p:grpSpPr>
        <p:sp>
          <p:nvSpPr>
            <p:cNvPr id="14" name="Rectangle 5">
              <a:extLst>
                <a:ext uri="{FF2B5EF4-FFF2-40B4-BE49-F238E27FC236}">
                  <a16:creationId xmlns:a16="http://schemas.microsoft.com/office/drawing/2014/main" id="{E768552D-D282-4F68-A829-290A4E83179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B24AFF31-9CD5-4E66-92F8-23BBAA24FB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2267C9D4-1770-45DD-AAFC-481CD7F9AA8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8">
              <a:extLst>
                <a:ext uri="{FF2B5EF4-FFF2-40B4-BE49-F238E27FC236}">
                  <a16:creationId xmlns:a16="http://schemas.microsoft.com/office/drawing/2014/main" id="{10DD6E0B-EC58-4D78-8125-AD2172CD2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9">
              <a:extLst>
                <a:ext uri="{FF2B5EF4-FFF2-40B4-BE49-F238E27FC236}">
                  <a16:creationId xmlns:a16="http://schemas.microsoft.com/office/drawing/2014/main" id="{23D6129D-742B-422D-A589-6692C167151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9EA94B27-F456-4ED8-8882-77632BDA08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5B7F96AD-560C-44A0-A513-B06758743D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86701218-3235-4E29-9935-1315B5CCAA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046B7BE0-D335-42EA-9893-4FA7654F1F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1CE912BA-808B-403C-B26F-8083A682EF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D974F65A-298C-4395-B461-99B9B49A07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Line 16">
              <a:extLst>
                <a:ext uri="{FF2B5EF4-FFF2-40B4-BE49-F238E27FC236}">
                  <a16:creationId xmlns:a16="http://schemas.microsoft.com/office/drawing/2014/main" id="{700B2930-989F-49DC-B909-8150145AD09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6" name="Freeform 17">
              <a:extLst>
                <a:ext uri="{FF2B5EF4-FFF2-40B4-BE49-F238E27FC236}">
                  <a16:creationId xmlns:a16="http://schemas.microsoft.com/office/drawing/2014/main" id="{795CB5A4-5145-4F55-95D0-6FB820C84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54BB8F48-D800-442A-A603-979FE924B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6E863078-201C-4DC0-8D49-077300CE50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6A07EBB6-75B0-4867-9AAF-7A645F4148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Rectangle 21">
              <a:extLst>
                <a:ext uri="{FF2B5EF4-FFF2-40B4-BE49-F238E27FC236}">
                  <a16:creationId xmlns:a16="http://schemas.microsoft.com/office/drawing/2014/main" id="{FA40A456-C685-468E-802E-FC9DF586AFD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31" name="Freeform 22">
              <a:extLst>
                <a:ext uri="{FF2B5EF4-FFF2-40B4-BE49-F238E27FC236}">
                  <a16:creationId xmlns:a16="http://schemas.microsoft.com/office/drawing/2014/main" id="{F101202F-1B2A-414C-83B7-9327E599C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4CC9B21F-B169-47E9-9B97-3BB645B29C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BC5FF733-2B71-4734-AD6A-5B35D99A3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0BCEB342-9AFC-4DCB-B92F-E08DC9594A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3B9B4933-5C48-49CF-9C6A-A29413150C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404FC76C-600A-482C-8386-F77ACBCCA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E8C5D50B-A590-4AAE-A748-113B62DADA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6C045F21-7031-4278-BFEE-A9E856ADA9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20EE11A6-3412-4362-8A81-592A15F2A1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A376EBB9-93F5-4B6F-95B3-C36B6C851E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853330" y="1254035"/>
            <a:ext cx="2926190" cy="4002222"/>
          </a:xfrm>
        </p:spPr>
        <p:txBody>
          <a:bodyPr>
            <a:normAutofit/>
          </a:bodyPr>
          <a:lstStyle/>
          <a:p>
            <a:r>
              <a:rPr lang="en-US">
                <a:solidFill>
                  <a:srgbClr val="FFFFFF"/>
                </a:solidFill>
              </a:rPr>
              <a:t>Why DDD?</a:t>
            </a:r>
          </a:p>
        </p:txBody>
      </p:sp>
      <p:sp useBgFill="1">
        <p:nvSpPr>
          <p:cNvPr id="42" name="Round Diagonal Corner Rectangle 6">
            <a:extLst>
              <a:ext uri="{FF2B5EF4-FFF2-40B4-BE49-F238E27FC236}">
                <a16:creationId xmlns:a16="http://schemas.microsoft.com/office/drawing/2014/main" id="{092ADBCF-B973-4C52-B740-4963E95B3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853439"/>
            <a:ext cx="6987476" cy="4760505"/>
          </a:xfrm>
          <a:prstGeom prst="round2DiagRect">
            <a:avLst>
              <a:gd name="adj1" fmla="val 7418"/>
              <a:gd name="adj2" fmla="val 0"/>
            </a:avLst>
          </a:prstGeom>
          <a:ln w="19050" cap="sq">
            <a:solidFill>
              <a:schemeClr val="bg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3FDD94EF-2C73-4E4C-8332-A75D8AC6BE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79200" y="0"/>
            <a:ext cx="674688" cy="6848476"/>
            <a:chOff x="11364912" y="0"/>
            <a:chExt cx="674688" cy="6848476"/>
          </a:xfrm>
          <a:gradFill flip="none" rotWithShape="1">
            <a:gsLst>
              <a:gs pos="0">
                <a:schemeClr val="bg2"/>
              </a:gs>
              <a:gs pos="100000">
                <a:schemeClr val="bg2">
                  <a:lumMod val="60000"/>
                  <a:lumOff val="40000"/>
                  <a:alpha val="60000"/>
                </a:schemeClr>
              </a:gs>
            </a:gsLst>
            <a:lin ang="5400000" scaled="0"/>
            <a:tileRect/>
          </a:gradFill>
        </p:grpSpPr>
        <p:sp>
          <p:nvSpPr>
            <p:cNvPr id="45" name="Freeform 32">
              <a:extLst>
                <a:ext uri="{FF2B5EF4-FFF2-40B4-BE49-F238E27FC236}">
                  <a16:creationId xmlns:a16="http://schemas.microsoft.com/office/drawing/2014/main" id="{16EF4FCE-B4BF-485E-B545-95827107AD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6" name="Freeform 33">
              <a:extLst>
                <a:ext uri="{FF2B5EF4-FFF2-40B4-BE49-F238E27FC236}">
                  <a16:creationId xmlns:a16="http://schemas.microsoft.com/office/drawing/2014/main" id="{C2DD2F29-32E6-486A-A295-CB29680AD9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34">
              <a:extLst>
                <a:ext uri="{FF2B5EF4-FFF2-40B4-BE49-F238E27FC236}">
                  <a16:creationId xmlns:a16="http://schemas.microsoft.com/office/drawing/2014/main" id="{B1A76276-E7B7-4550-9AFF-0A2E9EAEA4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35">
              <a:extLst>
                <a:ext uri="{FF2B5EF4-FFF2-40B4-BE49-F238E27FC236}">
                  <a16:creationId xmlns:a16="http://schemas.microsoft.com/office/drawing/2014/main" id="{EAFC4E0E-3390-457C-BCC9-A2479C10F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36">
              <a:extLst>
                <a:ext uri="{FF2B5EF4-FFF2-40B4-BE49-F238E27FC236}">
                  <a16:creationId xmlns:a16="http://schemas.microsoft.com/office/drawing/2014/main" id="{D0E59BF7-C450-4448-B71A-80ECD878D3A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37">
              <a:extLst>
                <a:ext uri="{FF2B5EF4-FFF2-40B4-BE49-F238E27FC236}">
                  <a16:creationId xmlns:a16="http://schemas.microsoft.com/office/drawing/2014/main" id="{BAB182A0-0A27-42D3-A9D0-56E8B7F4A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Freeform 38">
              <a:extLst>
                <a:ext uri="{FF2B5EF4-FFF2-40B4-BE49-F238E27FC236}">
                  <a16:creationId xmlns:a16="http://schemas.microsoft.com/office/drawing/2014/main" id="{4C9A08D9-525C-448E-A071-78226848F4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2" name="Freeform 39">
              <a:extLst>
                <a:ext uri="{FF2B5EF4-FFF2-40B4-BE49-F238E27FC236}">
                  <a16:creationId xmlns:a16="http://schemas.microsoft.com/office/drawing/2014/main" id="{E7818D96-423C-499F-A080-00EF0B9D4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3" name="Freeform 40">
              <a:extLst>
                <a:ext uri="{FF2B5EF4-FFF2-40B4-BE49-F238E27FC236}">
                  <a16:creationId xmlns:a16="http://schemas.microsoft.com/office/drawing/2014/main" id="{059B8971-2367-46BA-8FCC-D001A6C369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4" name="Rectangle 41">
              <a:extLst>
                <a:ext uri="{FF2B5EF4-FFF2-40B4-BE49-F238E27FC236}">
                  <a16:creationId xmlns:a16="http://schemas.microsoft.com/office/drawing/2014/main" id="{E4DF0A08-11EF-495A-980F-2ED66FBB810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grpSp>
      <p:graphicFrame>
        <p:nvGraphicFramePr>
          <p:cNvPr id="5" name="Content Placeholder 2">
            <a:extLst>
              <a:ext uri="{FF2B5EF4-FFF2-40B4-BE49-F238E27FC236}">
                <a16:creationId xmlns:a16="http://schemas.microsoft.com/office/drawing/2014/main" id="{4B791FEC-6179-4305-1E9D-3956646B3627}"/>
              </a:ext>
            </a:extLst>
          </p:cNvPr>
          <p:cNvGraphicFramePr>
            <a:graphicFrameLocks noGrp="1"/>
          </p:cNvGraphicFramePr>
          <p:nvPr>
            <p:ph idx="1"/>
            <p:extLst>
              <p:ext uri="{D42A27DB-BD31-4B8C-83A1-F6EECF244321}">
                <p14:modId xmlns:p14="http://schemas.microsoft.com/office/powerpoint/2010/main" val="2367994873"/>
              </p:ext>
            </p:extLst>
          </p:nvPr>
        </p:nvGraphicFramePr>
        <p:xfrm>
          <a:off x="4423954" y="1254035"/>
          <a:ext cx="6296297" cy="40022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54B9C16B-AC4A-44ED-9075-F76549B46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4" name="Group 73">
            <a:extLst>
              <a:ext uri="{FF2B5EF4-FFF2-40B4-BE49-F238E27FC236}">
                <a16:creationId xmlns:a16="http://schemas.microsoft.com/office/drawing/2014/main" id="{62A2FEB6-F419-4684-9ABC-9E32E012E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2" name="Rectangle 5">
              <a:extLst>
                <a:ext uri="{FF2B5EF4-FFF2-40B4-BE49-F238E27FC236}">
                  <a16:creationId xmlns:a16="http://schemas.microsoft.com/office/drawing/2014/main" id="{21E24A15-28D6-4CEB-9268-0BB0BEEAF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75" name="Freeform 6">
              <a:extLst>
                <a:ext uri="{FF2B5EF4-FFF2-40B4-BE49-F238E27FC236}">
                  <a16:creationId xmlns:a16="http://schemas.microsoft.com/office/drawing/2014/main" id="{4345933F-9633-4510-90E1-08B0E2A19E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6" name="Freeform 7">
              <a:extLst>
                <a:ext uri="{FF2B5EF4-FFF2-40B4-BE49-F238E27FC236}">
                  <a16:creationId xmlns:a16="http://schemas.microsoft.com/office/drawing/2014/main" id="{C68A48FB-1BE4-4053-A76F-5A5511BA0E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7" name="Freeform 8">
              <a:extLst>
                <a:ext uri="{FF2B5EF4-FFF2-40B4-BE49-F238E27FC236}">
                  <a16:creationId xmlns:a16="http://schemas.microsoft.com/office/drawing/2014/main" id="{8149777B-6A9F-4C95-BF44-F9646450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8" name="Freeform 9">
              <a:extLst>
                <a:ext uri="{FF2B5EF4-FFF2-40B4-BE49-F238E27FC236}">
                  <a16:creationId xmlns:a16="http://schemas.microsoft.com/office/drawing/2014/main" id="{0654845E-622A-4AD3-8F3A-6E1DEAB5FC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9" name="Freeform 10">
              <a:extLst>
                <a:ext uri="{FF2B5EF4-FFF2-40B4-BE49-F238E27FC236}">
                  <a16:creationId xmlns:a16="http://schemas.microsoft.com/office/drawing/2014/main" id="{DF1C0739-3D08-4C83-857E-B0724A6E8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0" name="Freeform 11">
              <a:extLst>
                <a:ext uri="{FF2B5EF4-FFF2-40B4-BE49-F238E27FC236}">
                  <a16:creationId xmlns:a16="http://schemas.microsoft.com/office/drawing/2014/main" id="{D235EAA0-7D5A-453A-9643-EE7A4954E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1" name="Freeform 12">
              <a:extLst>
                <a:ext uri="{FF2B5EF4-FFF2-40B4-BE49-F238E27FC236}">
                  <a16:creationId xmlns:a16="http://schemas.microsoft.com/office/drawing/2014/main" id="{94C6FB7C-72DE-42DE-8F58-CCE9B8F556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2" name="Freeform 13">
              <a:extLst>
                <a:ext uri="{FF2B5EF4-FFF2-40B4-BE49-F238E27FC236}">
                  <a16:creationId xmlns:a16="http://schemas.microsoft.com/office/drawing/2014/main" id="{FE31E0FE-EC8D-4EA7-BD9D-02F8C54FDB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3" name="Freeform 14">
              <a:extLst>
                <a:ext uri="{FF2B5EF4-FFF2-40B4-BE49-F238E27FC236}">
                  <a16:creationId xmlns:a16="http://schemas.microsoft.com/office/drawing/2014/main" id="{69FE4B12-13E0-48F9-9E18-66406B8D3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4" name="Freeform 15">
              <a:extLst>
                <a:ext uri="{FF2B5EF4-FFF2-40B4-BE49-F238E27FC236}">
                  <a16:creationId xmlns:a16="http://schemas.microsoft.com/office/drawing/2014/main" id="{87FAADC3-B321-43EE-B8F3-2842D84098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5" name="Line 16">
              <a:extLst>
                <a:ext uri="{FF2B5EF4-FFF2-40B4-BE49-F238E27FC236}">
                  <a16:creationId xmlns:a16="http://schemas.microsoft.com/office/drawing/2014/main" id="{90461464-1683-402F-A72B-8558CC67774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86" name="Freeform 17">
              <a:extLst>
                <a:ext uri="{FF2B5EF4-FFF2-40B4-BE49-F238E27FC236}">
                  <a16:creationId xmlns:a16="http://schemas.microsoft.com/office/drawing/2014/main" id="{70F594E7-32D0-45B9-A3CF-636CF6FCB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7" name="Freeform 18">
              <a:extLst>
                <a:ext uri="{FF2B5EF4-FFF2-40B4-BE49-F238E27FC236}">
                  <a16:creationId xmlns:a16="http://schemas.microsoft.com/office/drawing/2014/main" id="{8AEF60E1-26C2-4E3C-B839-347DDD23C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8" name="Freeform 19">
              <a:extLst>
                <a:ext uri="{FF2B5EF4-FFF2-40B4-BE49-F238E27FC236}">
                  <a16:creationId xmlns:a16="http://schemas.microsoft.com/office/drawing/2014/main" id="{792FE54B-EE9D-4E57-B6BC-6A9196BE8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9" name="Freeform 20">
              <a:extLst>
                <a:ext uri="{FF2B5EF4-FFF2-40B4-BE49-F238E27FC236}">
                  <a16:creationId xmlns:a16="http://schemas.microsoft.com/office/drawing/2014/main" id="{72BE56DF-619D-463E-8F88-CABA09DA88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0" name="Rectangle 21">
              <a:extLst>
                <a:ext uri="{FF2B5EF4-FFF2-40B4-BE49-F238E27FC236}">
                  <a16:creationId xmlns:a16="http://schemas.microsoft.com/office/drawing/2014/main" id="{C7430457-1935-4BBF-A6A7-7C3125A02E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91" name="Freeform 22">
              <a:extLst>
                <a:ext uri="{FF2B5EF4-FFF2-40B4-BE49-F238E27FC236}">
                  <a16:creationId xmlns:a16="http://schemas.microsoft.com/office/drawing/2014/main" id="{BB006150-E547-4E84-A2B1-59131F3D5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2" name="Freeform 23">
              <a:extLst>
                <a:ext uri="{FF2B5EF4-FFF2-40B4-BE49-F238E27FC236}">
                  <a16:creationId xmlns:a16="http://schemas.microsoft.com/office/drawing/2014/main" id="{5A8CD074-956B-41A4-870B-001554B69B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3" name="Freeform 24">
              <a:extLst>
                <a:ext uri="{FF2B5EF4-FFF2-40B4-BE49-F238E27FC236}">
                  <a16:creationId xmlns:a16="http://schemas.microsoft.com/office/drawing/2014/main" id="{070C253B-974E-459F-AD0B-705722482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4" name="Freeform 25">
              <a:extLst>
                <a:ext uri="{FF2B5EF4-FFF2-40B4-BE49-F238E27FC236}">
                  <a16:creationId xmlns:a16="http://schemas.microsoft.com/office/drawing/2014/main" id="{BBC07B3D-A631-44EA-861A-7D80383A10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5" name="Freeform 26">
              <a:extLst>
                <a:ext uri="{FF2B5EF4-FFF2-40B4-BE49-F238E27FC236}">
                  <a16:creationId xmlns:a16="http://schemas.microsoft.com/office/drawing/2014/main" id="{32039DC6-B4CF-4A5A-8D17-3A568D12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6" name="Freeform 27">
              <a:extLst>
                <a:ext uri="{FF2B5EF4-FFF2-40B4-BE49-F238E27FC236}">
                  <a16:creationId xmlns:a16="http://schemas.microsoft.com/office/drawing/2014/main" id="{99E0C81F-5D8D-4AF8-BDE5-4DF75868F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7" name="Freeform 28">
              <a:extLst>
                <a:ext uri="{FF2B5EF4-FFF2-40B4-BE49-F238E27FC236}">
                  <a16:creationId xmlns:a16="http://schemas.microsoft.com/office/drawing/2014/main" id="{0D946680-855C-41EC-BBA2-61F6F776E5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8" name="Freeform 29">
              <a:extLst>
                <a:ext uri="{FF2B5EF4-FFF2-40B4-BE49-F238E27FC236}">
                  <a16:creationId xmlns:a16="http://schemas.microsoft.com/office/drawing/2014/main" id="{E6FAD9E8-6E13-45A0-A5D6-8BCAD27B40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9" name="Freeform 30">
              <a:extLst>
                <a:ext uri="{FF2B5EF4-FFF2-40B4-BE49-F238E27FC236}">
                  <a16:creationId xmlns:a16="http://schemas.microsoft.com/office/drawing/2014/main" id="{0CCBC8FA-0581-454F-9FD1-6B6102A1A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0" name="Freeform 31">
              <a:extLst>
                <a:ext uri="{FF2B5EF4-FFF2-40B4-BE49-F238E27FC236}">
                  <a16:creationId xmlns:a16="http://schemas.microsoft.com/office/drawing/2014/main" id="{5D6C328F-65A5-41E8-86E9-E4E638CC3B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101" name="Picture 2">
            <a:extLst>
              <a:ext uri="{FF2B5EF4-FFF2-40B4-BE49-F238E27FC236}">
                <a16:creationId xmlns:a16="http://schemas.microsoft.com/office/drawing/2014/main" id="{3E94A106-9341-485C-9057-9D62B2BD08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102" name="Rectangle 101">
            <a:extLst>
              <a:ext uri="{FF2B5EF4-FFF2-40B4-BE49-F238E27FC236}">
                <a16:creationId xmlns:a16="http://schemas.microsoft.com/office/drawing/2014/main" id="{B53044DC-4918-43DA-B49D-91673C6C94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03" name="Group 102">
            <a:extLst>
              <a:ext uri="{FF2B5EF4-FFF2-40B4-BE49-F238E27FC236}">
                <a16:creationId xmlns:a16="http://schemas.microsoft.com/office/drawing/2014/main" id="{1DCE6B36-1420-43AB-86CF-4E653A517B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104" name="Rectangle 5">
              <a:extLst>
                <a:ext uri="{FF2B5EF4-FFF2-40B4-BE49-F238E27FC236}">
                  <a16:creationId xmlns:a16="http://schemas.microsoft.com/office/drawing/2014/main" id="{72626E0B-9628-468E-A713-011C02F60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05" name="Freeform 6">
              <a:extLst>
                <a:ext uri="{FF2B5EF4-FFF2-40B4-BE49-F238E27FC236}">
                  <a16:creationId xmlns:a16="http://schemas.microsoft.com/office/drawing/2014/main" id="{93F7977A-BD91-4B0D-9A8D-372DB67AD8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6" name="Freeform 7">
              <a:extLst>
                <a:ext uri="{FF2B5EF4-FFF2-40B4-BE49-F238E27FC236}">
                  <a16:creationId xmlns:a16="http://schemas.microsoft.com/office/drawing/2014/main" id="{9FEE6A56-01A1-404D-864E-1C2587C9AF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7" name="Freeform 8">
              <a:extLst>
                <a:ext uri="{FF2B5EF4-FFF2-40B4-BE49-F238E27FC236}">
                  <a16:creationId xmlns:a16="http://schemas.microsoft.com/office/drawing/2014/main" id="{E74DBBF2-EF6F-4E3E-B183-F8EEE7609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8" name="Freeform 9">
              <a:extLst>
                <a:ext uri="{FF2B5EF4-FFF2-40B4-BE49-F238E27FC236}">
                  <a16:creationId xmlns:a16="http://schemas.microsoft.com/office/drawing/2014/main" id="{ABCF0F27-B056-474C-A0FB-1DB747A92F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9" name="Freeform 10">
              <a:extLst>
                <a:ext uri="{FF2B5EF4-FFF2-40B4-BE49-F238E27FC236}">
                  <a16:creationId xmlns:a16="http://schemas.microsoft.com/office/drawing/2014/main" id="{0A0A5B7B-BA2A-45CC-AABE-9D5B08A5D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0" name="Freeform 11">
              <a:extLst>
                <a:ext uri="{FF2B5EF4-FFF2-40B4-BE49-F238E27FC236}">
                  <a16:creationId xmlns:a16="http://schemas.microsoft.com/office/drawing/2014/main" id="{3C9A5D2B-1787-4954-9108-B9D497A87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1" name="Freeform 12">
              <a:extLst>
                <a:ext uri="{FF2B5EF4-FFF2-40B4-BE49-F238E27FC236}">
                  <a16:creationId xmlns:a16="http://schemas.microsoft.com/office/drawing/2014/main" id="{818C4F8B-7556-49A7-83C6-C8F631F6A9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2" name="Freeform 13">
              <a:extLst>
                <a:ext uri="{FF2B5EF4-FFF2-40B4-BE49-F238E27FC236}">
                  <a16:creationId xmlns:a16="http://schemas.microsoft.com/office/drawing/2014/main" id="{22BED614-D078-47EA-9C72-190217FDD5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3" name="Freeform 14">
              <a:extLst>
                <a:ext uri="{FF2B5EF4-FFF2-40B4-BE49-F238E27FC236}">
                  <a16:creationId xmlns:a16="http://schemas.microsoft.com/office/drawing/2014/main" id="{73DE0BF2-86D7-4038-AC4B-AF0F116A5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5" name="Freeform 15">
              <a:extLst>
                <a:ext uri="{FF2B5EF4-FFF2-40B4-BE49-F238E27FC236}">
                  <a16:creationId xmlns:a16="http://schemas.microsoft.com/office/drawing/2014/main" id="{11D8BB55-D027-420C-9EF9-49B3BA79DC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6" name="Line 16">
              <a:extLst>
                <a:ext uri="{FF2B5EF4-FFF2-40B4-BE49-F238E27FC236}">
                  <a16:creationId xmlns:a16="http://schemas.microsoft.com/office/drawing/2014/main" id="{3FAEF5CE-07ED-46A7-9777-D86C7071958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57" name="Freeform 17">
              <a:extLst>
                <a:ext uri="{FF2B5EF4-FFF2-40B4-BE49-F238E27FC236}">
                  <a16:creationId xmlns:a16="http://schemas.microsoft.com/office/drawing/2014/main" id="{29CAFB1A-357C-4313-B734-1CD4E4F9D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8" name="Freeform 18">
              <a:extLst>
                <a:ext uri="{FF2B5EF4-FFF2-40B4-BE49-F238E27FC236}">
                  <a16:creationId xmlns:a16="http://schemas.microsoft.com/office/drawing/2014/main" id="{653161D3-8634-4BB7-A2BC-028C4EAA1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9" name="Freeform 19">
              <a:extLst>
                <a:ext uri="{FF2B5EF4-FFF2-40B4-BE49-F238E27FC236}">
                  <a16:creationId xmlns:a16="http://schemas.microsoft.com/office/drawing/2014/main" id="{9537546A-6FF1-408B-AFE2-BBF7D3482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0" name="Freeform 20">
              <a:extLst>
                <a:ext uri="{FF2B5EF4-FFF2-40B4-BE49-F238E27FC236}">
                  <a16:creationId xmlns:a16="http://schemas.microsoft.com/office/drawing/2014/main" id="{F73EE662-79B7-404B-B1B8-0E096BE4CD6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1" name="Rectangle 21">
              <a:extLst>
                <a:ext uri="{FF2B5EF4-FFF2-40B4-BE49-F238E27FC236}">
                  <a16:creationId xmlns:a16="http://schemas.microsoft.com/office/drawing/2014/main" id="{B6DDB906-1F52-4D64-8493-4816EDDD34C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62" name="Freeform 22">
              <a:extLst>
                <a:ext uri="{FF2B5EF4-FFF2-40B4-BE49-F238E27FC236}">
                  <a16:creationId xmlns:a16="http://schemas.microsoft.com/office/drawing/2014/main" id="{4FA472A5-ABEA-4961-897B-7EB96AF09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3" name="Freeform 23">
              <a:extLst>
                <a:ext uri="{FF2B5EF4-FFF2-40B4-BE49-F238E27FC236}">
                  <a16:creationId xmlns:a16="http://schemas.microsoft.com/office/drawing/2014/main" id="{54226E99-C38F-4456-A1F8-8897483FD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4" name="Freeform 24">
              <a:extLst>
                <a:ext uri="{FF2B5EF4-FFF2-40B4-BE49-F238E27FC236}">
                  <a16:creationId xmlns:a16="http://schemas.microsoft.com/office/drawing/2014/main" id="{0A4A0196-A383-4629-B9A5-9C87E846C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5" name="Freeform 25">
              <a:extLst>
                <a:ext uri="{FF2B5EF4-FFF2-40B4-BE49-F238E27FC236}">
                  <a16:creationId xmlns:a16="http://schemas.microsoft.com/office/drawing/2014/main" id="{BA5E608D-2E7B-4662-A9A0-18D4E0F0DC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6" name="Freeform 26">
              <a:extLst>
                <a:ext uri="{FF2B5EF4-FFF2-40B4-BE49-F238E27FC236}">
                  <a16:creationId xmlns:a16="http://schemas.microsoft.com/office/drawing/2014/main" id="{5E211F37-790F-4BD7-B055-022AE0C2E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7" name="Freeform 27">
              <a:extLst>
                <a:ext uri="{FF2B5EF4-FFF2-40B4-BE49-F238E27FC236}">
                  <a16:creationId xmlns:a16="http://schemas.microsoft.com/office/drawing/2014/main" id="{96F375D0-232A-490A-9499-CB5FBA3F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8" name="Freeform 28">
              <a:extLst>
                <a:ext uri="{FF2B5EF4-FFF2-40B4-BE49-F238E27FC236}">
                  <a16:creationId xmlns:a16="http://schemas.microsoft.com/office/drawing/2014/main" id="{6B33B423-FD0F-4780-A0D6-32FC040B37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9" name="Freeform 29">
              <a:extLst>
                <a:ext uri="{FF2B5EF4-FFF2-40B4-BE49-F238E27FC236}">
                  <a16:creationId xmlns:a16="http://schemas.microsoft.com/office/drawing/2014/main" id="{B6BD1710-838F-4CDD-A000-C6C710A6A0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0" name="Freeform 30">
              <a:extLst>
                <a:ext uri="{FF2B5EF4-FFF2-40B4-BE49-F238E27FC236}">
                  <a16:creationId xmlns:a16="http://schemas.microsoft.com/office/drawing/2014/main" id="{0BB93533-1C95-4B0A-B0E2-168602B08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1" name="Freeform 31">
              <a:extLst>
                <a:ext uri="{FF2B5EF4-FFF2-40B4-BE49-F238E27FC236}">
                  <a16:creationId xmlns:a16="http://schemas.microsoft.com/office/drawing/2014/main" id="{CB0B113D-1987-4D89-A475-511E092FE1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73" name="Picture 2">
            <a:extLst>
              <a:ext uri="{FF2B5EF4-FFF2-40B4-BE49-F238E27FC236}">
                <a16:creationId xmlns:a16="http://schemas.microsoft.com/office/drawing/2014/main" id="{9BE36DBF-0333-4D36-A5BF-81FDA2406F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2" name="Title 1"/>
          <p:cNvSpPr>
            <a:spLocks noGrp="1"/>
          </p:cNvSpPr>
          <p:nvPr>
            <p:ph type="title"/>
          </p:nvPr>
        </p:nvSpPr>
        <p:spPr>
          <a:xfrm>
            <a:off x="853330" y="1134681"/>
            <a:ext cx="2743310" cy="4255025"/>
          </a:xfrm>
        </p:spPr>
        <p:txBody>
          <a:bodyPr>
            <a:normAutofit/>
          </a:bodyPr>
          <a:lstStyle/>
          <a:p>
            <a:r>
              <a:rPr lang="en-US">
                <a:solidFill>
                  <a:srgbClr val="FFFFFF"/>
                </a:solidFill>
              </a:rPr>
              <a:t>When DDD is a good fit</a:t>
            </a:r>
          </a:p>
        </p:txBody>
      </p:sp>
      <p:graphicFrame>
        <p:nvGraphicFramePr>
          <p:cNvPr id="114" name="Content Placeholder 2">
            <a:extLst>
              <a:ext uri="{FF2B5EF4-FFF2-40B4-BE49-F238E27FC236}">
                <a16:creationId xmlns:a16="http://schemas.microsoft.com/office/drawing/2014/main" id="{28ED701D-7C95-E90A-BF59-81822461B563}"/>
              </a:ext>
            </a:extLst>
          </p:cNvPr>
          <p:cNvGraphicFramePr>
            <a:graphicFrameLocks noGrp="1"/>
          </p:cNvGraphicFramePr>
          <p:nvPr>
            <p:ph idx="1"/>
            <p:extLst>
              <p:ext uri="{D42A27DB-BD31-4B8C-83A1-F6EECF244321}">
                <p14:modId xmlns:p14="http://schemas.microsoft.com/office/powerpoint/2010/main" val="416687082"/>
              </p:ext>
            </p:extLst>
          </p:nvPr>
        </p:nvGraphicFramePr>
        <p:xfrm>
          <a:off x="4662189" y="1134682"/>
          <a:ext cx="6692748" cy="42550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270675-9512-4978-8583-36659256E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When DDD can be overkill</a:t>
            </a:r>
          </a:p>
        </p:txBody>
      </p:sp>
      <p:graphicFrame>
        <p:nvGraphicFramePr>
          <p:cNvPr id="5" name="Content Placeholder 2">
            <a:extLst>
              <a:ext uri="{FF2B5EF4-FFF2-40B4-BE49-F238E27FC236}">
                <a16:creationId xmlns:a16="http://schemas.microsoft.com/office/drawing/2014/main" id="{90642844-8685-7DDF-5FA4-41866BA9CE1C}"/>
              </a:ext>
            </a:extLst>
          </p:cNvPr>
          <p:cNvGraphicFramePr>
            <a:graphicFrameLocks noGrp="1"/>
          </p:cNvGraphicFramePr>
          <p:nvPr>
            <p:ph idx="1"/>
            <p:extLst>
              <p:ext uri="{D42A27DB-BD31-4B8C-83A1-F6EECF244321}">
                <p14:modId xmlns:p14="http://schemas.microsoft.com/office/powerpoint/2010/main" val="3531173676"/>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9ACD3AF8-B16E-4174-8C1A-41F683C4AF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10" name="Group 9">
            <a:extLst>
              <a:ext uri="{FF2B5EF4-FFF2-40B4-BE49-F238E27FC236}">
                <a16:creationId xmlns:a16="http://schemas.microsoft.com/office/drawing/2014/main" id="{FF5EAD09-B81D-415F-8BCF-73C81AE05F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1" name="Rectangle 5">
              <a:extLst>
                <a:ext uri="{FF2B5EF4-FFF2-40B4-BE49-F238E27FC236}">
                  <a16:creationId xmlns:a16="http://schemas.microsoft.com/office/drawing/2014/main" id="{CFB79010-8ED4-49EF-AFD2-F4D8C80B69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4649B869-006E-42B5-9DDC-21049B130E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443096BD-333F-48B6-8220-D1F9793E40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4" name="Rectangle 8">
              <a:extLst>
                <a:ext uri="{FF2B5EF4-FFF2-40B4-BE49-F238E27FC236}">
                  <a16:creationId xmlns:a16="http://schemas.microsoft.com/office/drawing/2014/main" id="{1A45BB9A-7E84-4B9B-923A-270A97F852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9">
              <a:extLst>
                <a:ext uri="{FF2B5EF4-FFF2-40B4-BE49-F238E27FC236}">
                  <a16:creationId xmlns:a16="http://schemas.microsoft.com/office/drawing/2014/main" id="{D7D7C768-2F76-4DE2-A807-1B9FFF816C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1870B32E-EE42-470E-B543-CA55AEC8C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EEF09120-11AA-4DB5-98A8-EC4923002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39CC463D-589C-461C-A234-0460EB06B8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B6516153-269A-421E-A021-CB3F3C5E1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45E14300-6C4A-4F77-915F-F3B25B0237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993E312A-E6A6-4B52-ADE6-618ADC89BA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2" name="Freeform 16">
              <a:extLst>
                <a:ext uri="{FF2B5EF4-FFF2-40B4-BE49-F238E27FC236}">
                  <a16:creationId xmlns:a16="http://schemas.microsoft.com/office/drawing/2014/main" id="{2F0F3026-2480-472B-8C52-36812C81E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3" name="Freeform 17">
              <a:extLst>
                <a:ext uri="{FF2B5EF4-FFF2-40B4-BE49-F238E27FC236}">
                  <a16:creationId xmlns:a16="http://schemas.microsoft.com/office/drawing/2014/main" id="{34E1C992-559D-4827-9F30-31A3CA7A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D9F2FB98-F443-498F-AAD9-6945825681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75DBF6EC-ED50-43E4-8A8B-64CE86A88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FD854F40-AC43-4F21-9C62-2CE35CFD2B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7" name="Freeform 21">
              <a:extLst>
                <a:ext uri="{FF2B5EF4-FFF2-40B4-BE49-F238E27FC236}">
                  <a16:creationId xmlns:a16="http://schemas.microsoft.com/office/drawing/2014/main" id="{62CCB560-494A-4F74-9DE4-068806A893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8" name="Freeform 22">
              <a:extLst>
                <a:ext uri="{FF2B5EF4-FFF2-40B4-BE49-F238E27FC236}">
                  <a16:creationId xmlns:a16="http://schemas.microsoft.com/office/drawing/2014/main" id="{6F9A05F2-B5D2-4D8A-9A78-14E45C13F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A6373189-19BB-4BEC-84A3-432253E05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71AB3122-947A-44DB-B190-A2601C6C95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74B4109D-3AFC-4D44-87B1-0CDED3E63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44AAD39F-F7C9-4D00-95E0-0465B4E858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C1DCAB8D-6EF6-4A84-8D0C-AA9226DEC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C407F97F-83CF-4703-B9E0-6335530E32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0D8D2363-5D84-4CFF-89AA-3C93C859DB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0435A35C-AC99-4E12-8CB0-9C640DAA94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F20392CF-2256-4527-836B-2E6F88596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8" name="Freeform 32">
              <a:extLst>
                <a:ext uri="{FF2B5EF4-FFF2-40B4-BE49-F238E27FC236}">
                  <a16:creationId xmlns:a16="http://schemas.microsoft.com/office/drawing/2014/main" id="{C52C3AD3-122C-4010-9C55-B0247F8CCA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9" name="Rectangle 33">
              <a:extLst>
                <a:ext uri="{FF2B5EF4-FFF2-40B4-BE49-F238E27FC236}">
                  <a16:creationId xmlns:a16="http://schemas.microsoft.com/office/drawing/2014/main" id="{EFCB53ED-09C0-4AD7-9BBC-366833D5FE0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40" name="Freeform 34">
              <a:extLst>
                <a:ext uri="{FF2B5EF4-FFF2-40B4-BE49-F238E27FC236}">
                  <a16:creationId xmlns:a16="http://schemas.microsoft.com/office/drawing/2014/main" id="{6F309F52-BFCF-47D9-8089-BC049540DB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1" name="Freeform 35">
              <a:extLst>
                <a:ext uri="{FF2B5EF4-FFF2-40B4-BE49-F238E27FC236}">
                  <a16:creationId xmlns:a16="http://schemas.microsoft.com/office/drawing/2014/main" id="{5F9AE85F-C7AA-4761-B468-2E100829B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2" name="Freeform 36">
              <a:extLst>
                <a:ext uri="{FF2B5EF4-FFF2-40B4-BE49-F238E27FC236}">
                  <a16:creationId xmlns:a16="http://schemas.microsoft.com/office/drawing/2014/main" id="{2C81C778-91E5-4AE9-AACB-8566E7A28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3" name="Freeform 37">
              <a:extLst>
                <a:ext uri="{FF2B5EF4-FFF2-40B4-BE49-F238E27FC236}">
                  <a16:creationId xmlns:a16="http://schemas.microsoft.com/office/drawing/2014/main" id="{6C56E0B4-58A0-4B2B-BD56-54121BB8DB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4" name="Freeform 38">
              <a:extLst>
                <a:ext uri="{FF2B5EF4-FFF2-40B4-BE49-F238E27FC236}">
                  <a16:creationId xmlns:a16="http://schemas.microsoft.com/office/drawing/2014/main" id="{88A29CFE-13A6-4509-946F-5C074F856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5" name="Freeform 39">
              <a:extLst>
                <a:ext uri="{FF2B5EF4-FFF2-40B4-BE49-F238E27FC236}">
                  <a16:creationId xmlns:a16="http://schemas.microsoft.com/office/drawing/2014/main" id="{00235A0A-018B-4499-AC16-AF83457BF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6" name="Freeform 40">
              <a:extLst>
                <a:ext uri="{FF2B5EF4-FFF2-40B4-BE49-F238E27FC236}">
                  <a16:creationId xmlns:a16="http://schemas.microsoft.com/office/drawing/2014/main" id="{861DF9B7-50DC-4EBE-8B23-97FE92DBBB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7" name="Freeform 41">
              <a:extLst>
                <a:ext uri="{FF2B5EF4-FFF2-40B4-BE49-F238E27FC236}">
                  <a16:creationId xmlns:a16="http://schemas.microsoft.com/office/drawing/2014/main" id="{69673907-73D7-4729-A911-9BD078EC2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8" name="Freeform 42">
              <a:extLst>
                <a:ext uri="{FF2B5EF4-FFF2-40B4-BE49-F238E27FC236}">
                  <a16:creationId xmlns:a16="http://schemas.microsoft.com/office/drawing/2014/main" id="{4DC844D3-8053-4EE7-A286-50157B6FD8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9" name="Freeform 43">
              <a:extLst>
                <a:ext uri="{FF2B5EF4-FFF2-40B4-BE49-F238E27FC236}">
                  <a16:creationId xmlns:a16="http://schemas.microsoft.com/office/drawing/2014/main" id="{D67575A0-A45A-4773-874C-16370E367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0" name="Freeform 44">
              <a:extLst>
                <a:ext uri="{FF2B5EF4-FFF2-40B4-BE49-F238E27FC236}">
                  <a16:creationId xmlns:a16="http://schemas.microsoft.com/office/drawing/2014/main" id="{4327252B-B62B-4DE0-A924-B7F6E40AD9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1" name="Rectangle 45">
              <a:extLst>
                <a:ext uri="{FF2B5EF4-FFF2-40B4-BE49-F238E27FC236}">
                  <a16:creationId xmlns:a16="http://schemas.microsoft.com/office/drawing/2014/main" id="{778BC6A7-AC19-497B-A7C6-E447B2EBDA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52" name="Freeform 46">
              <a:extLst>
                <a:ext uri="{FF2B5EF4-FFF2-40B4-BE49-F238E27FC236}">
                  <a16:creationId xmlns:a16="http://schemas.microsoft.com/office/drawing/2014/main" id="{4E79A87B-BF1F-437A-9FED-BE93025E50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3" name="Freeform 47">
              <a:extLst>
                <a:ext uri="{FF2B5EF4-FFF2-40B4-BE49-F238E27FC236}">
                  <a16:creationId xmlns:a16="http://schemas.microsoft.com/office/drawing/2014/main" id="{DFAAF3CC-B4E0-45C8-AC2D-EF0D6D823D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4" name="Freeform 48">
              <a:extLst>
                <a:ext uri="{FF2B5EF4-FFF2-40B4-BE49-F238E27FC236}">
                  <a16:creationId xmlns:a16="http://schemas.microsoft.com/office/drawing/2014/main" id="{A5A12C87-1E4A-4664-B2F4-A1C8B656F9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5" name="Freeform 49">
              <a:extLst>
                <a:ext uri="{FF2B5EF4-FFF2-40B4-BE49-F238E27FC236}">
                  <a16:creationId xmlns:a16="http://schemas.microsoft.com/office/drawing/2014/main" id="{B3AF8230-4630-4505-ADDB-16A9B6B377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6" name="Freeform 50">
              <a:extLst>
                <a:ext uri="{FF2B5EF4-FFF2-40B4-BE49-F238E27FC236}">
                  <a16:creationId xmlns:a16="http://schemas.microsoft.com/office/drawing/2014/main" id="{33F93F6D-724D-42F3-AF1D-3081EAB5D1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7" name="Freeform 51">
              <a:extLst>
                <a:ext uri="{FF2B5EF4-FFF2-40B4-BE49-F238E27FC236}">
                  <a16:creationId xmlns:a16="http://schemas.microsoft.com/office/drawing/2014/main" id="{F5DD7A8F-FB67-4E79-80DB-0FAF3A098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8" name="Freeform 52">
              <a:extLst>
                <a:ext uri="{FF2B5EF4-FFF2-40B4-BE49-F238E27FC236}">
                  <a16:creationId xmlns:a16="http://schemas.microsoft.com/office/drawing/2014/main" id="{7B140A84-E89E-4A80-9DF8-7BCA45F90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9" name="Freeform 53">
              <a:extLst>
                <a:ext uri="{FF2B5EF4-FFF2-40B4-BE49-F238E27FC236}">
                  <a16:creationId xmlns:a16="http://schemas.microsoft.com/office/drawing/2014/main" id="{279E1D6A-EFE2-44C6-A5BF-DFADF0DC91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0" name="Freeform 54">
              <a:extLst>
                <a:ext uri="{FF2B5EF4-FFF2-40B4-BE49-F238E27FC236}">
                  <a16:creationId xmlns:a16="http://schemas.microsoft.com/office/drawing/2014/main" id="{C9FA2204-561F-4ABB-988C-03053820F1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1" name="Freeform 55">
              <a:extLst>
                <a:ext uri="{FF2B5EF4-FFF2-40B4-BE49-F238E27FC236}">
                  <a16:creationId xmlns:a16="http://schemas.microsoft.com/office/drawing/2014/main" id="{8BD7D04E-AC0A-424F-BC40-28842DAFF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2" name="Freeform 56">
              <a:extLst>
                <a:ext uri="{FF2B5EF4-FFF2-40B4-BE49-F238E27FC236}">
                  <a16:creationId xmlns:a16="http://schemas.microsoft.com/office/drawing/2014/main" id="{32B616A2-FE09-47DD-B58C-12EE58B7CA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3" name="Freeform 57">
              <a:extLst>
                <a:ext uri="{FF2B5EF4-FFF2-40B4-BE49-F238E27FC236}">
                  <a16:creationId xmlns:a16="http://schemas.microsoft.com/office/drawing/2014/main" id="{08C5EAF5-6064-484E-BA05-80D09D84EA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4" name="Freeform 58">
              <a:extLst>
                <a:ext uri="{FF2B5EF4-FFF2-40B4-BE49-F238E27FC236}">
                  <a16:creationId xmlns:a16="http://schemas.microsoft.com/office/drawing/2014/main" id="{F11D90DF-D275-4725-884C-77E5E01D89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grpSp>
      <p:sp useBgFill="1">
        <p:nvSpPr>
          <p:cNvPr id="66" name="Rectangle 65">
            <a:extLst>
              <a:ext uri="{FF2B5EF4-FFF2-40B4-BE49-F238E27FC236}">
                <a16:creationId xmlns:a16="http://schemas.microsoft.com/office/drawing/2014/main" id="{B7D4B16D-600A-41A1-8B1B-3727C56C0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a:extLst>
              <a:ext uri="{FF2B5EF4-FFF2-40B4-BE49-F238E27FC236}">
                <a16:creationId xmlns:a16="http://schemas.microsoft.com/office/drawing/2014/main" id="{DE7C35E0-BD19-4AFC-81BF-7A7507E9C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60000"/>
            </a:schemeClr>
          </a:solidFill>
          <a:effectLst/>
        </p:grpSpPr>
        <p:sp>
          <p:nvSpPr>
            <p:cNvPr id="69" name="Rectangle 5">
              <a:extLst>
                <a:ext uri="{FF2B5EF4-FFF2-40B4-BE49-F238E27FC236}">
                  <a16:creationId xmlns:a16="http://schemas.microsoft.com/office/drawing/2014/main" id="{1E08D20A-3975-4596-85C6-D4679958628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70" name="Freeform 6">
              <a:extLst>
                <a:ext uri="{FF2B5EF4-FFF2-40B4-BE49-F238E27FC236}">
                  <a16:creationId xmlns:a16="http://schemas.microsoft.com/office/drawing/2014/main" id="{630A9349-BFE4-4720-A229-98DCD3B69F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1" name="Freeform 7">
              <a:extLst>
                <a:ext uri="{FF2B5EF4-FFF2-40B4-BE49-F238E27FC236}">
                  <a16:creationId xmlns:a16="http://schemas.microsoft.com/office/drawing/2014/main" id="{28487744-BBC9-4D40-85B3-0D45003C33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2" name="Rectangle 8">
              <a:extLst>
                <a:ext uri="{FF2B5EF4-FFF2-40B4-BE49-F238E27FC236}">
                  <a16:creationId xmlns:a16="http://schemas.microsoft.com/office/drawing/2014/main" id="{FAD6EF4D-97BD-46B4-9B5B-CD70971DD55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73" name="Freeform 9">
              <a:extLst>
                <a:ext uri="{FF2B5EF4-FFF2-40B4-BE49-F238E27FC236}">
                  <a16:creationId xmlns:a16="http://schemas.microsoft.com/office/drawing/2014/main" id="{210DCC42-11D2-4162-B47A-869B3F6694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4" name="Freeform 10">
              <a:extLst>
                <a:ext uri="{FF2B5EF4-FFF2-40B4-BE49-F238E27FC236}">
                  <a16:creationId xmlns:a16="http://schemas.microsoft.com/office/drawing/2014/main" id="{DE4880D6-6ECE-4F1B-B474-FE3940D04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5" name="Freeform 11">
              <a:extLst>
                <a:ext uri="{FF2B5EF4-FFF2-40B4-BE49-F238E27FC236}">
                  <a16:creationId xmlns:a16="http://schemas.microsoft.com/office/drawing/2014/main" id="{A1A39307-F675-49D2-9E45-28DA2AB5C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6" name="Freeform 12">
              <a:extLst>
                <a:ext uri="{FF2B5EF4-FFF2-40B4-BE49-F238E27FC236}">
                  <a16:creationId xmlns:a16="http://schemas.microsoft.com/office/drawing/2014/main" id="{AC5E23C5-C5D6-4BC3-9531-C0B2D7D29F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7" name="Freeform 13">
              <a:extLst>
                <a:ext uri="{FF2B5EF4-FFF2-40B4-BE49-F238E27FC236}">
                  <a16:creationId xmlns:a16="http://schemas.microsoft.com/office/drawing/2014/main" id="{4D3FC0A7-9672-4B19-8D54-71C3B39F7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8" name="Freeform 14">
              <a:extLst>
                <a:ext uri="{FF2B5EF4-FFF2-40B4-BE49-F238E27FC236}">
                  <a16:creationId xmlns:a16="http://schemas.microsoft.com/office/drawing/2014/main" id="{9911D04C-3FFB-4D1E-8F59-5C02692E3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9" name="Freeform 15">
              <a:extLst>
                <a:ext uri="{FF2B5EF4-FFF2-40B4-BE49-F238E27FC236}">
                  <a16:creationId xmlns:a16="http://schemas.microsoft.com/office/drawing/2014/main" id="{A0178C8F-EF32-4F3D-B022-60A7DE1367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0" name="Freeform 16">
              <a:extLst>
                <a:ext uri="{FF2B5EF4-FFF2-40B4-BE49-F238E27FC236}">
                  <a16:creationId xmlns:a16="http://schemas.microsoft.com/office/drawing/2014/main" id="{EEB2DD25-DE0D-48CE-8218-E4EF12273A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1" name="Freeform 17">
              <a:extLst>
                <a:ext uri="{FF2B5EF4-FFF2-40B4-BE49-F238E27FC236}">
                  <a16:creationId xmlns:a16="http://schemas.microsoft.com/office/drawing/2014/main" id="{13C92E55-66CB-48F7-BF28-5D8ED146B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2" name="Freeform 18">
              <a:extLst>
                <a:ext uri="{FF2B5EF4-FFF2-40B4-BE49-F238E27FC236}">
                  <a16:creationId xmlns:a16="http://schemas.microsoft.com/office/drawing/2014/main" id="{CB0B6C7B-4820-48AB-92AF-896559F009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3" name="Freeform 19">
              <a:extLst>
                <a:ext uri="{FF2B5EF4-FFF2-40B4-BE49-F238E27FC236}">
                  <a16:creationId xmlns:a16="http://schemas.microsoft.com/office/drawing/2014/main" id="{2018EECD-4518-458F-989E-6FCAE5AE0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4" name="Freeform 20">
              <a:extLst>
                <a:ext uri="{FF2B5EF4-FFF2-40B4-BE49-F238E27FC236}">
                  <a16:creationId xmlns:a16="http://schemas.microsoft.com/office/drawing/2014/main" id="{1FB0915F-3C52-468A-87E7-F3EE381DA3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5" name="Freeform 21">
              <a:extLst>
                <a:ext uri="{FF2B5EF4-FFF2-40B4-BE49-F238E27FC236}">
                  <a16:creationId xmlns:a16="http://schemas.microsoft.com/office/drawing/2014/main" id="{7B184771-5A8E-4ED5-9179-24B19F26C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6" name="Freeform 22">
              <a:extLst>
                <a:ext uri="{FF2B5EF4-FFF2-40B4-BE49-F238E27FC236}">
                  <a16:creationId xmlns:a16="http://schemas.microsoft.com/office/drawing/2014/main" id="{BC5162D1-D64C-4FBA-BE86-11B27A7432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7" name="Freeform 23">
              <a:extLst>
                <a:ext uri="{FF2B5EF4-FFF2-40B4-BE49-F238E27FC236}">
                  <a16:creationId xmlns:a16="http://schemas.microsoft.com/office/drawing/2014/main" id="{9EFF345C-6A58-4123-B2D1-2ED9E369124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8" name="Freeform 24">
              <a:extLst>
                <a:ext uri="{FF2B5EF4-FFF2-40B4-BE49-F238E27FC236}">
                  <a16:creationId xmlns:a16="http://schemas.microsoft.com/office/drawing/2014/main" id="{03CE89F7-AE1C-4370-920E-EE04C4124F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9" name="Freeform 25">
              <a:extLst>
                <a:ext uri="{FF2B5EF4-FFF2-40B4-BE49-F238E27FC236}">
                  <a16:creationId xmlns:a16="http://schemas.microsoft.com/office/drawing/2014/main" id="{D6E298F6-F99D-49EF-B614-24D2179C2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0" name="Freeform 26">
              <a:extLst>
                <a:ext uri="{FF2B5EF4-FFF2-40B4-BE49-F238E27FC236}">
                  <a16:creationId xmlns:a16="http://schemas.microsoft.com/office/drawing/2014/main" id="{2424FD35-451D-468C-9EB2-8DA350C124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1" name="Freeform 27">
              <a:extLst>
                <a:ext uri="{FF2B5EF4-FFF2-40B4-BE49-F238E27FC236}">
                  <a16:creationId xmlns:a16="http://schemas.microsoft.com/office/drawing/2014/main" id="{45BC0C6F-B91F-42CC-9046-522FE8223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2" name="Freeform 28">
              <a:extLst>
                <a:ext uri="{FF2B5EF4-FFF2-40B4-BE49-F238E27FC236}">
                  <a16:creationId xmlns:a16="http://schemas.microsoft.com/office/drawing/2014/main" id="{F88AFBEE-A8B5-4B18-B834-5269F6C13C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3" name="Freeform 29">
              <a:extLst>
                <a:ext uri="{FF2B5EF4-FFF2-40B4-BE49-F238E27FC236}">
                  <a16:creationId xmlns:a16="http://schemas.microsoft.com/office/drawing/2014/main" id="{64B0F493-EC69-4C85-87D4-287628231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4" name="Freeform 30">
              <a:extLst>
                <a:ext uri="{FF2B5EF4-FFF2-40B4-BE49-F238E27FC236}">
                  <a16:creationId xmlns:a16="http://schemas.microsoft.com/office/drawing/2014/main" id="{09920E7F-979C-40F6-8FB1-791325A4A4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5" name="Freeform 31">
              <a:extLst>
                <a:ext uri="{FF2B5EF4-FFF2-40B4-BE49-F238E27FC236}">
                  <a16:creationId xmlns:a16="http://schemas.microsoft.com/office/drawing/2014/main" id="{1387BCC3-D7BF-443E-B18C-87B696E64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6" name="Freeform 32">
              <a:extLst>
                <a:ext uri="{FF2B5EF4-FFF2-40B4-BE49-F238E27FC236}">
                  <a16:creationId xmlns:a16="http://schemas.microsoft.com/office/drawing/2014/main" id="{F1C0670D-9FA2-48D7-AFDB-4438ECC3EE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7" name="Rectangle 33">
              <a:extLst>
                <a:ext uri="{FF2B5EF4-FFF2-40B4-BE49-F238E27FC236}">
                  <a16:creationId xmlns:a16="http://schemas.microsoft.com/office/drawing/2014/main" id="{34088C0C-CAD1-4E66-A162-1D7020365B6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98" name="Freeform 34">
              <a:extLst>
                <a:ext uri="{FF2B5EF4-FFF2-40B4-BE49-F238E27FC236}">
                  <a16:creationId xmlns:a16="http://schemas.microsoft.com/office/drawing/2014/main" id="{B8C224A6-72B4-4763-B708-65A321D0D6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9" name="Freeform 35">
              <a:extLst>
                <a:ext uri="{FF2B5EF4-FFF2-40B4-BE49-F238E27FC236}">
                  <a16:creationId xmlns:a16="http://schemas.microsoft.com/office/drawing/2014/main" id="{2EE3A964-523C-470B-8B10-09053452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0" name="Freeform 36">
              <a:extLst>
                <a:ext uri="{FF2B5EF4-FFF2-40B4-BE49-F238E27FC236}">
                  <a16:creationId xmlns:a16="http://schemas.microsoft.com/office/drawing/2014/main" id="{1B87487E-C0EA-4E2A-8FC0-3D4C4F0177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1" name="Freeform 37">
              <a:extLst>
                <a:ext uri="{FF2B5EF4-FFF2-40B4-BE49-F238E27FC236}">
                  <a16:creationId xmlns:a16="http://schemas.microsoft.com/office/drawing/2014/main" id="{D8B57E7E-D885-4A0B-BBA0-E3BC3A68CD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2" name="Freeform 38">
              <a:extLst>
                <a:ext uri="{FF2B5EF4-FFF2-40B4-BE49-F238E27FC236}">
                  <a16:creationId xmlns:a16="http://schemas.microsoft.com/office/drawing/2014/main" id="{6FB84573-B84B-4571-A6E5-91CD308E7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3" name="Freeform 39">
              <a:extLst>
                <a:ext uri="{FF2B5EF4-FFF2-40B4-BE49-F238E27FC236}">
                  <a16:creationId xmlns:a16="http://schemas.microsoft.com/office/drawing/2014/main" id="{7EE5EE00-E139-4AB9-ACFC-5E39CFA95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4" name="Freeform 40">
              <a:extLst>
                <a:ext uri="{FF2B5EF4-FFF2-40B4-BE49-F238E27FC236}">
                  <a16:creationId xmlns:a16="http://schemas.microsoft.com/office/drawing/2014/main" id="{5A38A6AA-6753-4EFE-94BB-96DF739758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5" name="Freeform 41">
              <a:extLst>
                <a:ext uri="{FF2B5EF4-FFF2-40B4-BE49-F238E27FC236}">
                  <a16:creationId xmlns:a16="http://schemas.microsoft.com/office/drawing/2014/main" id="{506AB599-570B-4547-97F4-F2C672301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6" name="Freeform 42">
              <a:extLst>
                <a:ext uri="{FF2B5EF4-FFF2-40B4-BE49-F238E27FC236}">
                  <a16:creationId xmlns:a16="http://schemas.microsoft.com/office/drawing/2014/main" id="{9AFDEA1E-DBAB-4507-8D36-786F19A85B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7" name="Freeform 43">
              <a:extLst>
                <a:ext uri="{FF2B5EF4-FFF2-40B4-BE49-F238E27FC236}">
                  <a16:creationId xmlns:a16="http://schemas.microsoft.com/office/drawing/2014/main" id="{C824D6F7-0BDF-4C8C-869D-BDDEB0764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8" name="Freeform 44">
              <a:extLst>
                <a:ext uri="{FF2B5EF4-FFF2-40B4-BE49-F238E27FC236}">
                  <a16:creationId xmlns:a16="http://schemas.microsoft.com/office/drawing/2014/main" id="{6953C491-AE0F-4D2B-9474-18D5E8B5D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9" name="Rectangle 45">
              <a:extLst>
                <a:ext uri="{FF2B5EF4-FFF2-40B4-BE49-F238E27FC236}">
                  <a16:creationId xmlns:a16="http://schemas.microsoft.com/office/drawing/2014/main" id="{5B956350-9BDD-4090-B2B6-12C13D1CE27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10" name="Freeform 46">
              <a:extLst>
                <a:ext uri="{FF2B5EF4-FFF2-40B4-BE49-F238E27FC236}">
                  <a16:creationId xmlns:a16="http://schemas.microsoft.com/office/drawing/2014/main" id="{ECE31E80-E354-44C3-81E0-4E3E41DDF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1" name="Freeform 47">
              <a:extLst>
                <a:ext uri="{FF2B5EF4-FFF2-40B4-BE49-F238E27FC236}">
                  <a16:creationId xmlns:a16="http://schemas.microsoft.com/office/drawing/2014/main" id="{9DFA35DB-5360-405A-A7EB-064E51FBC0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2" name="Freeform 48">
              <a:extLst>
                <a:ext uri="{FF2B5EF4-FFF2-40B4-BE49-F238E27FC236}">
                  <a16:creationId xmlns:a16="http://schemas.microsoft.com/office/drawing/2014/main" id="{2DA499BD-4313-4AD1-BE87-4BEF50FEC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3" name="Freeform 49">
              <a:extLst>
                <a:ext uri="{FF2B5EF4-FFF2-40B4-BE49-F238E27FC236}">
                  <a16:creationId xmlns:a16="http://schemas.microsoft.com/office/drawing/2014/main" id="{680E4C6D-12D1-417A-A709-EC416D98FA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4" name="Freeform 50">
              <a:extLst>
                <a:ext uri="{FF2B5EF4-FFF2-40B4-BE49-F238E27FC236}">
                  <a16:creationId xmlns:a16="http://schemas.microsoft.com/office/drawing/2014/main" id="{C93537B4-09B6-4CC6-92DE-3D3BDAC7A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5" name="Freeform 51">
              <a:extLst>
                <a:ext uri="{FF2B5EF4-FFF2-40B4-BE49-F238E27FC236}">
                  <a16:creationId xmlns:a16="http://schemas.microsoft.com/office/drawing/2014/main" id="{5D100FC5-9EA8-4DA7-AFA4-BC60831FD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6" name="Freeform 52">
              <a:extLst>
                <a:ext uri="{FF2B5EF4-FFF2-40B4-BE49-F238E27FC236}">
                  <a16:creationId xmlns:a16="http://schemas.microsoft.com/office/drawing/2014/main" id="{3F10D757-6A3B-4314-9755-419B3738E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7" name="Freeform 53">
              <a:extLst>
                <a:ext uri="{FF2B5EF4-FFF2-40B4-BE49-F238E27FC236}">
                  <a16:creationId xmlns:a16="http://schemas.microsoft.com/office/drawing/2014/main" id="{28A4D881-D08B-4AAF-866D-7C31601126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8" name="Freeform 54">
              <a:extLst>
                <a:ext uri="{FF2B5EF4-FFF2-40B4-BE49-F238E27FC236}">
                  <a16:creationId xmlns:a16="http://schemas.microsoft.com/office/drawing/2014/main" id="{A666F3F8-571E-483F-9B9F-31EDB91A9C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9" name="Freeform 55">
              <a:extLst>
                <a:ext uri="{FF2B5EF4-FFF2-40B4-BE49-F238E27FC236}">
                  <a16:creationId xmlns:a16="http://schemas.microsoft.com/office/drawing/2014/main" id="{18305C0F-0A00-450D-92A1-313C724398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20" name="Freeform 56">
              <a:extLst>
                <a:ext uri="{FF2B5EF4-FFF2-40B4-BE49-F238E27FC236}">
                  <a16:creationId xmlns:a16="http://schemas.microsoft.com/office/drawing/2014/main" id="{9A5635D8-CCB7-4D16-BB87-B1BC1AC97D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21" name="Freeform 57">
              <a:extLst>
                <a:ext uri="{FF2B5EF4-FFF2-40B4-BE49-F238E27FC236}">
                  <a16:creationId xmlns:a16="http://schemas.microsoft.com/office/drawing/2014/main" id="{7C10A784-B5EE-4486-96E7-3CC72B93A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22" name="Freeform 58">
              <a:extLst>
                <a:ext uri="{FF2B5EF4-FFF2-40B4-BE49-F238E27FC236}">
                  <a16:creationId xmlns:a16="http://schemas.microsoft.com/office/drawing/2014/main" id="{AE5FA7CA-916C-4A34-A727-E0289D891A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124" name="Picture 2">
            <a:extLst>
              <a:ext uri="{FF2B5EF4-FFF2-40B4-BE49-F238E27FC236}">
                <a16:creationId xmlns:a16="http://schemas.microsoft.com/office/drawing/2014/main" id="{51039561-92F9-40EE-900B-6AA0F58042A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3" y="9525"/>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p:cNvSpPr>
            <a:spLocks noGrp="1"/>
          </p:cNvSpPr>
          <p:nvPr>
            <p:ph type="title"/>
          </p:nvPr>
        </p:nvSpPr>
        <p:spPr>
          <a:xfrm>
            <a:off x="2043113" y="1122363"/>
            <a:ext cx="4527929" cy="4287836"/>
          </a:xfrm>
        </p:spPr>
        <p:txBody>
          <a:bodyPr vert="horz" lIns="91440" tIns="45720" rIns="91440" bIns="45720" rtlCol="0" anchor="ctr">
            <a:normAutofit/>
          </a:bodyPr>
          <a:lstStyle/>
          <a:p>
            <a:pPr algn="r"/>
            <a:r>
              <a:rPr lang="en-US" sz="6000"/>
              <a:t>DDD in one sentence</a:t>
            </a:r>
          </a:p>
        </p:txBody>
      </p:sp>
      <p:sp>
        <p:nvSpPr>
          <p:cNvPr id="3" name="Content Placeholder 2"/>
          <p:cNvSpPr>
            <a:spLocks noGrp="1"/>
          </p:cNvSpPr>
          <p:nvPr>
            <p:ph idx="1"/>
          </p:nvPr>
        </p:nvSpPr>
        <p:spPr>
          <a:xfrm>
            <a:off x="7851631" y="1122363"/>
            <a:ext cx="2816368" cy="4287834"/>
          </a:xfrm>
        </p:spPr>
        <p:txBody>
          <a:bodyPr vert="horz" lIns="91440" tIns="45720" rIns="91440" bIns="45720" rtlCol="0" anchor="ctr">
            <a:normAutofit/>
          </a:bodyPr>
          <a:lstStyle/>
          <a:p>
            <a:pPr marL="0" indent="0">
              <a:buNone/>
            </a:pPr>
            <a:r>
              <a:rPr lang="en-US" cap="all">
                <a:solidFill>
                  <a:schemeClr val="tx2"/>
                </a:solidFill>
              </a:rPr>
              <a:t>Model the domain, use shared language, and keep boundaries explicit</a:t>
            </a:r>
          </a:p>
        </p:txBody>
      </p:sp>
      <p:cxnSp>
        <p:nvCxnSpPr>
          <p:cNvPr id="126" name="Straight Connector 125">
            <a:extLst>
              <a:ext uri="{FF2B5EF4-FFF2-40B4-BE49-F238E27FC236}">
                <a16:creationId xmlns:a16="http://schemas.microsoft.com/office/drawing/2014/main" id="{D902DA06-324A-48CE-8C20-94535480A6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133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Strategic vs Tactical DDD</a:t>
            </a:r>
          </a:p>
        </p:txBody>
      </p:sp>
      <p:graphicFrame>
        <p:nvGraphicFramePr>
          <p:cNvPr id="5" name="Content Placeholder 2">
            <a:extLst>
              <a:ext uri="{FF2B5EF4-FFF2-40B4-BE49-F238E27FC236}">
                <a16:creationId xmlns:a16="http://schemas.microsoft.com/office/drawing/2014/main" id="{322B97D5-3F76-BA0E-2AF9-0CCB6A829EA1}"/>
              </a:ext>
            </a:extLst>
          </p:cNvPr>
          <p:cNvGraphicFramePr>
            <a:graphicFrameLocks noGrp="1"/>
          </p:cNvGraphicFramePr>
          <p:nvPr>
            <p:ph idx="1"/>
          </p:nvPr>
        </p:nvGraphicFramePr>
        <p:xfrm>
          <a:off x="1141412" y="2249487"/>
          <a:ext cx="9905999" cy="35417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270675-9512-4978-8583-36659256E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Key idea: the 'Model'</a:t>
            </a:r>
          </a:p>
        </p:txBody>
      </p:sp>
      <p:graphicFrame>
        <p:nvGraphicFramePr>
          <p:cNvPr id="5" name="Content Placeholder 2">
            <a:extLst>
              <a:ext uri="{FF2B5EF4-FFF2-40B4-BE49-F238E27FC236}">
                <a16:creationId xmlns:a16="http://schemas.microsoft.com/office/drawing/2014/main" id="{7B1A8BC3-66BE-391C-B263-F14ACE8EDF6D}"/>
              </a:ext>
            </a:extLst>
          </p:cNvPr>
          <p:cNvGraphicFramePr>
            <a:graphicFrameLocks noGrp="1"/>
          </p:cNvGraphicFramePr>
          <p:nvPr>
            <p:ph idx="1"/>
            <p:extLst>
              <p:ext uri="{D42A27DB-BD31-4B8C-83A1-F6EECF244321}">
                <p14:modId xmlns:p14="http://schemas.microsoft.com/office/powerpoint/2010/main" val="499851196"/>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itle 1"/>
          <p:cNvSpPr>
            <a:spLocks noGrp="1"/>
          </p:cNvSpPr>
          <p:nvPr>
            <p:ph type="title"/>
          </p:nvPr>
        </p:nvSpPr>
        <p:spPr>
          <a:xfrm>
            <a:off x="4996697" y="618518"/>
            <a:ext cx="6050713" cy="1478570"/>
          </a:xfrm>
        </p:spPr>
        <p:txBody>
          <a:bodyPr>
            <a:normAutofit/>
          </a:bodyPr>
          <a:lstStyle/>
          <a:p>
            <a:r>
              <a:t>Ubiquitous Language</a:t>
            </a:r>
          </a:p>
        </p:txBody>
      </p:sp>
      <p:pic>
        <p:nvPicPr>
          <p:cNvPr id="5" name="Picture 4" descr="Computer script on a screen">
            <a:extLst>
              <a:ext uri="{FF2B5EF4-FFF2-40B4-BE49-F238E27FC236}">
                <a16:creationId xmlns:a16="http://schemas.microsoft.com/office/drawing/2014/main" id="{2748F83E-F1A5-C000-11A1-02367275D119}"/>
              </a:ext>
            </a:extLst>
          </p:cNvPr>
          <p:cNvPicPr>
            <a:picLocks noChangeAspect="1"/>
          </p:cNvPicPr>
          <p:nvPr/>
        </p:nvPicPr>
        <p:blipFill>
          <a:blip r:embed="rId5"/>
          <a:srcRect l="7554" r="47326" b="-1"/>
          <a:stretch>
            <a:fillRect/>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grpSp>
      <p:sp>
        <p:nvSpPr>
          <p:cNvPr id="3" name="Content Placeholder 2"/>
          <p:cNvSpPr>
            <a:spLocks noGrp="1"/>
          </p:cNvSpPr>
          <p:nvPr>
            <p:ph idx="1"/>
          </p:nvPr>
        </p:nvSpPr>
        <p:spPr>
          <a:xfrm>
            <a:off x="4968958" y="2249487"/>
            <a:ext cx="6078453" cy="3541714"/>
          </a:xfrm>
        </p:spPr>
        <p:txBody>
          <a:bodyPr>
            <a:normAutofit/>
          </a:bodyPr>
          <a:lstStyle/>
          <a:p>
            <a:r>
              <a:rPr lang="en-US"/>
              <a:t>Shared language between devs and domain experts</a:t>
            </a:r>
          </a:p>
          <a:p>
            <a:r>
              <a:rPr lang="en-US"/>
              <a:t>Use it in code, tests, docs, APIs</a:t>
            </a:r>
          </a:p>
          <a:p>
            <a:r>
              <a:rPr lang="en-US"/>
              <a:t>Avoid vague names like ProcessData(), DoThing()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How to build Ubiquitous Language</a:t>
            </a:r>
          </a:p>
        </p:txBody>
      </p:sp>
      <p:graphicFrame>
        <p:nvGraphicFramePr>
          <p:cNvPr id="5" name="Content Placeholder 2">
            <a:extLst>
              <a:ext uri="{FF2B5EF4-FFF2-40B4-BE49-F238E27FC236}">
                <a16:creationId xmlns:a16="http://schemas.microsoft.com/office/drawing/2014/main" id="{505EF1E6-4C24-5F65-D42D-375E8C1BF96F}"/>
              </a:ext>
            </a:extLst>
          </p:cNvPr>
          <p:cNvGraphicFramePr>
            <a:graphicFrameLocks noGrp="1"/>
          </p:cNvGraphicFramePr>
          <p:nvPr>
            <p:ph idx="1"/>
          </p:nvPr>
        </p:nvGraphicFramePr>
        <p:xfrm>
          <a:off x="1141412" y="2249487"/>
          <a:ext cx="9905999" cy="35417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Subdomains</a:t>
            </a:r>
          </a:p>
        </p:txBody>
      </p:sp>
      <p:graphicFrame>
        <p:nvGraphicFramePr>
          <p:cNvPr id="5" name="Content Placeholder 2">
            <a:extLst>
              <a:ext uri="{FF2B5EF4-FFF2-40B4-BE49-F238E27FC236}">
                <a16:creationId xmlns:a16="http://schemas.microsoft.com/office/drawing/2014/main" id="{ED32EC81-ABDA-8ACA-F014-F16BF0B99CB7}"/>
              </a:ext>
            </a:extLst>
          </p:cNvPr>
          <p:cNvGraphicFramePr>
            <a:graphicFrameLocks noGrp="1"/>
          </p:cNvGraphicFramePr>
          <p:nvPr>
            <p:ph idx="1"/>
            <p:extLst>
              <p:ext uri="{D42A27DB-BD31-4B8C-83A1-F6EECF244321}">
                <p14:modId xmlns:p14="http://schemas.microsoft.com/office/powerpoint/2010/main" val="3475780566"/>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1141413" y="1082673"/>
            <a:ext cx="2869416" cy="4708528"/>
          </a:xfrm>
        </p:spPr>
        <p:txBody>
          <a:bodyPr>
            <a:normAutofit/>
          </a:bodyPr>
          <a:lstStyle/>
          <a:p>
            <a:pPr algn="r"/>
            <a:r>
              <a:rPr lang="en-US" sz="3700"/>
              <a:t>Core vs Supporting vs Generic</a:t>
            </a:r>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297763" y="1082673"/>
            <a:ext cx="5751237" cy="4708528"/>
          </a:xfrm>
        </p:spPr>
        <p:txBody>
          <a:bodyPr anchor="ctr">
            <a:normAutofit/>
          </a:bodyPr>
          <a:lstStyle/>
          <a:p>
            <a:r>
              <a:rPr lang="en-US" sz="1800"/>
              <a:t>Core</a:t>
            </a:r>
          </a:p>
          <a:p>
            <a:pPr lvl="1"/>
            <a:r>
              <a:rPr lang="en-US" sz="1800"/>
              <a:t>Competitive advantage; invest heavily</a:t>
            </a:r>
          </a:p>
          <a:p>
            <a:r>
              <a:rPr lang="en-US" sz="1800"/>
              <a:t>Supporting</a:t>
            </a:r>
          </a:p>
          <a:p>
            <a:pPr lvl="1"/>
            <a:r>
              <a:rPr lang="en-US" sz="1800"/>
              <a:t>Necessary but not unique; keep it clean</a:t>
            </a:r>
          </a:p>
          <a:p>
            <a:r>
              <a:rPr lang="en-US" sz="1800"/>
              <a:t>Generic</a:t>
            </a:r>
          </a:p>
          <a:p>
            <a:pPr lvl="1"/>
            <a:r>
              <a:rPr lang="en-US" sz="1800"/>
              <a:t>Solved elsewhere; buy/borrow if possible</a:t>
            </a:r>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B9C16B-AC4A-44ED-9075-F76549B46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2A2FEB6-F419-4684-9ABC-9E32E012E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2" name="Rectangle 5">
              <a:extLst>
                <a:ext uri="{FF2B5EF4-FFF2-40B4-BE49-F238E27FC236}">
                  <a16:creationId xmlns:a16="http://schemas.microsoft.com/office/drawing/2014/main" id="{21E24A15-28D6-4CEB-9268-0BB0BEEAF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3" name="Freeform 6">
              <a:extLst>
                <a:ext uri="{FF2B5EF4-FFF2-40B4-BE49-F238E27FC236}">
                  <a16:creationId xmlns:a16="http://schemas.microsoft.com/office/drawing/2014/main" id="{4345933F-9633-4510-90E1-08B0E2A19E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7">
              <a:extLst>
                <a:ext uri="{FF2B5EF4-FFF2-40B4-BE49-F238E27FC236}">
                  <a16:creationId xmlns:a16="http://schemas.microsoft.com/office/drawing/2014/main" id="{C68A48FB-1BE4-4053-A76F-5A5511BA0E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8">
              <a:extLst>
                <a:ext uri="{FF2B5EF4-FFF2-40B4-BE49-F238E27FC236}">
                  <a16:creationId xmlns:a16="http://schemas.microsoft.com/office/drawing/2014/main" id="{8149777B-6A9F-4C95-BF44-F9646450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9">
              <a:extLst>
                <a:ext uri="{FF2B5EF4-FFF2-40B4-BE49-F238E27FC236}">
                  <a16:creationId xmlns:a16="http://schemas.microsoft.com/office/drawing/2014/main" id="{0654845E-622A-4AD3-8F3A-6E1DEAB5FC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0">
              <a:extLst>
                <a:ext uri="{FF2B5EF4-FFF2-40B4-BE49-F238E27FC236}">
                  <a16:creationId xmlns:a16="http://schemas.microsoft.com/office/drawing/2014/main" id="{DF1C0739-3D08-4C83-857E-B0724A6E8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1">
              <a:extLst>
                <a:ext uri="{FF2B5EF4-FFF2-40B4-BE49-F238E27FC236}">
                  <a16:creationId xmlns:a16="http://schemas.microsoft.com/office/drawing/2014/main" id="{D235EAA0-7D5A-453A-9643-EE7A4954E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2">
              <a:extLst>
                <a:ext uri="{FF2B5EF4-FFF2-40B4-BE49-F238E27FC236}">
                  <a16:creationId xmlns:a16="http://schemas.microsoft.com/office/drawing/2014/main" id="{94C6FB7C-72DE-42DE-8F58-CCE9B8F556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3">
              <a:extLst>
                <a:ext uri="{FF2B5EF4-FFF2-40B4-BE49-F238E27FC236}">
                  <a16:creationId xmlns:a16="http://schemas.microsoft.com/office/drawing/2014/main" id="{FE31E0FE-EC8D-4EA7-BD9D-02F8C54FDB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4">
              <a:extLst>
                <a:ext uri="{FF2B5EF4-FFF2-40B4-BE49-F238E27FC236}">
                  <a16:creationId xmlns:a16="http://schemas.microsoft.com/office/drawing/2014/main" id="{69FE4B12-13E0-48F9-9E18-66406B8D3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15">
              <a:extLst>
                <a:ext uri="{FF2B5EF4-FFF2-40B4-BE49-F238E27FC236}">
                  <a16:creationId xmlns:a16="http://schemas.microsoft.com/office/drawing/2014/main" id="{87FAADC3-B321-43EE-B8F3-2842D84098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Line 16">
              <a:extLst>
                <a:ext uri="{FF2B5EF4-FFF2-40B4-BE49-F238E27FC236}">
                  <a16:creationId xmlns:a16="http://schemas.microsoft.com/office/drawing/2014/main" id="{90461464-1683-402F-A72B-8558CC67774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4" name="Freeform 17">
              <a:extLst>
                <a:ext uri="{FF2B5EF4-FFF2-40B4-BE49-F238E27FC236}">
                  <a16:creationId xmlns:a16="http://schemas.microsoft.com/office/drawing/2014/main" id="{70F594E7-32D0-45B9-A3CF-636CF6FCB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8">
              <a:extLst>
                <a:ext uri="{FF2B5EF4-FFF2-40B4-BE49-F238E27FC236}">
                  <a16:creationId xmlns:a16="http://schemas.microsoft.com/office/drawing/2014/main" id="{8AEF60E1-26C2-4E3C-B839-347DDD23C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19">
              <a:extLst>
                <a:ext uri="{FF2B5EF4-FFF2-40B4-BE49-F238E27FC236}">
                  <a16:creationId xmlns:a16="http://schemas.microsoft.com/office/drawing/2014/main" id="{792FE54B-EE9D-4E57-B6BC-6A9196BE8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20">
              <a:extLst>
                <a:ext uri="{FF2B5EF4-FFF2-40B4-BE49-F238E27FC236}">
                  <a16:creationId xmlns:a16="http://schemas.microsoft.com/office/drawing/2014/main" id="{72BE56DF-619D-463E-8F88-CABA09DA88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Rectangle 21">
              <a:extLst>
                <a:ext uri="{FF2B5EF4-FFF2-40B4-BE49-F238E27FC236}">
                  <a16:creationId xmlns:a16="http://schemas.microsoft.com/office/drawing/2014/main" id="{C7430457-1935-4BBF-A6A7-7C3125A02E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9" name="Freeform 22">
              <a:extLst>
                <a:ext uri="{FF2B5EF4-FFF2-40B4-BE49-F238E27FC236}">
                  <a16:creationId xmlns:a16="http://schemas.microsoft.com/office/drawing/2014/main" id="{BB006150-E547-4E84-A2B1-59131F3D5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3">
              <a:extLst>
                <a:ext uri="{FF2B5EF4-FFF2-40B4-BE49-F238E27FC236}">
                  <a16:creationId xmlns:a16="http://schemas.microsoft.com/office/drawing/2014/main" id="{5A8CD074-956B-41A4-870B-001554B69B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4">
              <a:extLst>
                <a:ext uri="{FF2B5EF4-FFF2-40B4-BE49-F238E27FC236}">
                  <a16:creationId xmlns:a16="http://schemas.microsoft.com/office/drawing/2014/main" id="{070C253B-974E-459F-AD0B-705722482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5">
              <a:extLst>
                <a:ext uri="{FF2B5EF4-FFF2-40B4-BE49-F238E27FC236}">
                  <a16:creationId xmlns:a16="http://schemas.microsoft.com/office/drawing/2014/main" id="{BBC07B3D-A631-44EA-861A-7D80383A10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6">
              <a:extLst>
                <a:ext uri="{FF2B5EF4-FFF2-40B4-BE49-F238E27FC236}">
                  <a16:creationId xmlns:a16="http://schemas.microsoft.com/office/drawing/2014/main" id="{32039DC6-B4CF-4A5A-8D17-3A568D12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7">
              <a:extLst>
                <a:ext uri="{FF2B5EF4-FFF2-40B4-BE49-F238E27FC236}">
                  <a16:creationId xmlns:a16="http://schemas.microsoft.com/office/drawing/2014/main" id="{99E0C81F-5D8D-4AF8-BDE5-4DF75868F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8">
              <a:extLst>
                <a:ext uri="{FF2B5EF4-FFF2-40B4-BE49-F238E27FC236}">
                  <a16:creationId xmlns:a16="http://schemas.microsoft.com/office/drawing/2014/main" id="{0D946680-855C-41EC-BBA2-61F6F776E5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9">
              <a:extLst>
                <a:ext uri="{FF2B5EF4-FFF2-40B4-BE49-F238E27FC236}">
                  <a16:creationId xmlns:a16="http://schemas.microsoft.com/office/drawing/2014/main" id="{E6FAD9E8-6E13-45A0-A5D6-8BCAD27B40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0">
              <a:extLst>
                <a:ext uri="{FF2B5EF4-FFF2-40B4-BE49-F238E27FC236}">
                  <a16:creationId xmlns:a16="http://schemas.microsoft.com/office/drawing/2014/main" id="{0CCBC8FA-0581-454F-9FD1-6B6102A1A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31">
              <a:extLst>
                <a:ext uri="{FF2B5EF4-FFF2-40B4-BE49-F238E27FC236}">
                  <a16:creationId xmlns:a16="http://schemas.microsoft.com/office/drawing/2014/main" id="{5D6C328F-65A5-41E8-86E9-E4E638CC3B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40" name="Picture 2">
            <a:extLst>
              <a:ext uri="{FF2B5EF4-FFF2-40B4-BE49-F238E27FC236}">
                <a16:creationId xmlns:a16="http://schemas.microsoft.com/office/drawing/2014/main" id="{3E94A106-9341-485C-9057-9D62B2BD08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42" name="Rectangle 41">
            <a:extLst>
              <a:ext uri="{FF2B5EF4-FFF2-40B4-BE49-F238E27FC236}">
                <a16:creationId xmlns:a16="http://schemas.microsoft.com/office/drawing/2014/main" id="{B53044DC-4918-43DA-B49D-91673C6C94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1DCE6B36-1420-43AB-86CF-4E653A517B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45" name="Rectangle 5">
              <a:extLst>
                <a:ext uri="{FF2B5EF4-FFF2-40B4-BE49-F238E27FC236}">
                  <a16:creationId xmlns:a16="http://schemas.microsoft.com/office/drawing/2014/main" id="{72626E0B-9628-468E-A713-011C02F60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46" name="Freeform 6">
              <a:extLst>
                <a:ext uri="{FF2B5EF4-FFF2-40B4-BE49-F238E27FC236}">
                  <a16:creationId xmlns:a16="http://schemas.microsoft.com/office/drawing/2014/main" id="{93F7977A-BD91-4B0D-9A8D-372DB67AD8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7">
              <a:extLst>
                <a:ext uri="{FF2B5EF4-FFF2-40B4-BE49-F238E27FC236}">
                  <a16:creationId xmlns:a16="http://schemas.microsoft.com/office/drawing/2014/main" id="{9FEE6A56-01A1-404D-864E-1C2587C9AF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8">
              <a:extLst>
                <a:ext uri="{FF2B5EF4-FFF2-40B4-BE49-F238E27FC236}">
                  <a16:creationId xmlns:a16="http://schemas.microsoft.com/office/drawing/2014/main" id="{E74DBBF2-EF6F-4E3E-B183-F8EEE7609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9">
              <a:extLst>
                <a:ext uri="{FF2B5EF4-FFF2-40B4-BE49-F238E27FC236}">
                  <a16:creationId xmlns:a16="http://schemas.microsoft.com/office/drawing/2014/main" id="{ABCF0F27-B056-474C-A0FB-1DB747A92F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10">
              <a:extLst>
                <a:ext uri="{FF2B5EF4-FFF2-40B4-BE49-F238E27FC236}">
                  <a16:creationId xmlns:a16="http://schemas.microsoft.com/office/drawing/2014/main" id="{0A0A5B7B-BA2A-45CC-AABE-9D5B08A5D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Freeform 11">
              <a:extLst>
                <a:ext uri="{FF2B5EF4-FFF2-40B4-BE49-F238E27FC236}">
                  <a16:creationId xmlns:a16="http://schemas.microsoft.com/office/drawing/2014/main" id="{3C9A5D2B-1787-4954-9108-B9D497A87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2" name="Freeform 12">
              <a:extLst>
                <a:ext uri="{FF2B5EF4-FFF2-40B4-BE49-F238E27FC236}">
                  <a16:creationId xmlns:a16="http://schemas.microsoft.com/office/drawing/2014/main" id="{818C4F8B-7556-49A7-83C6-C8F631F6A9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3" name="Freeform 13">
              <a:extLst>
                <a:ext uri="{FF2B5EF4-FFF2-40B4-BE49-F238E27FC236}">
                  <a16:creationId xmlns:a16="http://schemas.microsoft.com/office/drawing/2014/main" id="{22BED614-D078-47EA-9C72-190217FDD5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4" name="Freeform 14">
              <a:extLst>
                <a:ext uri="{FF2B5EF4-FFF2-40B4-BE49-F238E27FC236}">
                  <a16:creationId xmlns:a16="http://schemas.microsoft.com/office/drawing/2014/main" id="{73DE0BF2-86D7-4038-AC4B-AF0F116A5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5" name="Freeform 15">
              <a:extLst>
                <a:ext uri="{FF2B5EF4-FFF2-40B4-BE49-F238E27FC236}">
                  <a16:creationId xmlns:a16="http://schemas.microsoft.com/office/drawing/2014/main" id="{11D8BB55-D027-420C-9EF9-49B3BA79DC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6" name="Line 16">
              <a:extLst>
                <a:ext uri="{FF2B5EF4-FFF2-40B4-BE49-F238E27FC236}">
                  <a16:creationId xmlns:a16="http://schemas.microsoft.com/office/drawing/2014/main" id="{3FAEF5CE-07ED-46A7-9777-D86C7071958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57" name="Freeform 17">
              <a:extLst>
                <a:ext uri="{FF2B5EF4-FFF2-40B4-BE49-F238E27FC236}">
                  <a16:creationId xmlns:a16="http://schemas.microsoft.com/office/drawing/2014/main" id="{29CAFB1A-357C-4313-B734-1CD4E4F9D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8" name="Freeform 18">
              <a:extLst>
                <a:ext uri="{FF2B5EF4-FFF2-40B4-BE49-F238E27FC236}">
                  <a16:creationId xmlns:a16="http://schemas.microsoft.com/office/drawing/2014/main" id="{653161D3-8634-4BB7-A2BC-028C4EAA1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9" name="Freeform 19">
              <a:extLst>
                <a:ext uri="{FF2B5EF4-FFF2-40B4-BE49-F238E27FC236}">
                  <a16:creationId xmlns:a16="http://schemas.microsoft.com/office/drawing/2014/main" id="{9537546A-6FF1-408B-AFE2-BBF7D3482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0" name="Freeform 20">
              <a:extLst>
                <a:ext uri="{FF2B5EF4-FFF2-40B4-BE49-F238E27FC236}">
                  <a16:creationId xmlns:a16="http://schemas.microsoft.com/office/drawing/2014/main" id="{F73EE662-79B7-404B-B1B8-0E096BE4CD6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1" name="Rectangle 21">
              <a:extLst>
                <a:ext uri="{FF2B5EF4-FFF2-40B4-BE49-F238E27FC236}">
                  <a16:creationId xmlns:a16="http://schemas.microsoft.com/office/drawing/2014/main" id="{B6DDB906-1F52-4D64-8493-4816EDDD34C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62" name="Freeform 22">
              <a:extLst>
                <a:ext uri="{FF2B5EF4-FFF2-40B4-BE49-F238E27FC236}">
                  <a16:creationId xmlns:a16="http://schemas.microsoft.com/office/drawing/2014/main" id="{4FA472A5-ABEA-4961-897B-7EB96AF09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3" name="Freeform 23">
              <a:extLst>
                <a:ext uri="{FF2B5EF4-FFF2-40B4-BE49-F238E27FC236}">
                  <a16:creationId xmlns:a16="http://schemas.microsoft.com/office/drawing/2014/main" id="{54226E99-C38F-4456-A1F8-8897483FD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4" name="Freeform 24">
              <a:extLst>
                <a:ext uri="{FF2B5EF4-FFF2-40B4-BE49-F238E27FC236}">
                  <a16:creationId xmlns:a16="http://schemas.microsoft.com/office/drawing/2014/main" id="{0A4A0196-A383-4629-B9A5-9C87E846C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5" name="Freeform 25">
              <a:extLst>
                <a:ext uri="{FF2B5EF4-FFF2-40B4-BE49-F238E27FC236}">
                  <a16:creationId xmlns:a16="http://schemas.microsoft.com/office/drawing/2014/main" id="{BA5E608D-2E7B-4662-A9A0-18D4E0F0DC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6" name="Freeform 26">
              <a:extLst>
                <a:ext uri="{FF2B5EF4-FFF2-40B4-BE49-F238E27FC236}">
                  <a16:creationId xmlns:a16="http://schemas.microsoft.com/office/drawing/2014/main" id="{5E211F37-790F-4BD7-B055-022AE0C2E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7" name="Freeform 27">
              <a:extLst>
                <a:ext uri="{FF2B5EF4-FFF2-40B4-BE49-F238E27FC236}">
                  <a16:creationId xmlns:a16="http://schemas.microsoft.com/office/drawing/2014/main" id="{96F375D0-232A-490A-9499-CB5FBA3F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8" name="Freeform 28">
              <a:extLst>
                <a:ext uri="{FF2B5EF4-FFF2-40B4-BE49-F238E27FC236}">
                  <a16:creationId xmlns:a16="http://schemas.microsoft.com/office/drawing/2014/main" id="{6B33B423-FD0F-4780-A0D6-32FC040B37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9" name="Freeform 29">
              <a:extLst>
                <a:ext uri="{FF2B5EF4-FFF2-40B4-BE49-F238E27FC236}">
                  <a16:creationId xmlns:a16="http://schemas.microsoft.com/office/drawing/2014/main" id="{B6BD1710-838F-4CDD-A000-C6C710A6A0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0" name="Freeform 30">
              <a:extLst>
                <a:ext uri="{FF2B5EF4-FFF2-40B4-BE49-F238E27FC236}">
                  <a16:creationId xmlns:a16="http://schemas.microsoft.com/office/drawing/2014/main" id="{0BB93533-1C95-4B0A-B0E2-168602B08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1" name="Freeform 31">
              <a:extLst>
                <a:ext uri="{FF2B5EF4-FFF2-40B4-BE49-F238E27FC236}">
                  <a16:creationId xmlns:a16="http://schemas.microsoft.com/office/drawing/2014/main" id="{CB0B113D-1987-4D89-A475-511E092FE1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73" name="Picture 2">
            <a:extLst>
              <a:ext uri="{FF2B5EF4-FFF2-40B4-BE49-F238E27FC236}">
                <a16:creationId xmlns:a16="http://schemas.microsoft.com/office/drawing/2014/main" id="{9BE36DBF-0333-4D36-A5BF-81FDA2406F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2" name="Title 1"/>
          <p:cNvSpPr>
            <a:spLocks noGrp="1"/>
          </p:cNvSpPr>
          <p:nvPr>
            <p:ph type="title"/>
          </p:nvPr>
        </p:nvSpPr>
        <p:spPr>
          <a:xfrm>
            <a:off x="853330" y="1134681"/>
            <a:ext cx="2743310" cy="4255025"/>
          </a:xfrm>
        </p:spPr>
        <p:txBody>
          <a:bodyPr>
            <a:normAutofit/>
          </a:bodyPr>
          <a:lstStyle/>
          <a:p>
            <a:r>
              <a:rPr lang="en-US">
                <a:solidFill>
                  <a:srgbClr val="FFFFFF"/>
                </a:solidFill>
              </a:rPr>
              <a:t>Bounded Context</a:t>
            </a:r>
          </a:p>
        </p:txBody>
      </p:sp>
      <p:graphicFrame>
        <p:nvGraphicFramePr>
          <p:cNvPr id="5" name="Content Placeholder 2">
            <a:extLst>
              <a:ext uri="{FF2B5EF4-FFF2-40B4-BE49-F238E27FC236}">
                <a16:creationId xmlns:a16="http://schemas.microsoft.com/office/drawing/2014/main" id="{251AE00E-C5B9-B4E6-AD47-74A95986402C}"/>
              </a:ext>
            </a:extLst>
          </p:cNvPr>
          <p:cNvGraphicFramePr>
            <a:graphicFrameLocks noGrp="1"/>
          </p:cNvGraphicFramePr>
          <p:nvPr>
            <p:ph idx="1"/>
            <p:extLst>
              <p:ext uri="{D42A27DB-BD31-4B8C-83A1-F6EECF244321}">
                <p14:modId xmlns:p14="http://schemas.microsoft.com/office/powerpoint/2010/main" val="2324132946"/>
              </p:ext>
            </p:extLst>
          </p:nvPr>
        </p:nvGraphicFramePr>
        <p:xfrm>
          <a:off x="4662189" y="1134682"/>
          <a:ext cx="6692748" cy="42550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itle 1"/>
          <p:cNvSpPr>
            <a:spLocks noGrp="1"/>
          </p:cNvSpPr>
          <p:nvPr>
            <p:ph type="title"/>
          </p:nvPr>
        </p:nvSpPr>
        <p:spPr>
          <a:xfrm>
            <a:off x="6448425" y="618518"/>
            <a:ext cx="4598985" cy="1478570"/>
          </a:xfrm>
        </p:spPr>
        <p:txBody>
          <a:bodyPr>
            <a:normAutofit/>
          </a:bodyPr>
          <a:lstStyle/>
          <a:p>
            <a:r>
              <a:t>Signals you need a boundary</a:t>
            </a:r>
          </a:p>
        </p:txBody>
      </p:sp>
      <p:pic>
        <p:nvPicPr>
          <p:cNvPr id="5" name="Picture 4" descr="A group of yellow figures and a red figure on the other side">
            <a:extLst>
              <a:ext uri="{FF2B5EF4-FFF2-40B4-BE49-F238E27FC236}">
                <a16:creationId xmlns:a16="http://schemas.microsoft.com/office/drawing/2014/main" id="{8775DB34-F811-43C8-F6C6-243C43080D7E}"/>
              </a:ext>
            </a:extLst>
          </p:cNvPr>
          <p:cNvPicPr>
            <a:picLocks noChangeAspect="1"/>
          </p:cNvPicPr>
          <p:nvPr/>
        </p:nvPicPr>
        <p:blipFill>
          <a:blip r:embed="rId5"/>
          <a:srcRect l="38617" r="1995" b="-1"/>
          <a:stretch>
            <a:fillRect/>
          </a:stretch>
        </p:blipFill>
        <p:spPr>
          <a:xfrm>
            <a:off x="-5597" y="10"/>
            <a:ext cx="6101597" cy="6857990"/>
          </a:xfrm>
          <a:prstGeom prst="rect">
            <a:avLst/>
          </a:prstGeom>
        </p:spPr>
      </p:pic>
      <p:grpSp>
        <p:nvGrpSpPr>
          <p:cNvPr id="13" name="Group 12">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7" name="Rectangle 16">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2" name="Rectangle 41">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4" name="Rectangle 53">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grpSp>
      <p:sp>
        <p:nvSpPr>
          <p:cNvPr id="3" name="Content Placeholder 2"/>
          <p:cNvSpPr>
            <a:spLocks noGrp="1"/>
          </p:cNvSpPr>
          <p:nvPr>
            <p:ph idx="1"/>
          </p:nvPr>
        </p:nvSpPr>
        <p:spPr>
          <a:xfrm>
            <a:off x="6448425" y="2249487"/>
            <a:ext cx="4598986" cy="3541714"/>
          </a:xfrm>
        </p:spPr>
        <p:txBody>
          <a:bodyPr>
            <a:normAutofit/>
          </a:bodyPr>
          <a:lstStyle/>
          <a:p>
            <a:r>
              <a:rPr lang="en-US" sz="2200"/>
              <a:t>Teams argue over meaning of terms</a:t>
            </a:r>
          </a:p>
          <a:p>
            <a:r>
              <a:rPr lang="en-US" sz="2200"/>
              <a:t>Different rules or lifecycles for the same concept</a:t>
            </a:r>
          </a:p>
          <a:p>
            <a:r>
              <a:rPr lang="en-US" sz="2200"/>
              <a:t>Different performance / consistency needs</a:t>
            </a:r>
          </a:p>
          <a:p>
            <a:r>
              <a:rPr lang="en-US" sz="2200"/>
              <a:t>Different teams own different parts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1019015" y="1093787"/>
            <a:ext cx="3059969" cy="4697413"/>
          </a:xfrm>
        </p:spPr>
        <p:txBody>
          <a:bodyPr>
            <a:normAutofit/>
          </a:bodyPr>
          <a:lstStyle/>
          <a:p>
            <a:r>
              <a:t>Context Mapping (integration view)</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215467" y="1093788"/>
            <a:ext cx="5831944" cy="4697413"/>
          </a:xfrm>
        </p:spPr>
        <p:txBody>
          <a:bodyPr>
            <a:normAutofit/>
          </a:bodyPr>
          <a:lstStyle/>
          <a:p>
            <a:r>
              <a:rPr lang="en-US"/>
              <a:t>Shows how bounded contexts relate</a:t>
            </a:r>
          </a:p>
          <a:p>
            <a:r>
              <a:rPr lang="en-US"/>
              <a:t>Common relationships</a:t>
            </a:r>
          </a:p>
          <a:p>
            <a:pPr lvl="1"/>
            <a:r>
              <a:rPr lang="en-US"/>
              <a:t>Customer/Supplier</a:t>
            </a:r>
          </a:p>
          <a:p>
            <a:pPr lvl="1"/>
            <a:r>
              <a:rPr lang="en-US"/>
              <a:t>Conformist</a:t>
            </a:r>
          </a:p>
          <a:p>
            <a:pPr lvl="1"/>
            <a:r>
              <a:rPr lang="en-US"/>
              <a:t>Shared Kernel</a:t>
            </a:r>
          </a:p>
          <a:p>
            <a:pPr lvl="1"/>
            <a:r>
              <a:rPr lang="en-US"/>
              <a:t>Published Language</a:t>
            </a:r>
          </a:p>
          <a:p>
            <a:pPr lvl="1"/>
            <a:r>
              <a:rPr lang="en-US"/>
              <a:t>ACL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270675-9512-4978-8583-36659256E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Customer/Supplier &amp; Conformist</a:t>
            </a:r>
          </a:p>
        </p:txBody>
      </p:sp>
      <p:graphicFrame>
        <p:nvGraphicFramePr>
          <p:cNvPr id="5" name="Content Placeholder 2">
            <a:extLst>
              <a:ext uri="{FF2B5EF4-FFF2-40B4-BE49-F238E27FC236}">
                <a16:creationId xmlns:a16="http://schemas.microsoft.com/office/drawing/2014/main" id="{CFBB63BE-3190-1FF6-18EA-5F2762A3B002}"/>
              </a:ext>
            </a:extLst>
          </p:cNvPr>
          <p:cNvGraphicFramePr>
            <a:graphicFrameLocks noGrp="1"/>
          </p:cNvGraphicFramePr>
          <p:nvPr>
            <p:ph idx="1"/>
            <p:extLst>
              <p:ext uri="{D42A27DB-BD31-4B8C-83A1-F6EECF244321}">
                <p14:modId xmlns:p14="http://schemas.microsoft.com/office/powerpoint/2010/main" val="2760731071"/>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Shared Kernel &amp; Published Language</a:t>
            </a:r>
          </a:p>
        </p:txBody>
      </p:sp>
      <p:graphicFrame>
        <p:nvGraphicFramePr>
          <p:cNvPr id="5" name="Content Placeholder 2">
            <a:extLst>
              <a:ext uri="{FF2B5EF4-FFF2-40B4-BE49-F238E27FC236}">
                <a16:creationId xmlns:a16="http://schemas.microsoft.com/office/drawing/2014/main" id="{AF3AD00C-2C39-5E6D-0F26-5A2387027138}"/>
              </a:ext>
            </a:extLst>
          </p:cNvPr>
          <p:cNvGraphicFramePr>
            <a:graphicFrameLocks noGrp="1"/>
          </p:cNvGraphicFramePr>
          <p:nvPr>
            <p:ph idx="1"/>
            <p:extLst>
              <p:ext uri="{D42A27DB-BD31-4B8C-83A1-F6EECF244321}">
                <p14:modId xmlns:p14="http://schemas.microsoft.com/office/powerpoint/2010/main" val="3623572603"/>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270675-9512-4978-8583-36659256E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rPr dirty="0"/>
              <a:t>Anti-Corruption Layer (ACL)</a:t>
            </a:r>
          </a:p>
        </p:txBody>
      </p:sp>
      <p:graphicFrame>
        <p:nvGraphicFramePr>
          <p:cNvPr id="5" name="Content Placeholder 2">
            <a:extLst>
              <a:ext uri="{FF2B5EF4-FFF2-40B4-BE49-F238E27FC236}">
                <a16:creationId xmlns:a16="http://schemas.microsoft.com/office/drawing/2014/main" id="{1BE6ABB2-CD66-3A97-73D7-A83B099EEF58}"/>
              </a:ext>
            </a:extLst>
          </p:cNvPr>
          <p:cNvGraphicFramePr>
            <a:graphicFrameLocks noGrp="1"/>
          </p:cNvGraphicFramePr>
          <p:nvPr>
            <p:ph idx="1"/>
            <p:extLst>
              <p:ext uri="{D42A27DB-BD31-4B8C-83A1-F6EECF244321}">
                <p14:modId xmlns:p14="http://schemas.microsoft.com/office/powerpoint/2010/main" val="2185059439"/>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1019015" y="1093787"/>
            <a:ext cx="3059969" cy="4697413"/>
          </a:xfrm>
        </p:spPr>
        <p:txBody>
          <a:bodyPr>
            <a:normAutofit/>
          </a:bodyPr>
          <a:lstStyle/>
          <a:p>
            <a:r>
              <a:rPr dirty="0"/>
              <a:t>Architecture: where DDD fits</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215467" y="1093788"/>
            <a:ext cx="5831944" cy="4697413"/>
          </a:xfrm>
        </p:spPr>
        <p:txBody>
          <a:bodyPr>
            <a:normAutofit/>
          </a:bodyPr>
          <a:lstStyle/>
          <a:p>
            <a:r>
              <a:rPr lang="en-US"/>
              <a:t>Works well with Clean / Hexagonal / Layered architecture</a:t>
            </a:r>
          </a:p>
          <a:p>
            <a:r>
              <a:rPr lang="en-US"/>
              <a:t>Typical layers</a:t>
            </a:r>
          </a:p>
          <a:p>
            <a:pPr lvl="1"/>
            <a:r>
              <a:rPr lang="en-US"/>
              <a:t>Presentation</a:t>
            </a:r>
          </a:p>
          <a:p>
            <a:pPr lvl="1"/>
            <a:r>
              <a:rPr lang="en-US"/>
              <a:t>Application</a:t>
            </a:r>
          </a:p>
          <a:p>
            <a:pPr lvl="1"/>
            <a:r>
              <a:rPr lang="en-US"/>
              <a:t>Domain</a:t>
            </a:r>
          </a:p>
          <a:p>
            <a:pPr lvl="1"/>
            <a:r>
              <a:rPr lang="en-US"/>
              <a:t>Infrastructure</a:t>
            </a:r>
          </a:p>
          <a:p>
            <a:r>
              <a:rPr lang="en-US"/>
              <a:t>Goal: Domain doesn’t depend on DB / frameworks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Application layer vs Domain layer</a:t>
            </a:r>
          </a:p>
        </p:txBody>
      </p:sp>
      <p:graphicFrame>
        <p:nvGraphicFramePr>
          <p:cNvPr id="5" name="Content Placeholder 2">
            <a:extLst>
              <a:ext uri="{FF2B5EF4-FFF2-40B4-BE49-F238E27FC236}">
                <a16:creationId xmlns:a16="http://schemas.microsoft.com/office/drawing/2014/main" id="{99427560-DB43-F694-B93A-1C53894E0295}"/>
              </a:ext>
            </a:extLst>
          </p:cNvPr>
          <p:cNvGraphicFramePr>
            <a:graphicFrameLocks noGrp="1"/>
          </p:cNvGraphicFramePr>
          <p:nvPr>
            <p:ph idx="1"/>
            <p:extLst>
              <p:ext uri="{D42A27DB-BD31-4B8C-83A1-F6EECF244321}">
                <p14:modId xmlns:p14="http://schemas.microsoft.com/office/powerpoint/2010/main" val="1575258871"/>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itle 1"/>
          <p:cNvSpPr>
            <a:spLocks noGrp="1"/>
          </p:cNvSpPr>
          <p:nvPr>
            <p:ph type="title"/>
          </p:nvPr>
        </p:nvSpPr>
        <p:spPr>
          <a:xfrm>
            <a:off x="4996697" y="618518"/>
            <a:ext cx="6050713" cy="1478570"/>
          </a:xfrm>
        </p:spPr>
        <p:txBody>
          <a:bodyPr>
            <a:normAutofit/>
          </a:bodyPr>
          <a:lstStyle/>
          <a:p>
            <a:r>
              <a:t>Tactical DDD building blocks</a:t>
            </a:r>
          </a:p>
        </p:txBody>
      </p:sp>
      <p:pic>
        <p:nvPicPr>
          <p:cNvPr id="5" name="Picture 4" descr="Light blue 3D cubes suspended on the air with a dark blue 3D cube on the surface">
            <a:extLst>
              <a:ext uri="{FF2B5EF4-FFF2-40B4-BE49-F238E27FC236}">
                <a16:creationId xmlns:a16="http://schemas.microsoft.com/office/drawing/2014/main" id="{FE7B4B37-F01E-13E8-96C3-09E8127284CF}"/>
              </a:ext>
            </a:extLst>
          </p:cNvPr>
          <p:cNvPicPr>
            <a:picLocks noChangeAspect="1"/>
          </p:cNvPicPr>
          <p:nvPr/>
        </p:nvPicPr>
        <p:blipFill>
          <a:blip r:embed="rId5"/>
          <a:srcRect l="5779" r="56199"/>
          <a:stretch>
            <a:fillRect/>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grpSp>
      <p:sp>
        <p:nvSpPr>
          <p:cNvPr id="3" name="Content Placeholder 2"/>
          <p:cNvSpPr>
            <a:spLocks noGrp="1"/>
          </p:cNvSpPr>
          <p:nvPr>
            <p:ph idx="1"/>
          </p:nvPr>
        </p:nvSpPr>
        <p:spPr>
          <a:xfrm>
            <a:off x="4968958" y="2249487"/>
            <a:ext cx="6078453" cy="3541714"/>
          </a:xfrm>
        </p:spPr>
        <p:txBody>
          <a:bodyPr>
            <a:normAutofit/>
          </a:bodyPr>
          <a:lstStyle/>
          <a:p>
            <a:pPr>
              <a:lnSpc>
                <a:spcPct val="110000"/>
              </a:lnSpc>
            </a:pPr>
            <a:r>
              <a:rPr lang="en-US" sz="2200"/>
              <a:t>Entities</a:t>
            </a:r>
          </a:p>
          <a:p>
            <a:pPr>
              <a:lnSpc>
                <a:spcPct val="110000"/>
              </a:lnSpc>
            </a:pPr>
            <a:r>
              <a:rPr lang="en-US" sz="2200"/>
              <a:t>Value Objects</a:t>
            </a:r>
          </a:p>
          <a:p>
            <a:pPr>
              <a:lnSpc>
                <a:spcPct val="110000"/>
              </a:lnSpc>
            </a:pPr>
            <a:r>
              <a:rPr lang="en-US" sz="2200"/>
              <a:t>Aggregates</a:t>
            </a:r>
          </a:p>
          <a:p>
            <a:pPr>
              <a:lnSpc>
                <a:spcPct val="110000"/>
              </a:lnSpc>
            </a:pPr>
            <a:r>
              <a:rPr lang="en-US" sz="2200"/>
              <a:t>Repositories</a:t>
            </a:r>
          </a:p>
          <a:p>
            <a:pPr>
              <a:lnSpc>
                <a:spcPct val="110000"/>
              </a:lnSpc>
            </a:pPr>
            <a:r>
              <a:rPr lang="en-US" sz="2200"/>
              <a:t>Factories</a:t>
            </a:r>
          </a:p>
          <a:p>
            <a:pPr>
              <a:lnSpc>
                <a:spcPct val="110000"/>
              </a:lnSpc>
            </a:pPr>
            <a:r>
              <a:rPr lang="en-US" sz="2200"/>
              <a:t>Domain Services</a:t>
            </a:r>
          </a:p>
          <a:p>
            <a:pPr>
              <a:lnSpc>
                <a:spcPct val="110000"/>
              </a:lnSpc>
            </a:pPr>
            <a:r>
              <a:rPr lang="en-US" sz="2200"/>
              <a:t>Domain Events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Entity</a:t>
            </a:r>
          </a:p>
        </p:txBody>
      </p:sp>
      <p:graphicFrame>
        <p:nvGraphicFramePr>
          <p:cNvPr id="5" name="Content Placeholder 2">
            <a:extLst>
              <a:ext uri="{FF2B5EF4-FFF2-40B4-BE49-F238E27FC236}">
                <a16:creationId xmlns:a16="http://schemas.microsoft.com/office/drawing/2014/main" id="{6F4D4759-78BF-DBB0-D99A-E1AF22032F21}"/>
              </a:ext>
            </a:extLst>
          </p:cNvPr>
          <p:cNvGraphicFramePr>
            <a:graphicFrameLocks noGrp="1"/>
          </p:cNvGraphicFramePr>
          <p:nvPr>
            <p:ph idx="1"/>
            <p:extLst>
              <p:ext uri="{D42A27DB-BD31-4B8C-83A1-F6EECF244321}">
                <p14:modId xmlns:p14="http://schemas.microsoft.com/office/powerpoint/2010/main" val="3904036458"/>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Value Object (VO)</a:t>
            </a:r>
          </a:p>
        </p:txBody>
      </p:sp>
      <p:graphicFrame>
        <p:nvGraphicFramePr>
          <p:cNvPr id="5" name="Content Placeholder 2">
            <a:extLst>
              <a:ext uri="{FF2B5EF4-FFF2-40B4-BE49-F238E27FC236}">
                <a16:creationId xmlns:a16="http://schemas.microsoft.com/office/drawing/2014/main" id="{83605AE0-AF9A-48A9-1BF6-116F97F54CA1}"/>
              </a:ext>
            </a:extLst>
          </p:cNvPr>
          <p:cNvGraphicFramePr>
            <a:graphicFrameLocks noGrp="1"/>
          </p:cNvGraphicFramePr>
          <p:nvPr>
            <p:ph idx="1"/>
            <p:extLst>
              <p:ext uri="{D42A27DB-BD31-4B8C-83A1-F6EECF244321}">
                <p14:modId xmlns:p14="http://schemas.microsoft.com/office/powerpoint/2010/main" val="3086127713"/>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1478570"/>
          </a:xfrm>
        </p:spPr>
        <p:txBody>
          <a:bodyPr>
            <a:normAutofit/>
          </a:bodyPr>
          <a:lstStyle/>
          <a:p>
            <a:r>
              <a:t>Value Objects reduce bugs</a:t>
            </a:r>
          </a:p>
        </p:txBody>
      </p:sp>
      <p:graphicFrame>
        <p:nvGraphicFramePr>
          <p:cNvPr id="5" name="Content Placeholder 2">
            <a:extLst>
              <a:ext uri="{FF2B5EF4-FFF2-40B4-BE49-F238E27FC236}">
                <a16:creationId xmlns:a16="http://schemas.microsoft.com/office/drawing/2014/main" id="{1C9C9253-C991-E141-E4DC-B317BB2631C8}"/>
              </a:ext>
            </a:extLst>
          </p:cNvPr>
          <p:cNvGraphicFramePr>
            <a:graphicFrameLocks noGrp="1"/>
          </p:cNvGraphicFramePr>
          <p:nvPr>
            <p:ph idx="1"/>
            <p:extLst>
              <p:ext uri="{D42A27DB-BD31-4B8C-83A1-F6EECF244321}">
                <p14:modId xmlns:p14="http://schemas.microsoft.com/office/powerpoint/2010/main" val="2164706757"/>
              </p:ext>
            </p:extLst>
          </p:nvPr>
        </p:nvGraphicFramePr>
        <p:xfrm>
          <a:off x="1141413" y="2418820"/>
          <a:ext cx="9906000" cy="31427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itle 1"/>
          <p:cNvSpPr>
            <a:spLocks noGrp="1"/>
          </p:cNvSpPr>
          <p:nvPr>
            <p:ph type="title"/>
          </p:nvPr>
        </p:nvSpPr>
        <p:spPr>
          <a:xfrm>
            <a:off x="4996697" y="618518"/>
            <a:ext cx="6050713" cy="1478570"/>
          </a:xfrm>
        </p:spPr>
        <p:txBody>
          <a:bodyPr>
            <a:normAutofit/>
          </a:bodyPr>
          <a:lstStyle/>
          <a:p>
            <a:r>
              <a:t>Aggregate</a:t>
            </a:r>
          </a:p>
        </p:txBody>
      </p:sp>
      <p:pic>
        <p:nvPicPr>
          <p:cNvPr id="5" name="Picture 4" descr="Chemical formulas are written on paper">
            <a:extLst>
              <a:ext uri="{FF2B5EF4-FFF2-40B4-BE49-F238E27FC236}">
                <a16:creationId xmlns:a16="http://schemas.microsoft.com/office/drawing/2014/main" id="{C55522AB-1C12-55CF-632E-47740289C0F2}"/>
              </a:ext>
            </a:extLst>
          </p:cNvPr>
          <p:cNvPicPr>
            <a:picLocks noChangeAspect="1"/>
          </p:cNvPicPr>
          <p:nvPr/>
        </p:nvPicPr>
        <p:blipFill>
          <a:blip r:embed="rId5"/>
          <a:srcRect l="30761" r="31217"/>
          <a:stretch>
            <a:fillRect/>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grpSp>
      <p:sp>
        <p:nvSpPr>
          <p:cNvPr id="3" name="Content Placeholder 2"/>
          <p:cNvSpPr>
            <a:spLocks noGrp="1"/>
          </p:cNvSpPr>
          <p:nvPr>
            <p:ph idx="1"/>
          </p:nvPr>
        </p:nvSpPr>
        <p:spPr>
          <a:xfrm>
            <a:off x="4968958" y="2249487"/>
            <a:ext cx="6078453" cy="3541714"/>
          </a:xfrm>
        </p:spPr>
        <p:txBody>
          <a:bodyPr>
            <a:normAutofit/>
          </a:bodyPr>
          <a:lstStyle/>
          <a:p>
            <a:r>
              <a:rPr lang="en-US"/>
              <a:t>Cluster treated as one unit for changes</a:t>
            </a:r>
          </a:p>
          <a:p>
            <a:r>
              <a:rPr lang="en-US"/>
              <a:t>Has an Aggregate Root (single entry point)</a:t>
            </a:r>
          </a:p>
          <a:p>
            <a:r>
              <a:rPr lang="en-US"/>
              <a:t>Root enforces invariants (always-true rules)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B9C16B-AC4A-44ED-9075-F76549B46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2A2FEB6-F419-4684-9ABC-9E32E012E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2" name="Rectangle 5">
              <a:extLst>
                <a:ext uri="{FF2B5EF4-FFF2-40B4-BE49-F238E27FC236}">
                  <a16:creationId xmlns:a16="http://schemas.microsoft.com/office/drawing/2014/main" id="{21E24A15-28D6-4CEB-9268-0BB0BEEAF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3" name="Freeform 6">
              <a:extLst>
                <a:ext uri="{FF2B5EF4-FFF2-40B4-BE49-F238E27FC236}">
                  <a16:creationId xmlns:a16="http://schemas.microsoft.com/office/drawing/2014/main" id="{4345933F-9633-4510-90E1-08B0E2A19E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7">
              <a:extLst>
                <a:ext uri="{FF2B5EF4-FFF2-40B4-BE49-F238E27FC236}">
                  <a16:creationId xmlns:a16="http://schemas.microsoft.com/office/drawing/2014/main" id="{C68A48FB-1BE4-4053-A76F-5A5511BA0E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8">
              <a:extLst>
                <a:ext uri="{FF2B5EF4-FFF2-40B4-BE49-F238E27FC236}">
                  <a16:creationId xmlns:a16="http://schemas.microsoft.com/office/drawing/2014/main" id="{8149777B-6A9F-4C95-BF44-F9646450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9">
              <a:extLst>
                <a:ext uri="{FF2B5EF4-FFF2-40B4-BE49-F238E27FC236}">
                  <a16:creationId xmlns:a16="http://schemas.microsoft.com/office/drawing/2014/main" id="{0654845E-622A-4AD3-8F3A-6E1DEAB5FC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0">
              <a:extLst>
                <a:ext uri="{FF2B5EF4-FFF2-40B4-BE49-F238E27FC236}">
                  <a16:creationId xmlns:a16="http://schemas.microsoft.com/office/drawing/2014/main" id="{DF1C0739-3D08-4C83-857E-B0724A6E8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1">
              <a:extLst>
                <a:ext uri="{FF2B5EF4-FFF2-40B4-BE49-F238E27FC236}">
                  <a16:creationId xmlns:a16="http://schemas.microsoft.com/office/drawing/2014/main" id="{D235EAA0-7D5A-453A-9643-EE7A4954E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2">
              <a:extLst>
                <a:ext uri="{FF2B5EF4-FFF2-40B4-BE49-F238E27FC236}">
                  <a16:creationId xmlns:a16="http://schemas.microsoft.com/office/drawing/2014/main" id="{94C6FB7C-72DE-42DE-8F58-CCE9B8F556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3">
              <a:extLst>
                <a:ext uri="{FF2B5EF4-FFF2-40B4-BE49-F238E27FC236}">
                  <a16:creationId xmlns:a16="http://schemas.microsoft.com/office/drawing/2014/main" id="{FE31E0FE-EC8D-4EA7-BD9D-02F8C54FDB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4">
              <a:extLst>
                <a:ext uri="{FF2B5EF4-FFF2-40B4-BE49-F238E27FC236}">
                  <a16:creationId xmlns:a16="http://schemas.microsoft.com/office/drawing/2014/main" id="{69FE4B12-13E0-48F9-9E18-66406B8D3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15">
              <a:extLst>
                <a:ext uri="{FF2B5EF4-FFF2-40B4-BE49-F238E27FC236}">
                  <a16:creationId xmlns:a16="http://schemas.microsoft.com/office/drawing/2014/main" id="{87FAADC3-B321-43EE-B8F3-2842D84098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Line 16">
              <a:extLst>
                <a:ext uri="{FF2B5EF4-FFF2-40B4-BE49-F238E27FC236}">
                  <a16:creationId xmlns:a16="http://schemas.microsoft.com/office/drawing/2014/main" id="{90461464-1683-402F-A72B-8558CC67774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4" name="Freeform 17">
              <a:extLst>
                <a:ext uri="{FF2B5EF4-FFF2-40B4-BE49-F238E27FC236}">
                  <a16:creationId xmlns:a16="http://schemas.microsoft.com/office/drawing/2014/main" id="{70F594E7-32D0-45B9-A3CF-636CF6FCB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8">
              <a:extLst>
                <a:ext uri="{FF2B5EF4-FFF2-40B4-BE49-F238E27FC236}">
                  <a16:creationId xmlns:a16="http://schemas.microsoft.com/office/drawing/2014/main" id="{8AEF60E1-26C2-4E3C-B839-347DDD23C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19">
              <a:extLst>
                <a:ext uri="{FF2B5EF4-FFF2-40B4-BE49-F238E27FC236}">
                  <a16:creationId xmlns:a16="http://schemas.microsoft.com/office/drawing/2014/main" id="{792FE54B-EE9D-4E57-B6BC-6A9196BE8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20">
              <a:extLst>
                <a:ext uri="{FF2B5EF4-FFF2-40B4-BE49-F238E27FC236}">
                  <a16:creationId xmlns:a16="http://schemas.microsoft.com/office/drawing/2014/main" id="{72BE56DF-619D-463E-8F88-CABA09DA88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Rectangle 21">
              <a:extLst>
                <a:ext uri="{FF2B5EF4-FFF2-40B4-BE49-F238E27FC236}">
                  <a16:creationId xmlns:a16="http://schemas.microsoft.com/office/drawing/2014/main" id="{C7430457-1935-4BBF-A6A7-7C3125A02E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9" name="Freeform 22">
              <a:extLst>
                <a:ext uri="{FF2B5EF4-FFF2-40B4-BE49-F238E27FC236}">
                  <a16:creationId xmlns:a16="http://schemas.microsoft.com/office/drawing/2014/main" id="{BB006150-E547-4E84-A2B1-59131F3D5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3">
              <a:extLst>
                <a:ext uri="{FF2B5EF4-FFF2-40B4-BE49-F238E27FC236}">
                  <a16:creationId xmlns:a16="http://schemas.microsoft.com/office/drawing/2014/main" id="{5A8CD074-956B-41A4-870B-001554B69B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4">
              <a:extLst>
                <a:ext uri="{FF2B5EF4-FFF2-40B4-BE49-F238E27FC236}">
                  <a16:creationId xmlns:a16="http://schemas.microsoft.com/office/drawing/2014/main" id="{070C253B-974E-459F-AD0B-705722482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5">
              <a:extLst>
                <a:ext uri="{FF2B5EF4-FFF2-40B4-BE49-F238E27FC236}">
                  <a16:creationId xmlns:a16="http://schemas.microsoft.com/office/drawing/2014/main" id="{BBC07B3D-A631-44EA-861A-7D80383A10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6">
              <a:extLst>
                <a:ext uri="{FF2B5EF4-FFF2-40B4-BE49-F238E27FC236}">
                  <a16:creationId xmlns:a16="http://schemas.microsoft.com/office/drawing/2014/main" id="{32039DC6-B4CF-4A5A-8D17-3A568D12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7">
              <a:extLst>
                <a:ext uri="{FF2B5EF4-FFF2-40B4-BE49-F238E27FC236}">
                  <a16:creationId xmlns:a16="http://schemas.microsoft.com/office/drawing/2014/main" id="{99E0C81F-5D8D-4AF8-BDE5-4DF75868F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8">
              <a:extLst>
                <a:ext uri="{FF2B5EF4-FFF2-40B4-BE49-F238E27FC236}">
                  <a16:creationId xmlns:a16="http://schemas.microsoft.com/office/drawing/2014/main" id="{0D946680-855C-41EC-BBA2-61F6F776E5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9">
              <a:extLst>
                <a:ext uri="{FF2B5EF4-FFF2-40B4-BE49-F238E27FC236}">
                  <a16:creationId xmlns:a16="http://schemas.microsoft.com/office/drawing/2014/main" id="{E6FAD9E8-6E13-45A0-A5D6-8BCAD27B40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0">
              <a:extLst>
                <a:ext uri="{FF2B5EF4-FFF2-40B4-BE49-F238E27FC236}">
                  <a16:creationId xmlns:a16="http://schemas.microsoft.com/office/drawing/2014/main" id="{0CCBC8FA-0581-454F-9FD1-6B6102A1A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31">
              <a:extLst>
                <a:ext uri="{FF2B5EF4-FFF2-40B4-BE49-F238E27FC236}">
                  <a16:creationId xmlns:a16="http://schemas.microsoft.com/office/drawing/2014/main" id="{5D6C328F-65A5-41E8-86E9-E4E638CC3B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40" name="Picture 2">
            <a:extLst>
              <a:ext uri="{FF2B5EF4-FFF2-40B4-BE49-F238E27FC236}">
                <a16:creationId xmlns:a16="http://schemas.microsoft.com/office/drawing/2014/main" id="{3E94A106-9341-485C-9057-9D62B2BD08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42" name="Rectangle 41">
            <a:extLst>
              <a:ext uri="{FF2B5EF4-FFF2-40B4-BE49-F238E27FC236}">
                <a16:creationId xmlns:a16="http://schemas.microsoft.com/office/drawing/2014/main" id="{B53044DC-4918-43DA-B49D-91673C6C94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1DCE6B36-1420-43AB-86CF-4E653A517B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45" name="Rectangle 5">
              <a:extLst>
                <a:ext uri="{FF2B5EF4-FFF2-40B4-BE49-F238E27FC236}">
                  <a16:creationId xmlns:a16="http://schemas.microsoft.com/office/drawing/2014/main" id="{72626E0B-9628-468E-A713-011C02F60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46" name="Freeform 6">
              <a:extLst>
                <a:ext uri="{FF2B5EF4-FFF2-40B4-BE49-F238E27FC236}">
                  <a16:creationId xmlns:a16="http://schemas.microsoft.com/office/drawing/2014/main" id="{93F7977A-BD91-4B0D-9A8D-372DB67AD8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7">
              <a:extLst>
                <a:ext uri="{FF2B5EF4-FFF2-40B4-BE49-F238E27FC236}">
                  <a16:creationId xmlns:a16="http://schemas.microsoft.com/office/drawing/2014/main" id="{9FEE6A56-01A1-404D-864E-1C2587C9AF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8">
              <a:extLst>
                <a:ext uri="{FF2B5EF4-FFF2-40B4-BE49-F238E27FC236}">
                  <a16:creationId xmlns:a16="http://schemas.microsoft.com/office/drawing/2014/main" id="{E74DBBF2-EF6F-4E3E-B183-F8EEE7609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9">
              <a:extLst>
                <a:ext uri="{FF2B5EF4-FFF2-40B4-BE49-F238E27FC236}">
                  <a16:creationId xmlns:a16="http://schemas.microsoft.com/office/drawing/2014/main" id="{ABCF0F27-B056-474C-A0FB-1DB747A92F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10">
              <a:extLst>
                <a:ext uri="{FF2B5EF4-FFF2-40B4-BE49-F238E27FC236}">
                  <a16:creationId xmlns:a16="http://schemas.microsoft.com/office/drawing/2014/main" id="{0A0A5B7B-BA2A-45CC-AABE-9D5B08A5D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Freeform 11">
              <a:extLst>
                <a:ext uri="{FF2B5EF4-FFF2-40B4-BE49-F238E27FC236}">
                  <a16:creationId xmlns:a16="http://schemas.microsoft.com/office/drawing/2014/main" id="{3C9A5D2B-1787-4954-9108-B9D497A87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2" name="Freeform 12">
              <a:extLst>
                <a:ext uri="{FF2B5EF4-FFF2-40B4-BE49-F238E27FC236}">
                  <a16:creationId xmlns:a16="http://schemas.microsoft.com/office/drawing/2014/main" id="{818C4F8B-7556-49A7-83C6-C8F631F6A9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3" name="Freeform 13">
              <a:extLst>
                <a:ext uri="{FF2B5EF4-FFF2-40B4-BE49-F238E27FC236}">
                  <a16:creationId xmlns:a16="http://schemas.microsoft.com/office/drawing/2014/main" id="{22BED614-D078-47EA-9C72-190217FDD5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4" name="Freeform 14">
              <a:extLst>
                <a:ext uri="{FF2B5EF4-FFF2-40B4-BE49-F238E27FC236}">
                  <a16:creationId xmlns:a16="http://schemas.microsoft.com/office/drawing/2014/main" id="{73DE0BF2-86D7-4038-AC4B-AF0F116A5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5" name="Freeform 15">
              <a:extLst>
                <a:ext uri="{FF2B5EF4-FFF2-40B4-BE49-F238E27FC236}">
                  <a16:creationId xmlns:a16="http://schemas.microsoft.com/office/drawing/2014/main" id="{11D8BB55-D027-420C-9EF9-49B3BA79DC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6" name="Line 16">
              <a:extLst>
                <a:ext uri="{FF2B5EF4-FFF2-40B4-BE49-F238E27FC236}">
                  <a16:creationId xmlns:a16="http://schemas.microsoft.com/office/drawing/2014/main" id="{3FAEF5CE-07ED-46A7-9777-D86C7071958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57" name="Freeform 17">
              <a:extLst>
                <a:ext uri="{FF2B5EF4-FFF2-40B4-BE49-F238E27FC236}">
                  <a16:creationId xmlns:a16="http://schemas.microsoft.com/office/drawing/2014/main" id="{29CAFB1A-357C-4313-B734-1CD4E4F9D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8" name="Freeform 18">
              <a:extLst>
                <a:ext uri="{FF2B5EF4-FFF2-40B4-BE49-F238E27FC236}">
                  <a16:creationId xmlns:a16="http://schemas.microsoft.com/office/drawing/2014/main" id="{653161D3-8634-4BB7-A2BC-028C4EAA1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9" name="Freeform 19">
              <a:extLst>
                <a:ext uri="{FF2B5EF4-FFF2-40B4-BE49-F238E27FC236}">
                  <a16:creationId xmlns:a16="http://schemas.microsoft.com/office/drawing/2014/main" id="{9537546A-6FF1-408B-AFE2-BBF7D3482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0" name="Freeform 20">
              <a:extLst>
                <a:ext uri="{FF2B5EF4-FFF2-40B4-BE49-F238E27FC236}">
                  <a16:creationId xmlns:a16="http://schemas.microsoft.com/office/drawing/2014/main" id="{F73EE662-79B7-404B-B1B8-0E096BE4CD6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1" name="Rectangle 21">
              <a:extLst>
                <a:ext uri="{FF2B5EF4-FFF2-40B4-BE49-F238E27FC236}">
                  <a16:creationId xmlns:a16="http://schemas.microsoft.com/office/drawing/2014/main" id="{B6DDB906-1F52-4D64-8493-4816EDDD34C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62" name="Freeform 22">
              <a:extLst>
                <a:ext uri="{FF2B5EF4-FFF2-40B4-BE49-F238E27FC236}">
                  <a16:creationId xmlns:a16="http://schemas.microsoft.com/office/drawing/2014/main" id="{4FA472A5-ABEA-4961-897B-7EB96AF09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3" name="Freeform 23">
              <a:extLst>
                <a:ext uri="{FF2B5EF4-FFF2-40B4-BE49-F238E27FC236}">
                  <a16:creationId xmlns:a16="http://schemas.microsoft.com/office/drawing/2014/main" id="{54226E99-C38F-4456-A1F8-8897483FD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4" name="Freeform 24">
              <a:extLst>
                <a:ext uri="{FF2B5EF4-FFF2-40B4-BE49-F238E27FC236}">
                  <a16:creationId xmlns:a16="http://schemas.microsoft.com/office/drawing/2014/main" id="{0A4A0196-A383-4629-B9A5-9C87E846C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5" name="Freeform 25">
              <a:extLst>
                <a:ext uri="{FF2B5EF4-FFF2-40B4-BE49-F238E27FC236}">
                  <a16:creationId xmlns:a16="http://schemas.microsoft.com/office/drawing/2014/main" id="{BA5E608D-2E7B-4662-A9A0-18D4E0F0DC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6" name="Freeform 26">
              <a:extLst>
                <a:ext uri="{FF2B5EF4-FFF2-40B4-BE49-F238E27FC236}">
                  <a16:creationId xmlns:a16="http://schemas.microsoft.com/office/drawing/2014/main" id="{5E211F37-790F-4BD7-B055-022AE0C2E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7" name="Freeform 27">
              <a:extLst>
                <a:ext uri="{FF2B5EF4-FFF2-40B4-BE49-F238E27FC236}">
                  <a16:creationId xmlns:a16="http://schemas.microsoft.com/office/drawing/2014/main" id="{96F375D0-232A-490A-9499-CB5FBA3F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8" name="Freeform 28">
              <a:extLst>
                <a:ext uri="{FF2B5EF4-FFF2-40B4-BE49-F238E27FC236}">
                  <a16:creationId xmlns:a16="http://schemas.microsoft.com/office/drawing/2014/main" id="{6B33B423-FD0F-4780-A0D6-32FC040B37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9" name="Freeform 29">
              <a:extLst>
                <a:ext uri="{FF2B5EF4-FFF2-40B4-BE49-F238E27FC236}">
                  <a16:creationId xmlns:a16="http://schemas.microsoft.com/office/drawing/2014/main" id="{B6BD1710-838F-4CDD-A000-C6C710A6A0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0" name="Freeform 30">
              <a:extLst>
                <a:ext uri="{FF2B5EF4-FFF2-40B4-BE49-F238E27FC236}">
                  <a16:creationId xmlns:a16="http://schemas.microsoft.com/office/drawing/2014/main" id="{0BB93533-1C95-4B0A-B0E2-168602B08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1" name="Freeform 31">
              <a:extLst>
                <a:ext uri="{FF2B5EF4-FFF2-40B4-BE49-F238E27FC236}">
                  <a16:creationId xmlns:a16="http://schemas.microsoft.com/office/drawing/2014/main" id="{CB0B113D-1987-4D89-A475-511E092FE1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73" name="Picture 2">
            <a:extLst>
              <a:ext uri="{FF2B5EF4-FFF2-40B4-BE49-F238E27FC236}">
                <a16:creationId xmlns:a16="http://schemas.microsoft.com/office/drawing/2014/main" id="{9BE36DBF-0333-4D36-A5BF-81FDA2406F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2" name="Title 1"/>
          <p:cNvSpPr>
            <a:spLocks noGrp="1"/>
          </p:cNvSpPr>
          <p:nvPr>
            <p:ph type="title"/>
          </p:nvPr>
        </p:nvSpPr>
        <p:spPr>
          <a:xfrm>
            <a:off x="853330" y="1134681"/>
            <a:ext cx="2743310" cy="4255025"/>
          </a:xfrm>
        </p:spPr>
        <p:txBody>
          <a:bodyPr>
            <a:normAutofit/>
          </a:bodyPr>
          <a:lstStyle/>
          <a:p>
            <a:r>
              <a:rPr lang="en-US" sz="3300">
                <a:solidFill>
                  <a:srgbClr val="FFFFFF"/>
                </a:solidFill>
              </a:rPr>
              <a:t>Aggregate rules (important!)</a:t>
            </a:r>
          </a:p>
        </p:txBody>
      </p:sp>
      <p:graphicFrame>
        <p:nvGraphicFramePr>
          <p:cNvPr id="5" name="Content Placeholder 2">
            <a:extLst>
              <a:ext uri="{FF2B5EF4-FFF2-40B4-BE49-F238E27FC236}">
                <a16:creationId xmlns:a16="http://schemas.microsoft.com/office/drawing/2014/main" id="{2270EBCB-9F65-57C5-4905-53AF03B7F996}"/>
              </a:ext>
            </a:extLst>
          </p:cNvPr>
          <p:cNvGraphicFramePr>
            <a:graphicFrameLocks noGrp="1"/>
          </p:cNvGraphicFramePr>
          <p:nvPr>
            <p:ph idx="1"/>
            <p:extLst>
              <p:ext uri="{D42A27DB-BD31-4B8C-83A1-F6EECF244321}">
                <p14:modId xmlns:p14="http://schemas.microsoft.com/office/powerpoint/2010/main" val="4235637530"/>
              </p:ext>
            </p:extLst>
          </p:nvPr>
        </p:nvGraphicFramePr>
        <p:xfrm>
          <a:off x="4662189" y="1134682"/>
          <a:ext cx="6692748" cy="42550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1141413" y="1082673"/>
            <a:ext cx="2869416" cy="4708528"/>
          </a:xfrm>
        </p:spPr>
        <p:txBody>
          <a:bodyPr>
            <a:normAutofit/>
          </a:bodyPr>
          <a:lstStyle/>
          <a:p>
            <a:pPr algn="r"/>
            <a:r>
              <a:rPr lang="en-US" sz="4000"/>
              <a:t>Aggregate Root</a:t>
            </a:r>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297763" y="1082673"/>
            <a:ext cx="5751237" cy="4708528"/>
          </a:xfrm>
        </p:spPr>
        <p:txBody>
          <a:bodyPr anchor="ctr">
            <a:normAutofit/>
          </a:bodyPr>
          <a:lstStyle/>
          <a:p>
            <a:r>
              <a:rPr lang="en-US" sz="1800"/>
              <a:t>Public methods represent business actions</a:t>
            </a:r>
          </a:p>
          <a:p>
            <a:r>
              <a:rPr lang="en-US" sz="1800"/>
              <a:t>Protects internal consistency</a:t>
            </a:r>
          </a:p>
          <a:p>
            <a:r>
              <a:rPr lang="en-US" sz="1800"/>
              <a:t>Example: Account.requestHold(), Account.commitHold()</a:t>
            </a:r>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itle 1"/>
          <p:cNvSpPr>
            <a:spLocks noGrp="1"/>
          </p:cNvSpPr>
          <p:nvPr>
            <p:ph type="title"/>
          </p:nvPr>
        </p:nvSpPr>
        <p:spPr>
          <a:xfrm>
            <a:off x="6448425" y="618518"/>
            <a:ext cx="4598985" cy="1478570"/>
          </a:xfrm>
        </p:spPr>
        <p:txBody>
          <a:bodyPr>
            <a:normAutofit/>
          </a:bodyPr>
          <a:lstStyle/>
          <a:p>
            <a:r>
              <a:t>Repository</a:t>
            </a:r>
          </a:p>
        </p:txBody>
      </p:sp>
      <p:pic>
        <p:nvPicPr>
          <p:cNvPr id="5" name="Picture 4" descr="Cardboard boxes on conveyor belt">
            <a:extLst>
              <a:ext uri="{FF2B5EF4-FFF2-40B4-BE49-F238E27FC236}">
                <a16:creationId xmlns:a16="http://schemas.microsoft.com/office/drawing/2014/main" id="{1F1771E0-F550-524B-91F8-3FB7D8257AF3}"/>
              </a:ext>
            </a:extLst>
          </p:cNvPr>
          <p:cNvPicPr>
            <a:picLocks noChangeAspect="1"/>
          </p:cNvPicPr>
          <p:nvPr/>
        </p:nvPicPr>
        <p:blipFill>
          <a:blip r:embed="rId5"/>
          <a:srcRect l="25380" r="15232" b="-1"/>
          <a:stretch>
            <a:fillRect/>
          </a:stretch>
        </p:blipFill>
        <p:spPr>
          <a:xfrm>
            <a:off x="-5597" y="10"/>
            <a:ext cx="6101597" cy="6857990"/>
          </a:xfrm>
          <a:prstGeom prst="rect">
            <a:avLst/>
          </a:prstGeom>
        </p:spPr>
      </p:pic>
      <p:grpSp>
        <p:nvGrpSpPr>
          <p:cNvPr id="13" name="Group 12">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7" name="Rectangle 16">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2" name="Rectangle 41">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4" name="Rectangle 53">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grpSp>
      <p:sp>
        <p:nvSpPr>
          <p:cNvPr id="3" name="Content Placeholder 2"/>
          <p:cNvSpPr>
            <a:spLocks noGrp="1"/>
          </p:cNvSpPr>
          <p:nvPr>
            <p:ph idx="1"/>
          </p:nvPr>
        </p:nvSpPr>
        <p:spPr>
          <a:xfrm>
            <a:off x="6448425" y="2249487"/>
            <a:ext cx="4598986" cy="3541714"/>
          </a:xfrm>
        </p:spPr>
        <p:txBody>
          <a:bodyPr>
            <a:normAutofit/>
          </a:bodyPr>
          <a:lstStyle/>
          <a:p>
            <a:r>
              <a:rPr lang="en-US"/>
              <a:t>Loads and saves aggregates</a:t>
            </a:r>
          </a:p>
          <a:p>
            <a:r>
              <a:rPr lang="en-US"/>
              <a:t>Looks like an in-memory collection</a:t>
            </a:r>
          </a:p>
          <a:p>
            <a:r>
              <a:rPr lang="en-US"/>
              <a:t>Hides persistence (DB/ORM) details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1141413" y="1082673"/>
            <a:ext cx="2869416" cy="4708528"/>
          </a:xfrm>
        </p:spPr>
        <p:txBody>
          <a:bodyPr>
            <a:normAutofit/>
          </a:bodyPr>
          <a:lstStyle/>
          <a:p>
            <a:pPr algn="r"/>
            <a:r>
              <a:rPr lang="en-US" sz="4000"/>
              <a:t>Factory</a:t>
            </a:r>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297763" y="1082673"/>
            <a:ext cx="5751237" cy="4708528"/>
          </a:xfrm>
        </p:spPr>
        <p:txBody>
          <a:bodyPr anchor="ctr">
            <a:normAutofit/>
          </a:bodyPr>
          <a:lstStyle/>
          <a:p>
            <a:r>
              <a:rPr lang="en-US" sz="1800"/>
              <a:t>Creates complex objects while keeping invariants</a:t>
            </a:r>
          </a:p>
          <a:p>
            <a:r>
              <a:rPr lang="en-US" sz="1800"/>
              <a:t>Use when construction needs validation or multiple steps</a:t>
            </a:r>
          </a:p>
          <a:p>
            <a:r>
              <a:rPr lang="en-US" sz="1800"/>
              <a:t>Example: TransferFactory.createFrom(request)</a:t>
            </a:r>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270675-9512-4978-8583-36659256E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Domain Service</a:t>
            </a:r>
          </a:p>
        </p:txBody>
      </p:sp>
      <p:graphicFrame>
        <p:nvGraphicFramePr>
          <p:cNvPr id="5" name="Content Placeholder 2">
            <a:extLst>
              <a:ext uri="{FF2B5EF4-FFF2-40B4-BE49-F238E27FC236}">
                <a16:creationId xmlns:a16="http://schemas.microsoft.com/office/drawing/2014/main" id="{34407FB9-C288-CC0E-D0F9-A1FED8A6FD5A}"/>
              </a:ext>
            </a:extLst>
          </p:cNvPr>
          <p:cNvGraphicFramePr>
            <a:graphicFrameLocks noGrp="1"/>
          </p:cNvGraphicFramePr>
          <p:nvPr>
            <p:ph idx="1"/>
            <p:extLst>
              <p:ext uri="{D42A27DB-BD31-4B8C-83A1-F6EECF244321}">
                <p14:modId xmlns:p14="http://schemas.microsoft.com/office/powerpoint/2010/main" val="4165248752"/>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Domain Event</a:t>
            </a:r>
          </a:p>
        </p:txBody>
      </p:sp>
      <p:graphicFrame>
        <p:nvGraphicFramePr>
          <p:cNvPr id="5" name="Content Placeholder 2">
            <a:extLst>
              <a:ext uri="{FF2B5EF4-FFF2-40B4-BE49-F238E27FC236}">
                <a16:creationId xmlns:a16="http://schemas.microsoft.com/office/drawing/2014/main" id="{96F4B4DE-5051-390F-BF31-0E6E2A4FFD91}"/>
              </a:ext>
            </a:extLst>
          </p:cNvPr>
          <p:cNvGraphicFramePr>
            <a:graphicFrameLocks noGrp="1"/>
          </p:cNvGraphicFramePr>
          <p:nvPr>
            <p:ph idx="1"/>
            <p:extLst>
              <p:ext uri="{D42A27DB-BD31-4B8C-83A1-F6EECF244321}">
                <p14:modId xmlns:p14="http://schemas.microsoft.com/office/powerpoint/2010/main" val="803939897"/>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B9C16B-AC4A-44ED-9075-F76549B46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2A2FEB6-F419-4684-9ABC-9E32E012E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2" name="Rectangle 5">
              <a:extLst>
                <a:ext uri="{FF2B5EF4-FFF2-40B4-BE49-F238E27FC236}">
                  <a16:creationId xmlns:a16="http://schemas.microsoft.com/office/drawing/2014/main" id="{21E24A15-28D6-4CEB-9268-0BB0BEEAF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3" name="Freeform 6">
              <a:extLst>
                <a:ext uri="{FF2B5EF4-FFF2-40B4-BE49-F238E27FC236}">
                  <a16:creationId xmlns:a16="http://schemas.microsoft.com/office/drawing/2014/main" id="{4345933F-9633-4510-90E1-08B0E2A19E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7">
              <a:extLst>
                <a:ext uri="{FF2B5EF4-FFF2-40B4-BE49-F238E27FC236}">
                  <a16:creationId xmlns:a16="http://schemas.microsoft.com/office/drawing/2014/main" id="{C68A48FB-1BE4-4053-A76F-5A5511BA0E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8">
              <a:extLst>
                <a:ext uri="{FF2B5EF4-FFF2-40B4-BE49-F238E27FC236}">
                  <a16:creationId xmlns:a16="http://schemas.microsoft.com/office/drawing/2014/main" id="{8149777B-6A9F-4C95-BF44-F9646450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9">
              <a:extLst>
                <a:ext uri="{FF2B5EF4-FFF2-40B4-BE49-F238E27FC236}">
                  <a16:creationId xmlns:a16="http://schemas.microsoft.com/office/drawing/2014/main" id="{0654845E-622A-4AD3-8F3A-6E1DEAB5FC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0">
              <a:extLst>
                <a:ext uri="{FF2B5EF4-FFF2-40B4-BE49-F238E27FC236}">
                  <a16:creationId xmlns:a16="http://schemas.microsoft.com/office/drawing/2014/main" id="{DF1C0739-3D08-4C83-857E-B0724A6E8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1">
              <a:extLst>
                <a:ext uri="{FF2B5EF4-FFF2-40B4-BE49-F238E27FC236}">
                  <a16:creationId xmlns:a16="http://schemas.microsoft.com/office/drawing/2014/main" id="{D235EAA0-7D5A-453A-9643-EE7A4954E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2">
              <a:extLst>
                <a:ext uri="{FF2B5EF4-FFF2-40B4-BE49-F238E27FC236}">
                  <a16:creationId xmlns:a16="http://schemas.microsoft.com/office/drawing/2014/main" id="{94C6FB7C-72DE-42DE-8F58-CCE9B8F556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3">
              <a:extLst>
                <a:ext uri="{FF2B5EF4-FFF2-40B4-BE49-F238E27FC236}">
                  <a16:creationId xmlns:a16="http://schemas.microsoft.com/office/drawing/2014/main" id="{FE31E0FE-EC8D-4EA7-BD9D-02F8C54FDB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4">
              <a:extLst>
                <a:ext uri="{FF2B5EF4-FFF2-40B4-BE49-F238E27FC236}">
                  <a16:creationId xmlns:a16="http://schemas.microsoft.com/office/drawing/2014/main" id="{69FE4B12-13E0-48F9-9E18-66406B8D3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15">
              <a:extLst>
                <a:ext uri="{FF2B5EF4-FFF2-40B4-BE49-F238E27FC236}">
                  <a16:creationId xmlns:a16="http://schemas.microsoft.com/office/drawing/2014/main" id="{87FAADC3-B321-43EE-B8F3-2842D84098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Line 16">
              <a:extLst>
                <a:ext uri="{FF2B5EF4-FFF2-40B4-BE49-F238E27FC236}">
                  <a16:creationId xmlns:a16="http://schemas.microsoft.com/office/drawing/2014/main" id="{90461464-1683-402F-A72B-8558CC67774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4" name="Freeform 17">
              <a:extLst>
                <a:ext uri="{FF2B5EF4-FFF2-40B4-BE49-F238E27FC236}">
                  <a16:creationId xmlns:a16="http://schemas.microsoft.com/office/drawing/2014/main" id="{70F594E7-32D0-45B9-A3CF-636CF6FCB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8">
              <a:extLst>
                <a:ext uri="{FF2B5EF4-FFF2-40B4-BE49-F238E27FC236}">
                  <a16:creationId xmlns:a16="http://schemas.microsoft.com/office/drawing/2014/main" id="{8AEF60E1-26C2-4E3C-B839-347DDD23C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19">
              <a:extLst>
                <a:ext uri="{FF2B5EF4-FFF2-40B4-BE49-F238E27FC236}">
                  <a16:creationId xmlns:a16="http://schemas.microsoft.com/office/drawing/2014/main" id="{792FE54B-EE9D-4E57-B6BC-6A9196BE8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20">
              <a:extLst>
                <a:ext uri="{FF2B5EF4-FFF2-40B4-BE49-F238E27FC236}">
                  <a16:creationId xmlns:a16="http://schemas.microsoft.com/office/drawing/2014/main" id="{72BE56DF-619D-463E-8F88-CABA09DA88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Rectangle 21">
              <a:extLst>
                <a:ext uri="{FF2B5EF4-FFF2-40B4-BE49-F238E27FC236}">
                  <a16:creationId xmlns:a16="http://schemas.microsoft.com/office/drawing/2014/main" id="{C7430457-1935-4BBF-A6A7-7C3125A02E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9" name="Freeform 22">
              <a:extLst>
                <a:ext uri="{FF2B5EF4-FFF2-40B4-BE49-F238E27FC236}">
                  <a16:creationId xmlns:a16="http://schemas.microsoft.com/office/drawing/2014/main" id="{BB006150-E547-4E84-A2B1-59131F3D5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3">
              <a:extLst>
                <a:ext uri="{FF2B5EF4-FFF2-40B4-BE49-F238E27FC236}">
                  <a16:creationId xmlns:a16="http://schemas.microsoft.com/office/drawing/2014/main" id="{5A8CD074-956B-41A4-870B-001554B69B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4">
              <a:extLst>
                <a:ext uri="{FF2B5EF4-FFF2-40B4-BE49-F238E27FC236}">
                  <a16:creationId xmlns:a16="http://schemas.microsoft.com/office/drawing/2014/main" id="{070C253B-974E-459F-AD0B-705722482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5">
              <a:extLst>
                <a:ext uri="{FF2B5EF4-FFF2-40B4-BE49-F238E27FC236}">
                  <a16:creationId xmlns:a16="http://schemas.microsoft.com/office/drawing/2014/main" id="{BBC07B3D-A631-44EA-861A-7D80383A10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6">
              <a:extLst>
                <a:ext uri="{FF2B5EF4-FFF2-40B4-BE49-F238E27FC236}">
                  <a16:creationId xmlns:a16="http://schemas.microsoft.com/office/drawing/2014/main" id="{32039DC6-B4CF-4A5A-8D17-3A568D12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7">
              <a:extLst>
                <a:ext uri="{FF2B5EF4-FFF2-40B4-BE49-F238E27FC236}">
                  <a16:creationId xmlns:a16="http://schemas.microsoft.com/office/drawing/2014/main" id="{99E0C81F-5D8D-4AF8-BDE5-4DF75868F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8">
              <a:extLst>
                <a:ext uri="{FF2B5EF4-FFF2-40B4-BE49-F238E27FC236}">
                  <a16:creationId xmlns:a16="http://schemas.microsoft.com/office/drawing/2014/main" id="{0D946680-855C-41EC-BBA2-61F6F776E5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9">
              <a:extLst>
                <a:ext uri="{FF2B5EF4-FFF2-40B4-BE49-F238E27FC236}">
                  <a16:creationId xmlns:a16="http://schemas.microsoft.com/office/drawing/2014/main" id="{E6FAD9E8-6E13-45A0-A5D6-8BCAD27B40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0">
              <a:extLst>
                <a:ext uri="{FF2B5EF4-FFF2-40B4-BE49-F238E27FC236}">
                  <a16:creationId xmlns:a16="http://schemas.microsoft.com/office/drawing/2014/main" id="{0CCBC8FA-0581-454F-9FD1-6B6102A1A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31">
              <a:extLst>
                <a:ext uri="{FF2B5EF4-FFF2-40B4-BE49-F238E27FC236}">
                  <a16:creationId xmlns:a16="http://schemas.microsoft.com/office/drawing/2014/main" id="{5D6C328F-65A5-41E8-86E9-E4E638CC3B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40" name="Picture 2">
            <a:extLst>
              <a:ext uri="{FF2B5EF4-FFF2-40B4-BE49-F238E27FC236}">
                <a16:creationId xmlns:a16="http://schemas.microsoft.com/office/drawing/2014/main" id="{3E94A106-9341-485C-9057-9D62B2BD08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42" name="Rectangle 41">
            <a:extLst>
              <a:ext uri="{FF2B5EF4-FFF2-40B4-BE49-F238E27FC236}">
                <a16:creationId xmlns:a16="http://schemas.microsoft.com/office/drawing/2014/main" id="{B53044DC-4918-43DA-B49D-91673C6C94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1DCE6B36-1420-43AB-86CF-4E653A517B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45" name="Rectangle 5">
              <a:extLst>
                <a:ext uri="{FF2B5EF4-FFF2-40B4-BE49-F238E27FC236}">
                  <a16:creationId xmlns:a16="http://schemas.microsoft.com/office/drawing/2014/main" id="{72626E0B-9628-468E-A713-011C02F60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46" name="Freeform 6">
              <a:extLst>
                <a:ext uri="{FF2B5EF4-FFF2-40B4-BE49-F238E27FC236}">
                  <a16:creationId xmlns:a16="http://schemas.microsoft.com/office/drawing/2014/main" id="{93F7977A-BD91-4B0D-9A8D-372DB67AD8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7">
              <a:extLst>
                <a:ext uri="{FF2B5EF4-FFF2-40B4-BE49-F238E27FC236}">
                  <a16:creationId xmlns:a16="http://schemas.microsoft.com/office/drawing/2014/main" id="{9FEE6A56-01A1-404D-864E-1C2587C9AF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8">
              <a:extLst>
                <a:ext uri="{FF2B5EF4-FFF2-40B4-BE49-F238E27FC236}">
                  <a16:creationId xmlns:a16="http://schemas.microsoft.com/office/drawing/2014/main" id="{E74DBBF2-EF6F-4E3E-B183-F8EEE7609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9">
              <a:extLst>
                <a:ext uri="{FF2B5EF4-FFF2-40B4-BE49-F238E27FC236}">
                  <a16:creationId xmlns:a16="http://schemas.microsoft.com/office/drawing/2014/main" id="{ABCF0F27-B056-474C-A0FB-1DB747A92F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10">
              <a:extLst>
                <a:ext uri="{FF2B5EF4-FFF2-40B4-BE49-F238E27FC236}">
                  <a16:creationId xmlns:a16="http://schemas.microsoft.com/office/drawing/2014/main" id="{0A0A5B7B-BA2A-45CC-AABE-9D5B08A5D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Freeform 11">
              <a:extLst>
                <a:ext uri="{FF2B5EF4-FFF2-40B4-BE49-F238E27FC236}">
                  <a16:creationId xmlns:a16="http://schemas.microsoft.com/office/drawing/2014/main" id="{3C9A5D2B-1787-4954-9108-B9D497A87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2" name="Freeform 12">
              <a:extLst>
                <a:ext uri="{FF2B5EF4-FFF2-40B4-BE49-F238E27FC236}">
                  <a16:creationId xmlns:a16="http://schemas.microsoft.com/office/drawing/2014/main" id="{818C4F8B-7556-49A7-83C6-C8F631F6A9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3" name="Freeform 13">
              <a:extLst>
                <a:ext uri="{FF2B5EF4-FFF2-40B4-BE49-F238E27FC236}">
                  <a16:creationId xmlns:a16="http://schemas.microsoft.com/office/drawing/2014/main" id="{22BED614-D078-47EA-9C72-190217FDD5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4" name="Freeform 14">
              <a:extLst>
                <a:ext uri="{FF2B5EF4-FFF2-40B4-BE49-F238E27FC236}">
                  <a16:creationId xmlns:a16="http://schemas.microsoft.com/office/drawing/2014/main" id="{73DE0BF2-86D7-4038-AC4B-AF0F116A5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5" name="Freeform 15">
              <a:extLst>
                <a:ext uri="{FF2B5EF4-FFF2-40B4-BE49-F238E27FC236}">
                  <a16:creationId xmlns:a16="http://schemas.microsoft.com/office/drawing/2014/main" id="{11D8BB55-D027-420C-9EF9-49B3BA79DC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6" name="Line 16">
              <a:extLst>
                <a:ext uri="{FF2B5EF4-FFF2-40B4-BE49-F238E27FC236}">
                  <a16:creationId xmlns:a16="http://schemas.microsoft.com/office/drawing/2014/main" id="{3FAEF5CE-07ED-46A7-9777-D86C7071958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57" name="Freeform 17">
              <a:extLst>
                <a:ext uri="{FF2B5EF4-FFF2-40B4-BE49-F238E27FC236}">
                  <a16:creationId xmlns:a16="http://schemas.microsoft.com/office/drawing/2014/main" id="{29CAFB1A-357C-4313-B734-1CD4E4F9D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8" name="Freeform 18">
              <a:extLst>
                <a:ext uri="{FF2B5EF4-FFF2-40B4-BE49-F238E27FC236}">
                  <a16:creationId xmlns:a16="http://schemas.microsoft.com/office/drawing/2014/main" id="{653161D3-8634-4BB7-A2BC-028C4EAA1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9" name="Freeform 19">
              <a:extLst>
                <a:ext uri="{FF2B5EF4-FFF2-40B4-BE49-F238E27FC236}">
                  <a16:creationId xmlns:a16="http://schemas.microsoft.com/office/drawing/2014/main" id="{9537546A-6FF1-408B-AFE2-BBF7D3482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0" name="Freeform 20">
              <a:extLst>
                <a:ext uri="{FF2B5EF4-FFF2-40B4-BE49-F238E27FC236}">
                  <a16:creationId xmlns:a16="http://schemas.microsoft.com/office/drawing/2014/main" id="{F73EE662-79B7-404B-B1B8-0E096BE4CD6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1" name="Rectangle 21">
              <a:extLst>
                <a:ext uri="{FF2B5EF4-FFF2-40B4-BE49-F238E27FC236}">
                  <a16:creationId xmlns:a16="http://schemas.microsoft.com/office/drawing/2014/main" id="{B6DDB906-1F52-4D64-8493-4816EDDD34C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62" name="Freeform 22">
              <a:extLst>
                <a:ext uri="{FF2B5EF4-FFF2-40B4-BE49-F238E27FC236}">
                  <a16:creationId xmlns:a16="http://schemas.microsoft.com/office/drawing/2014/main" id="{4FA472A5-ABEA-4961-897B-7EB96AF09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3" name="Freeform 23">
              <a:extLst>
                <a:ext uri="{FF2B5EF4-FFF2-40B4-BE49-F238E27FC236}">
                  <a16:creationId xmlns:a16="http://schemas.microsoft.com/office/drawing/2014/main" id="{54226E99-C38F-4456-A1F8-8897483FD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4" name="Freeform 24">
              <a:extLst>
                <a:ext uri="{FF2B5EF4-FFF2-40B4-BE49-F238E27FC236}">
                  <a16:creationId xmlns:a16="http://schemas.microsoft.com/office/drawing/2014/main" id="{0A4A0196-A383-4629-B9A5-9C87E846C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5" name="Freeform 25">
              <a:extLst>
                <a:ext uri="{FF2B5EF4-FFF2-40B4-BE49-F238E27FC236}">
                  <a16:creationId xmlns:a16="http://schemas.microsoft.com/office/drawing/2014/main" id="{BA5E608D-2E7B-4662-A9A0-18D4E0F0DC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6" name="Freeform 26">
              <a:extLst>
                <a:ext uri="{FF2B5EF4-FFF2-40B4-BE49-F238E27FC236}">
                  <a16:creationId xmlns:a16="http://schemas.microsoft.com/office/drawing/2014/main" id="{5E211F37-790F-4BD7-B055-022AE0C2E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7" name="Freeform 27">
              <a:extLst>
                <a:ext uri="{FF2B5EF4-FFF2-40B4-BE49-F238E27FC236}">
                  <a16:creationId xmlns:a16="http://schemas.microsoft.com/office/drawing/2014/main" id="{96F375D0-232A-490A-9499-CB5FBA3F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8" name="Freeform 28">
              <a:extLst>
                <a:ext uri="{FF2B5EF4-FFF2-40B4-BE49-F238E27FC236}">
                  <a16:creationId xmlns:a16="http://schemas.microsoft.com/office/drawing/2014/main" id="{6B33B423-FD0F-4780-A0D6-32FC040B37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9" name="Freeform 29">
              <a:extLst>
                <a:ext uri="{FF2B5EF4-FFF2-40B4-BE49-F238E27FC236}">
                  <a16:creationId xmlns:a16="http://schemas.microsoft.com/office/drawing/2014/main" id="{B6BD1710-838F-4CDD-A000-C6C710A6A0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0" name="Freeform 30">
              <a:extLst>
                <a:ext uri="{FF2B5EF4-FFF2-40B4-BE49-F238E27FC236}">
                  <a16:creationId xmlns:a16="http://schemas.microsoft.com/office/drawing/2014/main" id="{0BB93533-1C95-4B0A-B0E2-168602B08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1" name="Freeform 31">
              <a:extLst>
                <a:ext uri="{FF2B5EF4-FFF2-40B4-BE49-F238E27FC236}">
                  <a16:creationId xmlns:a16="http://schemas.microsoft.com/office/drawing/2014/main" id="{CB0B113D-1987-4D89-A475-511E092FE1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73" name="Picture 2">
            <a:extLst>
              <a:ext uri="{FF2B5EF4-FFF2-40B4-BE49-F238E27FC236}">
                <a16:creationId xmlns:a16="http://schemas.microsoft.com/office/drawing/2014/main" id="{9BE36DBF-0333-4D36-A5BF-81FDA2406F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2" name="Title 1"/>
          <p:cNvSpPr>
            <a:spLocks noGrp="1"/>
          </p:cNvSpPr>
          <p:nvPr>
            <p:ph type="title"/>
          </p:nvPr>
        </p:nvSpPr>
        <p:spPr>
          <a:xfrm>
            <a:off x="853330" y="1134681"/>
            <a:ext cx="2743310" cy="4255025"/>
          </a:xfrm>
        </p:spPr>
        <p:txBody>
          <a:bodyPr>
            <a:normAutofit/>
          </a:bodyPr>
          <a:lstStyle/>
          <a:p>
            <a:r>
              <a:rPr lang="en-US">
                <a:solidFill>
                  <a:srgbClr val="FFFFFF"/>
                </a:solidFill>
              </a:rPr>
              <a:t>Command vs Event</a:t>
            </a:r>
          </a:p>
        </p:txBody>
      </p:sp>
      <p:graphicFrame>
        <p:nvGraphicFramePr>
          <p:cNvPr id="5" name="Content Placeholder 2">
            <a:extLst>
              <a:ext uri="{FF2B5EF4-FFF2-40B4-BE49-F238E27FC236}">
                <a16:creationId xmlns:a16="http://schemas.microsoft.com/office/drawing/2014/main" id="{C8276547-B1D8-E4EA-3B0F-767C582BCDB6}"/>
              </a:ext>
            </a:extLst>
          </p:cNvPr>
          <p:cNvGraphicFramePr>
            <a:graphicFrameLocks noGrp="1"/>
          </p:cNvGraphicFramePr>
          <p:nvPr>
            <p:ph idx="1"/>
            <p:extLst>
              <p:ext uri="{D42A27DB-BD31-4B8C-83A1-F6EECF244321}">
                <p14:modId xmlns:p14="http://schemas.microsoft.com/office/powerpoint/2010/main" val="1795377903"/>
              </p:ext>
            </p:extLst>
          </p:nvPr>
        </p:nvGraphicFramePr>
        <p:xfrm>
          <a:off x="4662189" y="1134682"/>
          <a:ext cx="6692748" cy="42550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E1DDAD8-1D10-4640-A034-BE90015E37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52FE7688-721D-4A97-B007-BDE056094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9E73A810-8571-4A9D-A3CB-336933AB4C0E}"/>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itle 1"/>
          <p:cNvSpPr>
            <a:spLocks noGrp="1"/>
          </p:cNvSpPr>
          <p:nvPr>
            <p:ph type="title"/>
          </p:nvPr>
        </p:nvSpPr>
        <p:spPr>
          <a:xfrm>
            <a:off x="7962519" y="618518"/>
            <a:ext cx="3084891" cy="1478570"/>
          </a:xfrm>
        </p:spPr>
        <p:txBody>
          <a:bodyPr>
            <a:normAutofit/>
          </a:bodyPr>
          <a:lstStyle/>
          <a:p>
            <a:r>
              <a:rPr lang="en-US" sz="3200"/>
              <a:t>Event Storming (quick intro)</a:t>
            </a:r>
          </a:p>
        </p:txBody>
      </p:sp>
      <p:pic>
        <p:nvPicPr>
          <p:cNvPr id="5" name="Picture 4" descr="Connected lines and dots on a purple and orange gradient background">
            <a:extLst>
              <a:ext uri="{FF2B5EF4-FFF2-40B4-BE49-F238E27FC236}">
                <a16:creationId xmlns:a16="http://schemas.microsoft.com/office/drawing/2014/main" id="{8987914C-434B-9D5F-EE00-76DBAAE02EFB}"/>
              </a:ext>
            </a:extLst>
          </p:cNvPr>
          <p:cNvPicPr>
            <a:picLocks noChangeAspect="1"/>
          </p:cNvPicPr>
          <p:nvPr/>
        </p:nvPicPr>
        <p:blipFill>
          <a:blip r:embed="rId5"/>
          <a:srcRect l="8365" r="18066" b="-1"/>
          <a:stretch>
            <a:fillRect/>
          </a:stretch>
        </p:blipFill>
        <p:spPr>
          <a:xfrm>
            <a:off x="-5597" y="10"/>
            <a:ext cx="7558541" cy="6857990"/>
          </a:xfrm>
          <a:prstGeom prst="rect">
            <a:avLst/>
          </a:prstGeom>
        </p:spPr>
      </p:pic>
      <p:grpSp>
        <p:nvGrpSpPr>
          <p:cNvPr id="13" name="Group 12">
            <a:extLst>
              <a:ext uri="{FF2B5EF4-FFF2-40B4-BE49-F238E27FC236}">
                <a16:creationId xmlns:a16="http://schemas.microsoft.com/office/drawing/2014/main" id="{FD642FB6-2808-4BC5-AE0B-7302C24B78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B0B8F04-D9A7-48E5-A29C-51A66B59DFF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D6D18883-6BFF-42BB-8088-FCCF83F9CF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1D0FEFB3-A009-4D0F-9107-C0B17786FB0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7" name="Rectangle 16">
              <a:extLst>
                <a:ext uri="{FF2B5EF4-FFF2-40B4-BE49-F238E27FC236}">
                  <a16:creationId xmlns:a16="http://schemas.microsoft.com/office/drawing/2014/main" id="{78E86C7F-B981-4448-8A1A-856F7124FF4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4C6CFFD9-BA00-4184-8310-5FC9550954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A1892DF3-4848-496C-8664-DFD32EE25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D6DB8C30-651E-4D8F-A70C-163FC58427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563DFB81-F969-4F44-BA6C-6347956423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8E5DE346-AFCA-40DA-B5E2-93A86EA54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77A34306-2AE8-43D0-9686-E97B3B53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B9CC10F0-FFCD-4CB9-AF4C-22722D20B7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2A6B0E38-C962-4491-BFDA-75378B4D67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655F640B-8407-487C-8696-F4745147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FAB4F099-4FF6-4410-A5B9-2A5355719C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6FE80B6E-3DA9-4304-9925-12E578C4E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67D1CB75-0CBA-4E13-924C-21F221D7BF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F2CC783B-FA45-4777-A76A-982B285C7C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D68F4DD3-D736-4B78-972E-F5128CFBE7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B14AF103-15B3-4796-A71A-297D37E176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B0B240FB-0453-4B6F-9F9B-C2C3305AC5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EBBBDCEE-433E-40F3-B49D-375CB162A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09B123C6-141E-4A37-B5A7-27E7764FA1F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1FA1F521-36A1-49FF-84A7-229E8970F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DE512F89-D901-4487-A42C-02345EC5FC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ED3ED0E5-3226-4B78-B3EA-C591824B8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9CBB1F68-B6DE-4ECF-B20F-328F9811E2F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A566C551-9523-4D97-A8CF-5C91F436C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9E166BA0-9268-4419-9332-2D30C212397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2" name="Rectangle 41">
              <a:extLst>
                <a:ext uri="{FF2B5EF4-FFF2-40B4-BE49-F238E27FC236}">
                  <a16:creationId xmlns:a16="http://schemas.microsoft.com/office/drawing/2014/main" id="{B700C031-AA54-4DC7-B8A2-2569B3FA653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03045EC8-ECC8-473F-8786-DE266F05B1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9337EBA2-5088-4A44-8C0B-A6EE78989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3486A705-2593-45C9-A13E-8E2FB7C35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F357321C-6DEE-4D02-A997-75E47EE0E0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D0B8F87F-3530-4BCD-A8E5-C1B83707B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5BE86BA3-AB0E-4F70-A552-0D9EB9E98E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DF5FE773-B9AE-4A3F-8EDC-165CE579BD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4A03D7BE-B358-4F8B-85EA-65E0CBF2D1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A6548877-0957-435B-A419-389A278E57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B2D5EA95-9E60-468A-8DA1-40F05C9BDA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C9B409CE-11E5-40D1-8C9B-86614EAE2A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4" name="Rectangle 53">
              <a:extLst>
                <a:ext uri="{FF2B5EF4-FFF2-40B4-BE49-F238E27FC236}">
                  <a16:creationId xmlns:a16="http://schemas.microsoft.com/office/drawing/2014/main" id="{9E594AF5-DB50-4227-AC2F-10EE5233C41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9335DCAF-74A2-4994-B5BF-1C079A40A5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1DC8E1A2-0C6B-4BA9-85F4-3645AED5DE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28F38DE0-3BEE-441A-8212-E77DA2328A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AE81208E-D239-496C-A312-506B0241B3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242FE966-DDA4-4668-B8D6-C4B0D4C78E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FB0A5F60-550F-4025-9DCE-6F42A7C064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D7B61D18-4A61-44C9-A809-40639E8C1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CB26E7EB-DC12-4BA7-B5DE-09EF2C1D0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921237B4-9D85-4611-851F-5DBD71544A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C91509DE-9FAA-4E84-BCC1-CDDBEA8AC0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C7029B06-6A09-4E46-BA86-F3C66DBDD4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FF4ACFBF-D1F2-47B1-B0EB-F08C6508B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A6FD1991-3A0E-4F63-BAD9-A98C298604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grpSp>
      <p:sp>
        <p:nvSpPr>
          <p:cNvPr id="3" name="Content Placeholder 2"/>
          <p:cNvSpPr>
            <a:spLocks noGrp="1"/>
          </p:cNvSpPr>
          <p:nvPr>
            <p:ph idx="1"/>
          </p:nvPr>
        </p:nvSpPr>
        <p:spPr>
          <a:xfrm>
            <a:off x="7962519" y="2249487"/>
            <a:ext cx="3084892" cy="3541714"/>
          </a:xfrm>
        </p:spPr>
        <p:txBody>
          <a:bodyPr>
            <a:normAutofit/>
          </a:bodyPr>
          <a:lstStyle/>
          <a:p>
            <a:r>
              <a:rPr lang="en-US" sz="1800"/>
              <a:t>Workshop technique to discover domain events</a:t>
            </a:r>
          </a:p>
          <a:p>
            <a:r>
              <a:rPr lang="en-US" sz="1800"/>
              <a:t>Sequence: Events → Commands → Policies → Aggregates</a:t>
            </a:r>
          </a:p>
          <a:p>
            <a:r>
              <a:rPr lang="en-US" sz="1800"/>
              <a:t>Great for learning a domain with experts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itle 1"/>
          <p:cNvSpPr>
            <a:spLocks noGrp="1"/>
          </p:cNvSpPr>
          <p:nvPr>
            <p:ph type="title"/>
          </p:nvPr>
        </p:nvSpPr>
        <p:spPr>
          <a:xfrm>
            <a:off x="6448425" y="618518"/>
            <a:ext cx="4598985" cy="1478570"/>
          </a:xfrm>
        </p:spPr>
        <p:txBody>
          <a:bodyPr>
            <a:normAutofit/>
          </a:bodyPr>
          <a:lstStyle/>
          <a:p>
            <a:r>
              <a:rPr lang="en-US" sz="3300"/>
              <a:t>Workflow across steps: Saga / Process Manager</a:t>
            </a:r>
          </a:p>
        </p:txBody>
      </p:sp>
      <p:pic>
        <p:nvPicPr>
          <p:cNvPr id="5" name="Picture 4">
            <a:extLst>
              <a:ext uri="{FF2B5EF4-FFF2-40B4-BE49-F238E27FC236}">
                <a16:creationId xmlns:a16="http://schemas.microsoft.com/office/drawing/2014/main" id="{EB98E863-4464-E51D-C060-8A8101C122F6}"/>
              </a:ext>
            </a:extLst>
          </p:cNvPr>
          <p:cNvPicPr>
            <a:picLocks noChangeAspect="1"/>
          </p:cNvPicPr>
          <p:nvPr/>
        </p:nvPicPr>
        <p:blipFill>
          <a:blip r:embed="rId5"/>
          <a:srcRect l="21116" r="28838"/>
          <a:stretch>
            <a:fillRect/>
          </a:stretch>
        </p:blipFill>
        <p:spPr>
          <a:xfrm>
            <a:off x="-5597" y="10"/>
            <a:ext cx="6101597" cy="6857990"/>
          </a:xfrm>
          <a:prstGeom prst="rect">
            <a:avLst/>
          </a:prstGeom>
        </p:spPr>
      </p:pic>
      <p:grpSp>
        <p:nvGrpSpPr>
          <p:cNvPr id="13" name="Group 12">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7" name="Rectangle 16">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2" name="Rectangle 41">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4" name="Rectangle 53">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grpSp>
      <p:sp>
        <p:nvSpPr>
          <p:cNvPr id="3" name="Content Placeholder 2"/>
          <p:cNvSpPr>
            <a:spLocks noGrp="1"/>
          </p:cNvSpPr>
          <p:nvPr>
            <p:ph idx="1"/>
          </p:nvPr>
        </p:nvSpPr>
        <p:spPr>
          <a:xfrm>
            <a:off x="6448425" y="2249487"/>
            <a:ext cx="4598986" cy="3541714"/>
          </a:xfrm>
        </p:spPr>
        <p:txBody>
          <a:bodyPr>
            <a:normAutofit/>
          </a:bodyPr>
          <a:lstStyle/>
          <a:p>
            <a:r>
              <a:rPr lang="en-US"/>
              <a:t>Coordinates long-running processes</a:t>
            </a:r>
          </a:p>
          <a:p>
            <a:r>
              <a:rPr lang="en-US"/>
              <a:t>Spans multiple transactions/bounded contexts</a:t>
            </a:r>
          </a:p>
          <a:p>
            <a:r>
              <a:rPr lang="en-US"/>
              <a:t>Handles retries + compensations</a:t>
            </a:r>
          </a:p>
          <a:p>
            <a:r>
              <a:rPr lang="en-US"/>
              <a:t>Useful when eventual consistency is acceptable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Worked example: Bank Transfer (context)</a:t>
            </a:r>
          </a:p>
        </p:txBody>
      </p:sp>
      <p:graphicFrame>
        <p:nvGraphicFramePr>
          <p:cNvPr id="5" name="Content Placeholder 2">
            <a:extLst>
              <a:ext uri="{FF2B5EF4-FFF2-40B4-BE49-F238E27FC236}">
                <a16:creationId xmlns:a16="http://schemas.microsoft.com/office/drawing/2014/main" id="{1CC75788-570D-3C86-5768-5CFB03FB9B08}"/>
              </a:ext>
            </a:extLst>
          </p:cNvPr>
          <p:cNvGraphicFramePr>
            <a:graphicFrameLocks noGrp="1"/>
          </p:cNvGraphicFramePr>
          <p:nvPr>
            <p:ph idx="1"/>
            <p:extLst>
              <p:ext uri="{D42A27DB-BD31-4B8C-83A1-F6EECF244321}">
                <p14:modId xmlns:p14="http://schemas.microsoft.com/office/powerpoint/2010/main" val="763022286"/>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1478570"/>
          </a:xfrm>
        </p:spPr>
        <p:txBody>
          <a:bodyPr>
            <a:normAutofit/>
          </a:bodyPr>
          <a:lstStyle/>
          <a:p>
            <a:r>
              <a:t>Example Aggregate: Account (rules)</a:t>
            </a:r>
          </a:p>
        </p:txBody>
      </p:sp>
      <p:graphicFrame>
        <p:nvGraphicFramePr>
          <p:cNvPr id="69" name="Content Placeholder 2">
            <a:extLst>
              <a:ext uri="{FF2B5EF4-FFF2-40B4-BE49-F238E27FC236}">
                <a16:creationId xmlns:a16="http://schemas.microsoft.com/office/drawing/2014/main" id="{0AC79A4C-3591-D182-AAD2-70A9D2F4EC6D}"/>
              </a:ext>
            </a:extLst>
          </p:cNvPr>
          <p:cNvGraphicFramePr>
            <a:graphicFrameLocks noGrp="1"/>
          </p:cNvGraphicFramePr>
          <p:nvPr>
            <p:ph idx="1"/>
            <p:extLst>
              <p:ext uri="{D42A27DB-BD31-4B8C-83A1-F6EECF244321}">
                <p14:modId xmlns:p14="http://schemas.microsoft.com/office/powerpoint/2010/main" val="3260784018"/>
              </p:ext>
            </p:extLst>
          </p:nvPr>
        </p:nvGraphicFramePr>
        <p:xfrm>
          <a:off x="1141413" y="2418820"/>
          <a:ext cx="9906000" cy="31427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1478570"/>
          </a:xfrm>
        </p:spPr>
        <p:txBody>
          <a:bodyPr>
            <a:normAutofit/>
          </a:bodyPr>
          <a:lstStyle/>
          <a:p>
            <a:r>
              <a:rPr dirty="0"/>
              <a:t>Application service: Transfer</a:t>
            </a:r>
            <a:r>
              <a:rPr lang="en-US" dirty="0"/>
              <a:t> </a:t>
            </a:r>
            <a:r>
              <a:rPr dirty="0"/>
              <a:t>Money (role)</a:t>
            </a:r>
          </a:p>
        </p:txBody>
      </p:sp>
      <p:graphicFrame>
        <p:nvGraphicFramePr>
          <p:cNvPr id="5" name="Content Placeholder 2">
            <a:extLst>
              <a:ext uri="{FF2B5EF4-FFF2-40B4-BE49-F238E27FC236}">
                <a16:creationId xmlns:a16="http://schemas.microsoft.com/office/drawing/2014/main" id="{06300D35-401A-9853-B849-65DE11147C3F}"/>
              </a:ext>
            </a:extLst>
          </p:cNvPr>
          <p:cNvGraphicFramePr>
            <a:graphicFrameLocks noGrp="1"/>
          </p:cNvGraphicFramePr>
          <p:nvPr>
            <p:ph idx="1"/>
            <p:extLst>
              <p:ext uri="{D42A27DB-BD31-4B8C-83A1-F6EECF244321}">
                <p14:modId xmlns:p14="http://schemas.microsoft.com/office/powerpoint/2010/main" val="1558356319"/>
              </p:ext>
            </p:extLst>
          </p:nvPr>
        </p:nvGraphicFramePr>
        <p:xfrm>
          <a:off x="1141413" y="2418820"/>
          <a:ext cx="9906000" cy="31427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rPr dirty="0"/>
              <a:t>Consistency &amp; concurrency</a:t>
            </a:r>
          </a:p>
        </p:txBody>
      </p:sp>
      <p:graphicFrame>
        <p:nvGraphicFramePr>
          <p:cNvPr id="5" name="Content Placeholder 2">
            <a:extLst>
              <a:ext uri="{FF2B5EF4-FFF2-40B4-BE49-F238E27FC236}">
                <a16:creationId xmlns:a16="http://schemas.microsoft.com/office/drawing/2014/main" id="{BE65A033-B6B0-3ED6-BD9C-091C4C15BBD9}"/>
              </a:ext>
            </a:extLst>
          </p:cNvPr>
          <p:cNvGraphicFramePr>
            <a:graphicFrameLocks noGrp="1"/>
          </p:cNvGraphicFramePr>
          <p:nvPr>
            <p:ph idx="1"/>
            <p:extLst>
              <p:ext uri="{D42A27DB-BD31-4B8C-83A1-F6EECF244321}">
                <p14:modId xmlns:p14="http://schemas.microsoft.com/office/powerpoint/2010/main" val="1877775171"/>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270675-9512-4978-8583-36659256E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Integration between contexts</a:t>
            </a:r>
          </a:p>
        </p:txBody>
      </p:sp>
      <p:graphicFrame>
        <p:nvGraphicFramePr>
          <p:cNvPr id="5" name="Content Placeholder 2">
            <a:extLst>
              <a:ext uri="{FF2B5EF4-FFF2-40B4-BE49-F238E27FC236}">
                <a16:creationId xmlns:a16="http://schemas.microsoft.com/office/drawing/2014/main" id="{411267DF-F536-BD32-D1FD-701A1AE9D77E}"/>
              </a:ext>
            </a:extLst>
          </p:cNvPr>
          <p:cNvGraphicFramePr>
            <a:graphicFrameLocks noGrp="1"/>
          </p:cNvGraphicFramePr>
          <p:nvPr>
            <p:ph idx="1"/>
            <p:extLst>
              <p:ext uri="{D42A27DB-BD31-4B8C-83A1-F6EECF244321}">
                <p14:modId xmlns:p14="http://schemas.microsoft.com/office/powerpoint/2010/main" val="1871469912"/>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CQRS (optional)</a:t>
            </a:r>
          </a:p>
        </p:txBody>
      </p:sp>
      <p:graphicFrame>
        <p:nvGraphicFramePr>
          <p:cNvPr id="5" name="Content Placeholder 2">
            <a:extLst>
              <a:ext uri="{FF2B5EF4-FFF2-40B4-BE49-F238E27FC236}">
                <a16:creationId xmlns:a16="http://schemas.microsoft.com/office/drawing/2014/main" id="{C4DFD878-9054-6D6D-0471-50FF24F82D6D}"/>
              </a:ext>
            </a:extLst>
          </p:cNvPr>
          <p:cNvGraphicFramePr>
            <a:graphicFrameLocks noGrp="1"/>
          </p:cNvGraphicFramePr>
          <p:nvPr>
            <p:ph idx="1"/>
            <p:extLst>
              <p:ext uri="{D42A27DB-BD31-4B8C-83A1-F6EECF244321}">
                <p14:modId xmlns:p14="http://schemas.microsoft.com/office/powerpoint/2010/main" val="3519222645"/>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270675-9512-4978-8583-36659256E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Read model vs Write model</a:t>
            </a:r>
          </a:p>
        </p:txBody>
      </p:sp>
      <p:graphicFrame>
        <p:nvGraphicFramePr>
          <p:cNvPr id="5" name="Content Placeholder 2">
            <a:extLst>
              <a:ext uri="{FF2B5EF4-FFF2-40B4-BE49-F238E27FC236}">
                <a16:creationId xmlns:a16="http://schemas.microsoft.com/office/drawing/2014/main" id="{BFFBCB2B-BCE1-B545-0FCF-DFFA28EB7371}"/>
              </a:ext>
            </a:extLst>
          </p:cNvPr>
          <p:cNvGraphicFramePr>
            <a:graphicFrameLocks noGrp="1"/>
          </p:cNvGraphicFramePr>
          <p:nvPr>
            <p:ph idx="1"/>
            <p:extLst>
              <p:ext uri="{D42A27DB-BD31-4B8C-83A1-F6EECF244321}">
                <p14:modId xmlns:p14="http://schemas.microsoft.com/office/powerpoint/2010/main" val="1168699513"/>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1141413" y="1082673"/>
            <a:ext cx="2869416" cy="4708528"/>
          </a:xfrm>
        </p:spPr>
        <p:txBody>
          <a:bodyPr>
            <a:normAutofit/>
          </a:bodyPr>
          <a:lstStyle/>
          <a:p>
            <a:pPr algn="r"/>
            <a:r>
              <a:rPr lang="en-US" sz="4000"/>
              <a:t>Event Sourcing (optional)</a:t>
            </a:r>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297763" y="1082673"/>
            <a:ext cx="5751237" cy="4708528"/>
          </a:xfrm>
        </p:spPr>
        <p:txBody>
          <a:bodyPr anchor="ctr">
            <a:normAutofit/>
          </a:bodyPr>
          <a:lstStyle/>
          <a:p>
            <a:r>
              <a:rPr lang="en-US" sz="1800"/>
              <a:t>Store domain events as the source of truth</a:t>
            </a:r>
          </a:p>
          <a:p>
            <a:r>
              <a:rPr lang="en-US" sz="1800"/>
              <a:t>Rebuild state by replaying events (or snapshots)</a:t>
            </a:r>
          </a:p>
          <a:p>
            <a:r>
              <a:rPr lang="en-US" sz="1800"/>
              <a:t>Pros/Cons</a:t>
            </a:r>
          </a:p>
          <a:p>
            <a:pPr lvl="1"/>
            <a:r>
              <a:rPr lang="en-US" sz="1800"/>
              <a:t>Great audit trail</a:t>
            </a:r>
          </a:p>
          <a:p>
            <a:pPr lvl="1"/>
            <a:r>
              <a:rPr lang="en-US" sz="1800"/>
              <a:t>More operational complexity</a:t>
            </a:r>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itle 1"/>
          <p:cNvSpPr>
            <a:spLocks noGrp="1"/>
          </p:cNvSpPr>
          <p:nvPr>
            <p:ph type="title"/>
          </p:nvPr>
        </p:nvSpPr>
        <p:spPr>
          <a:xfrm>
            <a:off x="6448425" y="618518"/>
            <a:ext cx="4598985" cy="1478570"/>
          </a:xfrm>
        </p:spPr>
        <p:txBody>
          <a:bodyPr>
            <a:normAutofit/>
          </a:bodyPr>
          <a:lstStyle/>
          <a:p>
            <a:r>
              <a:t>Testing in DDD</a:t>
            </a:r>
          </a:p>
        </p:txBody>
      </p:sp>
      <p:pic>
        <p:nvPicPr>
          <p:cNvPr id="5" name="Picture 4" descr="Sample being pipetted into a petri dish">
            <a:extLst>
              <a:ext uri="{FF2B5EF4-FFF2-40B4-BE49-F238E27FC236}">
                <a16:creationId xmlns:a16="http://schemas.microsoft.com/office/drawing/2014/main" id="{FE2B9622-65B0-5F2E-123B-3F08E6778B2B}"/>
              </a:ext>
            </a:extLst>
          </p:cNvPr>
          <p:cNvPicPr>
            <a:picLocks noChangeAspect="1"/>
          </p:cNvPicPr>
          <p:nvPr/>
        </p:nvPicPr>
        <p:blipFill>
          <a:blip r:embed="rId5"/>
          <a:srcRect l="33495" r="-2" b="-2"/>
          <a:stretch>
            <a:fillRect/>
          </a:stretch>
        </p:blipFill>
        <p:spPr>
          <a:xfrm>
            <a:off x="-5597" y="10"/>
            <a:ext cx="6101597" cy="6857990"/>
          </a:xfrm>
          <a:prstGeom prst="rect">
            <a:avLst/>
          </a:prstGeom>
        </p:spPr>
      </p:pic>
      <p:grpSp>
        <p:nvGrpSpPr>
          <p:cNvPr id="13" name="Group 12">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7" name="Rectangle 16">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2" name="Rectangle 41">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4" name="Rectangle 53">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grpSp>
      <p:sp>
        <p:nvSpPr>
          <p:cNvPr id="3" name="Content Placeholder 2"/>
          <p:cNvSpPr>
            <a:spLocks noGrp="1"/>
          </p:cNvSpPr>
          <p:nvPr>
            <p:ph idx="1"/>
          </p:nvPr>
        </p:nvSpPr>
        <p:spPr>
          <a:xfrm>
            <a:off x="6448425" y="2249487"/>
            <a:ext cx="4598986" cy="3541714"/>
          </a:xfrm>
        </p:spPr>
        <p:txBody>
          <a:bodyPr>
            <a:normAutofit/>
          </a:bodyPr>
          <a:lstStyle/>
          <a:p>
            <a:r>
              <a:rPr lang="en-US"/>
              <a:t>Unit test aggregates and value objects</a:t>
            </a:r>
          </a:p>
          <a:p>
            <a:r>
              <a:rPr lang="en-US"/>
              <a:t>Use Given/When/Then scenarios</a:t>
            </a:r>
          </a:p>
          <a:p>
            <a:r>
              <a:rPr lang="en-US"/>
              <a:t>Integration tests for repositories + messaging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B9C16B-AC4A-44ED-9075-F76549B46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2A2FEB6-F419-4684-9ABC-9E32E012E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2" name="Rectangle 5">
              <a:extLst>
                <a:ext uri="{FF2B5EF4-FFF2-40B4-BE49-F238E27FC236}">
                  <a16:creationId xmlns:a16="http://schemas.microsoft.com/office/drawing/2014/main" id="{21E24A15-28D6-4CEB-9268-0BB0BEEAF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3" name="Freeform 6">
              <a:extLst>
                <a:ext uri="{FF2B5EF4-FFF2-40B4-BE49-F238E27FC236}">
                  <a16:creationId xmlns:a16="http://schemas.microsoft.com/office/drawing/2014/main" id="{4345933F-9633-4510-90E1-08B0E2A19E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7">
              <a:extLst>
                <a:ext uri="{FF2B5EF4-FFF2-40B4-BE49-F238E27FC236}">
                  <a16:creationId xmlns:a16="http://schemas.microsoft.com/office/drawing/2014/main" id="{C68A48FB-1BE4-4053-A76F-5A5511BA0E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8">
              <a:extLst>
                <a:ext uri="{FF2B5EF4-FFF2-40B4-BE49-F238E27FC236}">
                  <a16:creationId xmlns:a16="http://schemas.microsoft.com/office/drawing/2014/main" id="{8149777B-6A9F-4C95-BF44-F9646450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9">
              <a:extLst>
                <a:ext uri="{FF2B5EF4-FFF2-40B4-BE49-F238E27FC236}">
                  <a16:creationId xmlns:a16="http://schemas.microsoft.com/office/drawing/2014/main" id="{0654845E-622A-4AD3-8F3A-6E1DEAB5FC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0">
              <a:extLst>
                <a:ext uri="{FF2B5EF4-FFF2-40B4-BE49-F238E27FC236}">
                  <a16:creationId xmlns:a16="http://schemas.microsoft.com/office/drawing/2014/main" id="{DF1C0739-3D08-4C83-857E-B0724A6E8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1">
              <a:extLst>
                <a:ext uri="{FF2B5EF4-FFF2-40B4-BE49-F238E27FC236}">
                  <a16:creationId xmlns:a16="http://schemas.microsoft.com/office/drawing/2014/main" id="{D235EAA0-7D5A-453A-9643-EE7A4954E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2">
              <a:extLst>
                <a:ext uri="{FF2B5EF4-FFF2-40B4-BE49-F238E27FC236}">
                  <a16:creationId xmlns:a16="http://schemas.microsoft.com/office/drawing/2014/main" id="{94C6FB7C-72DE-42DE-8F58-CCE9B8F556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3">
              <a:extLst>
                <a:ext uri="{FF2B5EF4-FFF2-40B4-BE49-F238E27FC236}">
                  <a16:creationId xmlns:a16="http://schemas.microsoft.com/office/drawing/2014/main" id="{FE31E0FE-EC8D-4EA7-BD9D-02F8C54FDB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4">
              <a:extLst>
                <a:ext uri="{FF2B5EF4-FFF2-40B4-BE49-F238E27FC236}">
                  <a16:creationId xmlns:a16="http://schemas.microsoft.com/office/drawing/2014/main" id="{69FE4B12-13E0-48F9-9E18-66406B8D3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15">
              <a:extLst>
                <a:ext uri="{FF2B5EF4-FFF2-40B4-BE49-F238E27FC236}">
                  <a16:creationId xmlns:a16="http://schemas.microsoft.com/office/drawing/2014/main" id="{87FAADC3-B321-43EE-B8F3-2842D84098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Line 16">
              <a:extLst>
                <a:ext uri="{FF2B5EF4-FFF2-40B4-BE49-F238E27FC236}">
                  <a16:creationId xmlns:a16="http://schemas.microsoft.com/office/drawing/2014/main" id="{90461464-1683-402F-A72B-8558CC67774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4" name="Freeform 17">
              <a:extLst>
                <a:ext uri="{FF2B5EF4-FFF2-40B4-BE49-F238E27FC236}">
                  <a16:creationId xmlns:a16="http://schemas.microsoft.com/office/drawing/2014/main" id="{70F594E7-32D0-45B9-A3CF-636CF6FCB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8">
              <a:extLst>
                <a:ext uri="{FF2B5EF4-FFF2-40B4-BE49-F238E27FC236}">
                  <a16:creationId xmlns:a16="http://schemas.microsoft.com/office/drawing/2014/main" id="{8AEF60E1-26C2-4E3C-B839-347DDD23C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19">
              <a:extLst>
                <a:ext uri="{FF2B5EF4-FFF2-40B4-BE49-F238E27FC236}">
                  <a16:creationId xmlns:a16="http://schemas.microsoft.com/office/drawing/2014/main" id="{792FE54B-EE9D-4E57-B6BC-6A9196BE8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20">
              <a:extLst>
                <a:ext uri="{FF2B5EF4-FFF2-40B4-BE49-F238E27FC236}">
                  <a16:creationId xmlns:a16="http://schemas.microsoft.com/office/drawing/2014/main" id="{72BE56DF-619D-463E-8F88-CABA09DA88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Rectangle 21">
              <a:extLst>
                <a:ext uri="{FF2B5EF4-FFF2-40B4-BE49-F238E27FC236}">
                  <a16:creationId xmlns:a16="http://schemas.microsoft.com/office/drawing/2014/main" id="{C7430457-1935-4BBF-A6A7-7C3125A02E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9" name="Freeform 22">
              <a:extLst>
                <a:ext uri="{FF2B5EF4-FFF2-40B4-BE49-F238E27FC236}">
                  <a16:creationId xmlns:a16="http://schemas.microsoft.com/office/drawing/2014/main" id="{BB006150-E547-4E84-A2B1-59131F3D5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3">
              <a:extLst>
                <a:ext uri="{FF2B5EF4-FFF2-40B4-BE49-F238E27FC236}">
                  <a16:creationId xmlns:a16="http://schemas.microsoft.com/office/drawing/2014/main" id="{5A8CD074-956B-41A4-870B-001554B69B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4">
              <a:extLst>
                <a:ext uri="{FF2B5EF4-FFF2-40B4-BE49-F238E27FC236}">
                  <a16:creationId xmlns:a16="http://schemas.microsoft.com/office/drawing/2014/main" id="{070C253B-974E-459F-AD0B-705722482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5">
              <a:extLst>
                <a:ext uri="{FF2B5EF4-FFF2-40B4-BE49-F238E27FC236}">
                  <a16:creationId xmlns:a16="http://schemas.microsoft.com/office/drawing/2014/main" id="{BBC07B3D-A631-44EA-861A-7D80383A10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6">
              <a:extLst>
                <a:ext uri="{FF2B5EF4-FFF2-40B4-BE49-F238E27FC236}">
                  <a16:creationId xmlns:a16="http://schemas.microsoft.com/office/drawing/2014/main" id="{32039DC6-B4CF-4A5A-8D17-3A568D12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7">
              <a:extLst>
                <a:ext uri="{FF2B5EF4-FFF2-40B4-BE49-F238E27FC236}">
                  <a16:creationId xmlns:a16="http://schemas.microsoft.com/office/drawing/2014/main" id="{99E0C81F-5D8D-4AF8-BDE5-4DF75868F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8">
              <a:extLst>
                <a:ext uri="{FF2B5EF4-FFF2-40B4-BE49-F238E27FC236}">
                  <a16:creationId xmlns:a16="http://schemas.microsoft.com/office/drawing/2014/main" id="{0D946680-855C-41EC-BBA2-61F6F776E5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9">
              <a:extLst>
                <a:ext uri="{FF2B5EF4-FFF2-40B4-BE49-F238E27FC236}">
                  <a16:creationId xmlns:a16="http://schemas.microsoft.com/office/drawing/2014/main" id="{E6FAD9E8-6E13-45A0-A5D6-8BCAD27B40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0">
              <a:extLst>
                <a:ext uri="{FF2B5EF4-FFF2-40B4-BE49-F238E27FC236}">
                  <a16:creationId xmlns:a16="http://schemas.microsoft.com/office/drawing/2014/main" id="{0CCBC8FA-0581-454F-9FD1-6B6102A1A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31">
              <a:extLst>
                <a:ext uri="{FF2B5EF4-FFF2-40B4-BE49-F238E27FC236}">
                  <a16:creationId xmlns:a16="http://schemas.microsoft.com/office/drawing/2014/main" id="{5D6C328F-65A5-41E8-86E9-E4E638CC3B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40" name="Picture 2">
            <a:extLst>
              <a:ext uri="{FF2B5EF4-FFF2-40B4-BE49-F238E27FC236}">
                <a16:creationId xmlns:a16="http://schemas.microsoft.com/office/drawing/2014/main" id="{3E94A106-9341-485C-9057-9D62B2BD08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42" name="Rectangle 41">
            <a:extLst>
              <a:ext uri="{FF2B5EF4-FFF2-40B4-BE49-F238E27FC236}">
                <a16:creationId xmlns:a16="http://schemas.microsoft.com/office/drawing/2014/main" id="{B53044DC-4918-43DA-B49D-91673C6C94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1DCE6B36-1420-43AB-86CF-4E653A517B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45" name="Rectangle 5">
              <a:extLst>
                <a:ext uri="{FF2B5EF4-FFF2-40B4-BE49-F238E27FC236}">
                  <a16:creationId xmlns:a16="http://schemas.microsoft.com/office/drawing/2014/main" id="{72626E0B-9628-468E-A713-011C02F60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46" name="Freeform 6">
              <a:extLst>
                <a:ext uri="{FF2B5EF4-FFF2-40B4-BE49-F238E27FC236}">
                  <a16:creationId xmlns:a16="http://schemas.microsoft.com/office/drawing/2014/main" id="{93F7977A-BD91-4B0D-9A8D-372DB67AD8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7">
              <a:extLst>
                <a:ext uri="{FF2B5EF4-FFF2-40B4-BE49-F238E27FC236}">
                  <a16:creationId xmlns:a16="http://schemas.microsoft.com/office/drawing/2014/main" id="{9FEE6A56-01A1-404D-864E-1C2587C9AF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8">
              <a:extLst>
                <a:ext uri="{FF2B5EF4-FFF2-40B4-BE49-F238E27FC236}">
                  <a16:creationId xmlns:a16="http://schemas.microsoft.com/office/drawing/2014/main" id="{E74DBBF2-EF6F-4E3E-B183-F8EEE7609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9">
              <a:extLst>
                <a:ext uri="{FF2B5EF4-FFF2-40B4-BE49-F238E27FC236}">
                  <a16:creationId xmlns:a16="http://schemas.microsoft.com/office/drawing/2014/main" id="{ABCF0F27-B056-474C-A0FB-1DB747A92F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10">
              <a:extLst>
                <a:ext uri="{FF2B5EF4-FFF2-40B4-BE49-F238E27FC236}">
                  <a16:creationId xmlns:a16="http://schemas.microsoft.com/office/drawing/2014/main" id="{0A0A5B7B-BA2A-45CC-AABE-9D5B08A5D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Freeform 11">
              <a:extLst>
                <a:ext uri="{FF2B5EF4-FFF2-40B4-BE49-F238E27FC236}">
                  <a16:creationId xmlns:a16="http://schemas.microsoft.com/office/drawing/2014/main" id="{3C9A5D2B-1787-4954-9108-B9D497A87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2" name="Freeform 12">
              <a:extLst>
                <a:ext uri="{FF2B5EF4-FFF2-40B4-BE49-F238E27FC236}">
                  <a16:creationId xmlns:a16="http://schemas.microsoft.com/office/drawing/2014/main" id="{818C4F8B-7556-49A7-83C6-C8F631F6A9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3" name="Freeform 13">
              <a:extLst>
                <a:ext uri="{FF2B5EF4-FFF2-40B4-BE49-F238E27FC236}">
                  <a16:creationId xmlns:a16="http://schemas.microsoft.com/office/drawing/2014/main" id="{22BED614-D078-47EA-9C72-190217FDD5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4" name="Freeform 14">
              <a:extLst>
                <a:ext uri="{FF2B5EF4-FFF2-40B4-BE49-F238E27FC236}">
                  <a16:creationId xmlns:a16="http://schemas.microsoft.com/office/drawing/2014/main" id="{73DE0BF2-86D7-4038-AC4B-AF0F116A5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5" name="Freeform 15">
              <a:extLst>
                <a:ext uri="{FF2B5EF4-FFF2-40B4-BE49-F238E27FC236}">
                  <a16:creationId xmlns:a16="http://schemas.microsoft.com/office/drawing/2014/main" id="{11D8BB55-D027-420C-9EF9-49B3BA79DC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6" name="Line 16">
              <a:extLst>
                <a:ext uri="{FF2B5EF4-FFF2-40B4-BE49-F238E27FC236}">
                  <a16:creationId xmlns:a16="http://schemas.microsoft.com/office/drawing/2014/main" id="{3FAEF5CE-07ED-46A7-9777-D86C7071958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57" name="Freeform 17">
              <a:extLst>
                <a:ext uri="{FF2B5EF4-FFF2-40B4-BE49-F238E27FC236}">
                  <a16:creationId xmlns:a16="http://schemas.microsoft.com/office/drawing/2014/main" id="{29CAFB1A-357C-4313-B734-1CD4E4F9D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8" name="Freeform 18">
              <a:extLst>
                <a:ext uri="{FF2B5EF4-FFF2-40B4-BE49-F238E27FC236}">
                  <a16:creationId xmlns:a16="http://schemas.microsoft.com/office/drawing/2014/main" id="{653161D3-8634-4BB7-A2BC-028C4EAA1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9" name="Freeform 19">
              <a:extLst>
                <a:ext uri="{FF2B5EF4-FFF2-40B4-BE49-F238E27FC236}">
                  <a16:creationId xmlns:a16="http://schemas.microsoft.com/office/drawing/2014/main" id="{9537546A-6FF1-408B-AFE2-BBF7D3482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0" name="Freeform 20">
              <a:extLst>
                <a:ext uri="{FF2B5EF4-FFF2-40B4-BE49-F238E27FC236}">
                  <a16:creationId xmlns:a16="http://schemas.microsoft.com/office/drawing/2014/main" id="{F73EE662-79B7-404B-B1B8-0E096BE4CD6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1" name="Rectangle 21">
              <a:extLst>
                <a:ext uri="{FF2B5EF4-FFF2-40B4-BE49-F238E27FC236}">
                  <a16:creationId xmlns:a16="http://schemas.microsoft.com/office/drawing/2014/main" id="{B6DDB906-1F52-4D64-8493-4816EDDD34C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62" name="Freeform 22">
              <a:extLst>
                <a:ext uri="{FF2B5EF4-FFF2-40B4-BE49-F238E27FC236}">
                  <a16:creationId xmlns:a16="http://schemas.microsoft.com/office/drawing/2014/main" id="{4FA472A5-ABEA-4961-897B-7EB96AF09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3" name="Freeform 23">
              <a:extLst>
                <a:ext uri="{FF2B5EF4-FFF2-40B4-BE49-F238E27FC236}">
                  <a16:creationId xmlns:a16="http://schemas.microsoft.com/office/drawing/2014/main" id="{54226E99-C38F-4456-A1F8-8897483FD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4" name="Freeform 24">
              <a:extLst>
                <a:ext uri="{FF2B5EF4-FFF2-40B4-BE49-F238E27FC236}">
                  <a16:creationId xmlns:a16="http://schemas.microsoft.com/office/drawing/2014/main" id="{0A4A0196-A383-4629-B9A5-9C87E846C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5" name="Freeform 25">
              <a:extLst>
                <a:ext uri="{FF2B5EF4-FFF2-40B4-BE49-F238E27FC236}">
                  <a16:creationId xmlns:a16="http://schemas.microsoft.com/office/drawing/2014/main" id="{BA5E608D-2E7B-4662-A9A0-18D4E0F0DC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6" name="Freeform 26">
              <a:extLst>
                <a:ext uri="{FF2B5EF4-FFF2-40B4-BE49-F238E27FC236}">
                  <a16:creationId xmlns:a16="http://schemas.microsoft.com/office/drawing/2014/main" id="{5E211F37-790F-4BD7-B055-022AE0C2E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7" name="Freeform 27">
              <a:extLst>
                <a:ext uri="{FF2B5EF4-FFF2-40B4-BE49-F238E27FC236}">
                  <a16:creationId xmlns:a16="http://schemas.microsoft.com/office/drawing/2014/main" id="{96F375D0-232A-490A-9499-CB5FBA3F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8" name="Freeform 28">
              <a:extLst>
                <a:ext uri="{FF2B5EF4-FFF2-40B4-BE49-F238E27FC236}">
                  <a16:creationId xmlns:a16="http://schemas.microsoft.com/office/drawing/2014/main" id="{6B33B423-FD0F-4780-A0D6-32FC040B37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9" name="Freeform 29">
              <a:extLst>
                <a:ext uri="{FF2B5EF4-FFF2-40B4-BE49-F238E27FC236}">
                  <a16:creationId xmlns:a16="http://schemas.microsoft.com/office/drawing/2014/main" id="{B6BD1710-838F-4CDD-A000-C6C710A6A0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0" name="Freeform 30">
              <a:extLst>
                <a:ext uri="{FF2B5EF4-FFF2-40B4-BE49-F238E27FC236}">
                  <a16:creationId xmlns:a16="http://schemas.microsoft.com/office/drawing/2014/main" id="{0BB93533-1C95-4B0A-B0E2-168602B08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1" name="Freeform 31">
              <a:extLst>
                <a:ext uri="{FF2B5EF4-FFF2-40B4-BE49-F238E27FC236}">
                  <a16:creationId xmlns:a16="http://schemas.microsoft.com/office/drawing/2014/main" id="{CB0B113D-1987-4D89-A475-511E092FE1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73" name="Picture 2">
            <a:extLst>
              <a:ext uri="{FF2B5EF4-FFF2-40B4-BE49-F238E27FC236}">
                <a16:creationId xmlns:a16="http://schemas.microsoft.com/office/drawing/2014/main" id="{9BE36DBF-0333-4D36-A5BF-81FDA2406F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2" name="Title 1"/>
          <p:cNvSpPr>
            <a:spLocks noGrp="1"/>
          </p:cNvSpPr>
          <p:nvPr>
            <p:ph type="title"/>
          </p:nvPr>
        </p:nvSpPr>
        <p:spPr>
          <a:xfrm>
            <a:off x="853330" y="1134681"/>
            <a:ext cx="2743310" cy="4255025"/>
          </a:xfrm>
        </p:spPr>
        <p:txBody>
          <a:bodyPr>
            <a:normAutofit/>
          </a:bodyPr>
          <a:lstStyle/>
          <a:p>
            <a:r>
              <a:rPr lang="en-US">
                <a:solidFill>
                  <a:srgbClr val="FFFFFF"/>
                </a:solidFill>
              </a:rPr>
              <a:t>Common pitfalls</a:t>
            </a:r>
          </a:p>
        </p:txBody>
      </p:sp>
      <p:graphicFrame>
        <p:nvGraphicFramePr>
          <p:cNvPr id="5" name="Content Placeholder 2">
            <a:extLst>
              <a:ext uri="{FF2B5EF4-FFF2-40B4-BE49-F238E27FC236}">
                <a16:creationId xmlns:a16="http://schemas.microsoft.com/office/drawing/2014/main" id="{784D0118-55D0-4CF1-7D68-DCFE59C92773}"/>
              </a:ext>
            </a:extLst>
          </p:cNvPr>
          <p:cNvGraphicFramePr>
            <a:graphicFrameLocks noGrp="1"/>
          </p:cNvGraphicFramePr>
          <p:nvPr>
            <p:ph idx="1"/>
            <p:extLst>
              <p:ext uri="{D42A27DB-BD31-4B8C-83A1-F6EECF244321}">
                <p14:modId xmlns:p14="http://schemas.microsoft.com/office/powerpoint/2010/main" val="1207361043"/>
              </p:ext>
            </p:extLst>
          </p:nvPr>
        </p:nvGraphicFramePr>
        <p:xfrm>
          <a:off x="4662189" y="1134682"/>
          <a:ext cx="6692748" cy="42550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B9C16B-AC4A-44ED-9075-F76549B46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2A2FEB6-F419-4684-9ABC-9E32E012E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2" name="Rectangle 5">
              <a:extLst>
                <a:ext uri="{FF2B5EF4-FFF2-40B4-BE49-F238E27FC236}">
                  <a16:creationId xmlns:a16="http://schemas.microsoft.com/office/drawing/2014/main" id="{21E24A15-28D6-4CEB-9268-0BB0BEEAF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3" name="Freeform 6">
              <a:extLst>
                <a:ext uri="{FF2B5EF4-FFF2-40B4-BE49-F238E27FC236}">
                  <a16:creationId xmlns:a16="http://schemas.microsoft.com/office/drawing/2014/main" id="{4345933F-9633-4510-90E1-08B0E2A19E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7">
              <a:extLst>
                <a:ext uri="{FF2B5EF4-FFF2-40B4-BE49-F238E27FC236}">
                  <a16:creationId xmlns:a16="http://schemas.microsoft.com/office/drawing/2014/main" id="{C68A48FB-1BE4-4053-A76F-5A5511BA0E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8">
              <a:extLst>
                <a:ext uri="{FF2B5EF4-FFF2-40B4-BE49-F238E27FC236}">
                  <a16:creationId xmlns:a16="http://schemas.microsoft.com/office/drawing/2014/main" id="{8149777B-6A9F-4C95-BF44-F9646450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9">
              <a:extLst>
                <a:ext uri="{FF2B5EF4-FFF2-40B4-BE49-F238E27FC236}">
                  <a16:creationId xmlns:a16="http://schemas.microsoft.com/office/drawing/2014/main" id="{0654845E-622A-4AD3-8F3A-6E1DEAB5FC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0">
              <a:extLst>
                <a:ext uri="{FF2B5EF4-FFF2-40B4-BE49-F238E27FC236}">
                  <a16:creationId xmlns:a16="http://schemas.microsoft.com/office/drawing/2014/main" id="{DF1C0739-3D08-4C83-857E-B0724A6E8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1">
              <a:extLst>
                <a:ext uri="{FF2B5EF4-FFF2-40B4-BE49-F238E27FC236}">
                  <a16:creationId xmlns:a16="http://schemas.microsoft.com/office/drawing/2014/main" id="{D235EAA0-7D5A-453A-9643-EE7A4954E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2">
              <a:extLst>
                <a:ext uri="{FF2B5EF4-FFF2-40B4-BE49-F238E27FC236}">
                  <a16:creationId xmlns:a16="http://schemas.microsoft.com/office/drawing/2014/main" id="{94C6FB7C-72DE-42DE-8F58-CCE9B8F556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3">
              <a:extLst>
                <a:ext uri="{FF2B5EF4-FFF2-40B4-BE49-F238E27FC236}">
                  <a16:creationId xmlns:a16="http://schemas.microsoft.com/office/drawing/2014/main" id="{FE31E0FE-EC8D-4EA7-BD9D-02F8C54FDB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4">
              <a:extLst>
                <a:ext uri="{FF2B5EF4-FFF2-40B4-BE49-F238E27FC236}">
                  <a16:creationId xmlns:a16="http://schemas.microsoft.com/office/drawing/2014/main" id="{69FE4B12-13E0-48F9-9E18-66406B8D3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15">
              <a:extLst>
                <a:ext uri="{FF2B5EF4-FFF2-40B4-BE49-F238E27FC236}">
                  <a16:creationId xmlns:a16="http://schemas.microsoft.com/office/drawing/2014/main" id="{87FAADC3-B321-43EE-B8F3-2842D84098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Line 16">
              <a:extLst>
                <a:ext uri="{FF2B5EF4-FFF2-40B4-BE49-F238E27FC236}">
                  <a16:creationId xmlns:a16="http://schemas.microsoft.com/office/drawing/2014/main" id="{90461464-1683-402F-A72B-8558CC67774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4" name="Freeform 17">
              <a:extLst>
                <a:ext uri="{FF2B5EF4-FFF2-40B4-BE49-F238E27FC236}">
                  <a16:creationId xmlns:a16="http://schemas.microsoft.com/office/drawing/2014/main" id="{70F594E7-32D0-45B9-A3CF-636CF6FCB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8">
              <a:extLst>
                <a:ext uri="{FF2B5EF4-FFF2-40B4-BE49-F238E27FC236}">
                  <a16:creationId xmlns:a16="http://schemas.microsoft.com/office/drawing/2014/main" id="{8AEF60E1-26C2-4E3C-B839-347DDD23C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19">
              <a:extLst>
                <a:ext uri="{FF2B5EF4-FFF2-40B4-BE49-F238E27FC236}">
                  <a16:creationId xmlns:a16="http://schemas.microsoft.com/office/drawing/2014/main" id="{792FE54B-EE9D-4E57-B6BC-6A9196BE8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20">
              <a:extLst>
                <a:ext uri="{FF2B5EF4-FFF2-40B4-BE49-F238E27FC236}">
                  <a16:creationId xmlns:a16="http://schemas.microsoft.com/office/drawing/2014/main" id="{72BE56DF-619D-463E-8F88-CABA09DA88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Rectangle 21">
              <a:extLst>
                <a:ext uri="{FF2B5EF4-FFF2-40B4-BE49-F238E27FC236}">
                  <a16:creationId xmlns:a16="http://schemas.microsoft.com/office/drawing/2014/main" id="{C7430457-1935-4BBF-A6A7-7C3125A02E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9" name="Freeform 22">
              <a:extLst>
                <a:ext uri="{FF2B5EF4-FFF2-40B4-BE49-F238E27FC236}">
                  <a16:creationId xmlns:a16="http://schemas.microsoft.com/office/drawing/2014/main" id="{BB006150-E547-4E84-A2B1-59131F3D5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3">
              <a:extLst>
                <a:ext uri="{FF2B5EF4-FFF2-40B4-BE49-F238E27FC236}">
                  <a16:creationId xmlns:a16="http://schemas.microsoft.com/office/drawing/2014/main" id="{5A8CD074-956B-41A4-870B-001554B69B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4">
              <a:extLst>
                <a:ext uri="{FF2B5EF4-FFF2-40B4-BE49-F238E27FC236}">
                  <a16:creationId xmlns:a16="http://schemas.microsoft.com/office/drawing/2014/main" id="{070C253B-974E-459F-AD0B-705722482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5">
              <a:extLst>
                <a:ext uri="{FF2B5EF4-FFF2-40B4-BE49-F238E27FC236}">
                  <a16:creationId xmlns:a16="http://schemas.microsoft.com/office/drawing/2014/main" id="{BBC07B3D-A631-44EA-861A-7D80383A10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6">
              <a:extLst>
                <a:ext uri="{FF2B5EF4-FFF2-40B4-BE49-F238E27FC236}">
                  <a16:creationId xmlns:a16="http://schemas.microsoft.com/office/drawing/2014/main" id="{32039DC6-B4CF-4A5A-8D17-3A568D12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7">
              <a:extLst>
                <a:ext uri="{FF2B5EF4-FFF2-40B4-BE49-F238E27FC236}">
                  <a16:creationId xmlns:a16="http://schemas.microsoft.com/office/drawing/2014/main" id="{99E0C81F-5D8D-4AF8-BDE5-4DF75868F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8">
              <a:extLst>
                <a:ext uri="{FF2B5EF4-FFF2-40B4-BE49-F238E27FC236}">
                  <a16:creationId xmlns:a16="http://schemas.microsoft.com/office/drawing/2014/main" id="{0D946680-855C-41EC-BBA2-61F6F776E5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9">
              <a:extLst>
                <a:ext uri="{FF2B5EF4-FFF2-40B4-BE49-F238E27FC236}">
                  <a16:creationId xmlns:a16="http://schemas.microsoft.com/office/drawing/2014/main" id="{E6FAD9E8-6E13-45A0-A5D6-8BCAD27B40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0">
              <a:extLst>
                <a:ext uri="{FF2B5EF4-FFF2-40B4-BE49-F238E27FC236}">
                  <a16:creationId xmlns:a16="http://schemas.microsoft.com/office/drawing/2014/main" id="{0CCBC8FA-0581-454F-9FD1-6B6102A1A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31">
              <a:extLst>
                <a:ext uri="{FF2B5EF4-FFF2-40B4-BE49-F238E27FC236}">
                  <a16:creationId xmlns:a16="http://schemas.microsoft.com/office/drawing/2014/main" id="{5D6C328F-65A5-41E8-86E9-E4E638CC3B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40" name="Picture 2">
            <a:extLst>
              <a:ext uri="{FF2B5EF4-FFF2-40B4-BE49-F238E27FC236}">
                <a16:creationId xmlns:a16="http://schemas.microsoft.com/office/drawing/2014/main" id="{3E94A106-9341-485C-9057-9D62B2BD08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42" name="Rectangle 41">
            <a:extLst>
              <a:ext uri="{FF2B5EF4-FFF2-40B4-BE49-F238E27FC236}">
                <a16:creationId xmlns:a16="http://schemas.microsoft.com/office/drawing/2014/main" id="{B53044DC-4918-43DA-B49D-91673C6C94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1DCE6B36-1420-43AB-86CF-4E653A517B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45" name="Rectangle 5">
              <a:extLst>
                <a:ext uri="{FF2B5EF4-FFF2-40B4-BE49-F238E27FC236}">
                  <a16:creationId xmlns:a16="http://schemas.microsoft.com/office/drawing/2014/main" id="{72626E0B-9628-468E-A713-011C02F60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46" name="Freeform 6">
              <a:extLst>
                <a:ext uri="{FF2B5EF4-FFF2-40B4-BE49-F238E27FC236}">
                  <a16:creationId xmlns:a16="http://schemas.microsoft.com/office/drawing/2014/main" id="{93F7977A-BD91-4B0D-9A8D-372DB67AD8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7">
              <a:extLst>
                <a:ext uri="{FF2B5EF4-FFF2-40B4-BE49-F238E27FC236}">
                  <a16:creationId xmlns:a16="http://schemas.microsoft.com/office/drawing/2014/main" id="{9FEE6A56-01A1-404D-864E-1C2587C9AF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8">
              <a:extLst>
                <a:ext uri="{FF2B5EF4-FFF2-40B4-BE49-F238E27FC236}">
                  <a16:creationId xmlns:a16="http://schemas.microsoft.com/office/drawing/2014/main" id="{E74DBBF2-EF6F-4E3E-B183-F8EEE7609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9">
              <a:extLst>
                <a:ext uri="{FF2B5EF4-FFF2-40B4-BE49-F238E27FC236}">
                  <a16:creationId xmlns:a16="http://schemas.microsoft.com/office/drawing/2014/main" id="{ABCF0F27-B056-474C-A0FB-1DB747A92F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10">
              <a:extLst>
                <a:ext uri="{FF2B5EF4-FFF2-40B4-BE49-F238E27FC236}">
                  <a16:creationId xmlns:a16="http://schemas.microsoft.com/office/drawing/2014/main" id="{0A0A5B7B-BA2A-45CC-AABE-9D5B08A5D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Freeform 11">
              <a:extLst>
                <a:ext uri="{FF2B5EF4-FFF2-40B4-BE49-F238E27FC236}">
                  <a16:creationId xmlns:a16="http://schemas.microsoft.com/office/drawing/2014/main" id="{3C9A5D2B-1787-4954-9108-B9D497A87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2" name="Freeform 12">
              <a:extLst>
                <a:ext uri="{FF2B5EF4-FFF2-40B4-BE49-F238E27FC236}">
                  <a16:creationId xmlns:a16="http://schemas.microsoft.com/office/drawing/2014/main" id="{818C4F8B-7556-49A7-83C6-C8F631F6A9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3" name="Freeform 13">
              <a:extLst>
                <a:ext uri="{FF2B5EF4-FFF2-40B4-BE49-F238E27FC236}">
                  <a16:creationId xmlns:a16="http://schemas.microsoft.com/office/drawing/2014/main" id="{22BED614-D078-47EA-9C72-190217FDD5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4" name="Freeform 14">
              <a:extLst>
                <a:ext uri="{FF2B5EF4-FFF2-40B4-BE49-F238E27FC236}">
                  <a16:creationId xmlns:a16="http://schemas.microsoft.com/office/drawing/2014/main" id="{73DE0BF2-86D7-4038-AC4B-AF0F116A5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5" name="Freeform 15">
              <a:extLst>
                <a:ext uri="{FF2B5EF4-FFF2-40B4-BE49-F238E27FC236}">
                  <a16:creationId xmlns:a16="http://schemas.microsoft.com/office/drawing/2014/main" id="{11D8BB55-D027-420C-9EF9-49B3BA79DC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6" name="Line 16">
              <a:extLst>
                <a:ext uri="{FF2B5EF4-FFF2-40B4-BE49-F238E27FC236}">
                  <a16:creationId xmlns:a16="http://schemas.microsoft.com/office/drawing/2014/main" id="{3FAEF5CE-07ED-46A7-9777-D86C7071958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57" name="Freeform 17">
              <a:extLst>
                <a:ext uri="{FF2B5EF4-FFF2-40B4-BE49-F238E27FC236}">
                  <a16:creationId xmlns:a16="http://schemas.microsoft.com/office/drawing/2014/main" id="{29CAFB1A-357C-4313-B734-1CD4E4F9D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8" name="Freeform 18">
              <a:extLst>
                <a:ext uri="{FF2B5EF4-FFF2-40B4-BE49-F238E27FC236}">
                  <a16:creationId xmlns:a16="http://schemas.microsoft.com/office/drawing/2014/main" id="{653161D3-8634-4BB7-A2BC-028C4EAA1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9" name="Freeform 19">
              <a:extLst>
                <a:ext uri="{FF2B5EF4-FFF2-40B4-BE49-F238E27FC236}">
                  <a16:creationId xmlns:a16="http://schemas.microsoft.com/office/drawing/2014/main" id="{9537546A-6FF1-408B-AFE2-BBF7D3482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0" name="Freeform 20">
              <a:extLst>
                <a:ext uri="{FF2B5EF4-FFF2-40B4-BE49-F238E27FC236}">
                  <a16:creationId xmlns:a16="http://schemas.microsoft.com/office/drawing/2014/main" id="{F73EE662-79B7-404B-B1B8-0E096BE4CD6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1" name="Rectangle 21">
              <a:extLst>
                <a:ext uri="{FF2B5EF4-FFF2-40B4-BE49-F238E27FC236}">
                  <a16:creationId xmlns:a16="http://schemas.microsoft.com/office/drawing/2014/main" id="{B6DDB906-1F52-4D64-8493-4816EDDD34C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62" name="Freeform 22">
              <a:extLst>
                <a:ext uri="{FF2B5EF4-FFF2-40B4-BE49-F238E27FC236}">
                  <a16:creationId xmlns:a16="http://schemas.microsoft.com/office/drawing/2014/main" id="{4FA472A5-ABEA-4961-897B-7EB96AF09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3" name="Freeform 23">
              <a:extLst>
                <a:ext uri="{FF2B5EF4-FFF2-40B4-BE49-F238E27FC236}">
                  <a16:creationId xmlns:a16="http://schemas.microsoft.com/office/drawing/2014/main" id="{54226E99-C38F-4456-A1F8-8897483FD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4" name="Freeform 24">
              <a:extLst>
                <a:ext uri="{FF2B5EF4-FFF2-40B4-BE49-F238E27FC236}">
                  <a16:creationId xmlns:a16="http://schemas.microsoft.com/office/drawing/2014/main" id="{0A4A0196-A383-4629-B9A5-9C87E846C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5" name="Freeform 25">
              <a:extLst>
                <a:ext uri="{FF2B5EF4-FFF2-40B4-BE49-F238E27FC236}">
                  <a16:creationId xmlns:a16="http://schemas.microsoft.com/office/drawing/2014/main" id="{BA5E608D-2E7B-4662-A9A0-18D4E0F0DC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6" name="Freeform 26">
              <a:extLst>
                <a:ext uri="{FF2B5EF4-FFF2-40B4-BE49-F238E27FC236}">
                  <a16:creationId xmlns:a16="http://schemas.microsoft.com/office/drawing/2014/main" id="{5E211F37-790F-4BD7-B055-022AE0C2E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7" name="Freeform 27">
              <a:extLst>
                <a:ext uri="{FF2B5EF4-FFF2-40B4-BE49-F238E27FC236}">
                  <a16:creationId xmlns:a16="http://schemas.microsoft.com/office/drawing/2014/main" id="{96F375D0-232A-490A-9499-CB5FBA3F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8" name="Freeform 28">
              <a:extLst>
                <a:ext uri="{FF2B5EF4-FFF2-40B4-BE49-F238E27FC236}">
                  <a16:creationId xmlns:a16="http://schemas.microsoft.com/office/drawing/2014/main" id="{6B33B423-FD0F-4780-A0D6-32FC040B37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9" name="Freeform 29">
              <a:extLst>
                <a:ext uri="{FF2B5EF4-FFF2-40B4-BE49-F238E27FC236}">
                  <a16:creationId xmlns:a16="http://schemas.microsoft.com/office/drawing/2014/main" id="{B6BD1710-838F-4CDD-A000-C6C710A6A0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0" name="Freeform 30">
              <a:extLst>
                <a:ext uri="{FF2B5EF4-FFF2-40B4-BE49-F238E27FC236}">
                  <a16:creationId xmlns:a16="http://schemas.microsoft.com/office/drawing/2014/main" id="{0BB93533-1C95-4B0A-B0E2-168602B08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1" name="Freeform 31">
              <a:extLst>
                <a:ext uri="{FF2B5EF4-FFF2-40B4-BE49-F238E27FC236}">
                  <a16:creationId xmlns:a16="http://schemas.microsoft.com/office/drawing/2014/main" id="{CB0B113D-1987-4D89-A475-511E092FE1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73" name="Picture 2">
            <a:extLst>
              <a:ext uri="{FF2B5EF4-FFF2-40B4-BE49-F238E27FC236}">
                <a16:creationId xmlns:a16="http://schemas.microsoft.com/office/drawing/2014/main" id="{9BE36DBF-0333-4D36-A5BF-81FDA2406F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2" name="Title 1"/>
          <p:cNvSpPr>
            <a:spLocks noGrp="1"/>
          </p:cNvSpPr>
          <p:nvPr>
            <p:ph type="title"/>
          </p:nvPr>
        </p:nvSpPr>
        <p:spPr>
          <a:xfrm>
            <a:off x="853330" y="1134681"/>
            <a:ext cx="2743310" cy="4255025"/>
          </a:xfrm>
        </p:spPr>
        <p:txBody>
          <a:bodyPr>
            <a:normAutofit/>
          </a:bodyPr>
          <a:lstStyle/>
          <a:p>
            <a:r>
              <a:rPr lang="en-US">
                <a:solidFill>
                  <a:srgbClr val="FFFFFF"/>
                </a:solidFill>
              </a:rPr>
              <a:t>Team practices that make DDD work</a:t>
            </a:r>
          </a:p>
        </p:txBody>
      </p:sp>
      <p:graphicFrame>
        <p:nvGraphicFramePr>
          <p:cNvPr id="5" name="Content Placeholder 2">
            <a:extLst>
              <a:ext uri="{FF2B5EF4-FFF2-40B4-BE49-F238E27FC236}">
                <a16:creationId xmlns:a16="http://schemas.microsoft.com/office/drawing/2014/main" id="{971B2921-399B-5973-0333-F2417C58405F}"/>
              </a:ext>
            </a:extLst>
          </p:cNvPr>
          <p:cNvGraphicFramePr>
            <a:graphicFrameLocks noGrp="1"/>
          </p:cNvGraphicFramePr>
          <p:nvPr>
            <p:ph idx="1"/>
            <p:extLst>
              <p:ext uri="{D42A27DB-BD31-4B8C-83A1-F6EECF244321}">
                <p14:modId xmlns:p14="http://schemas.microsoft.com/office/powerpoint/2010/main" val="1897907056"/>
              </p:ext>
            </p:extLst>
          </p:nvPr>
        </p:nvGraphicFramePr>
        <p:xfrm>
          <a:off x="4662189" y="1134682"/>
          <a:ext cx="6692748" cy="42550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1413" y="618518"/>
            <a:ext cx="9905998" cy="1478570"/>
          </a:xfrm>
        </p:spPr>
        <p:txBody>
          <a:bodyPr>
            <a:normAutofit/>
          </a:bodyPr>
          <a:lstStyle/>
          <a:p>
            <a:r>
              <a:t>Adoption roadmap (low-drama)</a:t>
            </a:r>
          </a:p>
        </p:txBody>
      </p:sp>
      <p:graphicFrame>
        <p:nvGraphicFramePr>
          <p:cNvPr id="5" name="Content Placeholder 2">
            <a:extLst>
              <a:ext uri="{FF2B5EF4-FFF2-40B4-BE49-F238E27FC236}">
                <a16:creationId xmlns:a16="http://schemas.microsoft.com/office/drawing/2014/main" id="{290175D4-1E36-3267-92C2-F8E4E5F5696F}"/>
              </a:ext>
            </a:extLst>
          </p:cNvPr>
          <p:cNvGraphicFramePr>
            <a:graphicFrameLocks noGrp="1"/>
          </p:cNvGraphicFramePr>
          <p:nvPr>
            <p:ph idx="1"/>
            <p:extLst>
              <p:ext uri="{D42A27DB-BD31-4B8C-83A1-F6EECF244321}">
                <p14:modId xmlns:p14="http://schemas.microsoft.com/office/powerpoint/2010/main" val="331767750"/>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1019015" y="1093787"/>
            <a:ext cx="3059969" cy="4697413"/>
          </a:xfrm>
        </p:spPr>
        <p:txBody>
          <a:bodyPr>
            <a:normAutofit/>
          </a:bodyPr>
          <a:lstStyle/>
          <a:p>
            <a:r>
              <a:t>Further reading</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215467" y="1093788"/>
            <a:ext cx="5831944" cy="4697413"/>
          </a:xfrm>
        </p:spPr>
        <p:txBody>
          <a:bodyPr>
            <a:normAutofit/>
          </a:bodyPr>
          <a:lstStyle/>
          <a:p>
            <a:r>
              <a:rPr lang="en-US"/>
              <a:t>Eric Evans — Domain-Driven Design</a:t>
            </a:r>
          </a:p>
          <a:p>
            <a:r>
              <a:rPr lang="en-US"/>
              <a:t>Vaughn Vernon — DDD Distilled / Implementing DDD</a:t>
            </a:r>
          </a:p>
          <a:p>
            <a:r>
              <a:rPr lang="en-US"/>
              <a:t>Nick Tune &amp; Scott Millett — Patterns, Principles, and Practices of DDD</a:t>
            </a:r>
          </a:p>
          <a:p>
            <a:r>
              <a:rPr lang="en-US"/>
              <a:t>Look up: Event Storming, Example Mapping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B9C16B-AC4A-44ED-9075-F76549B46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2A2FEB6-F419-4684-9ABC-9E32E012E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2" name="Rectangle 5">
              <a:extLst>
                <a:ext uri="{FF2B5EF4-FFF2-40B4-BE49-F238E27FC236}">
                  <a16:creationId xmlns:a16="http://schemas.microsoft.com/office/drawing/2014/main" id="{21E24A15-28D6-4CEB-9268-0BB0BEEAF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3" name="Freeform 6">
              <a:extLst>
                <a:ext uri="{FF2B5EF4-FFF2-40B4-BE49-F238E27FC236}">
                  <a16:creationId xmlns:a16="http://schemas.microsoft.com/office/drawing/2014/main" id="{4345933F-9633-4510-90E1-08B0E2A19E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7">
              <a:extLst>
                <a:ext uri="{FF2B5EF4-FFF2-40B4-BE49-F238E27FC236}">
                  <a16:creationId xmlns:a16="http://schemas.microsoft.com/office/drawing/2014/main" id="{C68A48FB-1BE4-4053-A76F-5A5511BA0E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8">
              <a:extLst>
                <a:ext uri="{FF2B5EF4-FFF2-40B4-BE49-F238E27FC236}">
                  <a16:creationId xmlns:a16="http://schemas.microsoft.com/office/drawing/2014/main" id="{8149777B-6A9F-4C95-BF44-F9646450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9">
              <a:extLst>
                <a:ext uri="{FF2B5EF4-FFF2-40B4-BE49-F238E27FC236}">
                  <a16:creationId xmlns:a16="http://schemas.microsoft.com/office/drawing/2014/main" id="{0654845E-622A-4AD3-8F3A-6E1DEAB5FC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0">
              <a:extLst>
                <a:ext uri="{FF2B5EF4-FFF2-40B4-BE49-F238E27FC236}">
                  <a16:creationId xmlns:a16="http://schemas.microsoft.com/office/drawing/2014/main" id="{DF1C0739-3D08-4C83-857E-B0724A6E8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1">
              <a:extLst>
                <a:ext uri="{FF2B5EF4-FFF2-40B4-BE49-F238E27FC236}">
                  <a16:creationId xmlns:a16="http://schemas.microsoft.com/office/drawing/2014/main" id="{D235EAA0-7D5A-453A-9643-EE7A4954E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2">
              <a:extLst>
                <a:ext uri="{FF2B5EF4-FFF2-40B4-BE49-F238E27FC236}">
                  <a16:creationId xmlns:a16="http://schemas.microsoft.com/office/drawing/2014/main" id="{94C6FB7C-72DE-42DE-8F58-CCE9B8F556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3">
              <a:extLst>
                <a:ext uri="{FF2B5EF4-FFF2-40B4-BE49-F238E27FC236}">
                  <a16:creationId xmlns:a16="http://schemas.microsoft.com/office/drawing/2014/main" id="{FE31E0FE-EC8D-4EA7-BD9D-02F8C54FDB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4">
              <a:extLst>
                <a:ext uri="{FF2B5EF4-FFF2-40B4-BE49-F238E27FC236}">
                  <a16:creationId xmlns:a16="http://schemas.microsoft.com/office/drawing/2014/main" id="{69FE4B12-13E0-48F9-9E18-66406B8D3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15">
              <a:extLst>
                <a:ext uri="{FF2B5EF4-FFF2-40B4-BE49-F238E27FC236}">
                  <a16:creationId xmlns:a16="http://schemas.microsoft.com/office/drawing/2014/main" id="{87FAADC3-B321-43EE-B8F3-2842D84098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Line 16">
              <a:extLst>
                <a:ext uri="{FF2B5EF4-FFF2-40B4-BE49-F238E27FC236}">
                  <a16:creationId xmlns:a16="http://schemas.microsoft.com/office/drawing/2014/main" id="{90461464-1683-402F-A72B-8558CC67774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4" name="Freeform 17">
              <a:extLst>
                <a:ext uri="{FF2B5EF4-FFF2-40B4-BE49-F238E27FC236}">
                  <a16:creationId xmlns:a16="http://schemas.microsoft.com/office/drawing/2014/main" id="{70F594E7-32D0-45B9-A3CF-636CF6FCB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8">
              <a:extLst>
                <a:ext uri="{FF2B5EF4-FFF2-40B4-BE49-F238E27FC236}">
                  <a16:creationId xmlns:a16="http://schemas.microsoft.com/office/drawing/2014/main" id="{8AEF60E1-26C2-4E3C-B839-347DDD23C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19">
              <a:extLst>
                <a:ext uri="{FF2B5EF4-FFF2-40B4-BE49-F238E27FC236}">
                  <a16:creationId xmlns:a16="http://schemas.microsoft.com/office/drawing/2014/main" id="{792FE54B-EE9D-4E57-B6BC-6A9196BE8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20">
              <a:extLst>
                <a:ext uri="{FF2B5EF4-FFF2-40B4-BE49-F238E27FC236}">
                  <a16:creationId xmlns:a16="http://schemas.microsoft.com/office/drawing/2014/main" id="{72BE56DF-619D-463E-8F88-CABA09DA88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Rectangle 21">
              <a:extLst>
                <a:ext uri="{FF2B5EF4-FFF2-40B4-BE49-F238E27FC236}">
                  <a16:creationId xmlns:a16="http://schemas.microsoft.com/office/drawing/2014/main" id="{C7430457-1935-4BBF-A6A7-7C3125A02E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9" name="Freeform 22">
              <a:extLst>
                <a:ext uri="{FF2B5EF4-FFF2-40B4-BE49-F238E27FC236}">
                  <a16:creationId xmlns:a16="http://schemas.microsoft.com/office/drawing/2014/main" id="{BB006150-E547-4E84-A2B1-59131F3D5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3">
              <a:extLst>
                <a:ext uri="{FF2B5EF4-FFF2-40B4-BE49-F238E27FC236}">
                  <a16:creationId xmlns:a16="http://schemas.microsoft.com/office/drawing/2014/main" id="{5A8CD074-956B-41A4-870B-001554B69B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4">
              <a:extLst>
                <a:ext uri="{FF2B5EF4-FFF2-40B4-BE49-F238E27FC236}">
                  <a16:creationId xmlns:a16="http://schemas.microsoft.com/office/drawing/2014/main" id="{070C253B-974E-459F-AD0B-705722482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5">
              <a:extLst>
                <a:ext uri="{FF2B5EF4-FFF2-40B4-BE49-F238E27FC236}">
                  <a16:creationId xmlns:a16="http://schemas.microsoft.com/office/drawing/2014/main" id="{BBC07B3D-A631-44EA-861A-7D80383A10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6">
              <a:extLst>
                <a:ext uri="{FF2B5EF4-FFF2-40B4-BE49-F238E27FC236}">
                  <a16:creationId xmlns:a16="http://schemas.microsoft.com/office/drawing/2014/main" id="{32039DC6-B4CF-4A5A-8D17-3A568D12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7">
              <a:extLst>
                <a:ext uri="{FF2B5EF4-FFF2-40B4-BE49-F238E27FC236}">
                  <a16:creationId xmlns:a16="http://schemas.microsoft.com/office/drawing/2014/main" id="{99E0C81F-5D8D-4AF8-BDE5-4DF75868F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8">
              <a:extLst>
                <a:ext uri="{FF2B5EF4-FFF2-40B4-BE49-F238E27FC236}">
                  <a16:creationId xmlns:a16="http://schemas.microsoft.com/office/drawing/2014/main" id="{0D946680-855C-41EC-BBA2-61F6F776E5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9">
              <a:extLst>
                <a:ext uri="{FF2B5EF4-FFF2-40B4-BE49-F238E27FC236}">
                  <a16:creationId xmlns:a16="http://schemas.microsoft.com/office/drawing/2014/main" id="{E6FAD9E8-6E13-45A0-A5D6-8BCAD27B40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0">
              <a:extLst>
                <a:ext uri="{FF2B5EF4-FFF2-40B4-BE49-F238E27FC236}">
                  <a16:creationId xmlns:a16="http://schemas.microsoft.com/office/drawing/2014/main" id="{0CCBC8FA-0581-454F-9FD1-6B6102A1A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31">
              <a:extLst>
                <a:ext uri="{FF2B5EF4-FFF2-40B4-BE49-F238E27FC236}">
                  <a16:creationId xmlns:a16="http://schemas.microsoft.com/office/drawing/2014/main" id="{5D6C328F-65A5-41E8-86E9-E4E638CC3B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40" name="Picture 2">
            <a:extLst>
              <a:ext uri="{FF2B5EF4-FFF2-40B4-BE49-F238E27FC236}">
                <a16:creationId xmlns:a16="http://schemas.microsoft.com/office/drawing/2014/main" id="{3E94A106-9341-485C-9057-9D62B2BD08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42" name="Rectangle 41">
            <a:extLst>
              <a:ext uri="{FF2B5EF4-FFF2-40B4-BE49-F238E27FC236}">
                <a16:creationId xmlns:a16="http://schemas.microsoft.com/office/drawing/2014/main" id="{B53044DC-4918-43DA-B49D-91673C6C94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1DCE6B36-1420-43AB-86CF-4E653A517B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45" name="Rectangle 5">
              <a:extLst>
                <a:ext uri="{FF2B5EF4-FFF2-40B4-BE49-F238E27FC236}">
                  <a16:creationId xmlns:a16="http://schemas.microsoft.com/office/drawing/2014/main" id="{72626E0B-9628-468E-A713-011C02F60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46" name="Freeform 6">
              <a:extLst>
                <a:ext uri="{FF2B5EF4-FFF2-40B4-BE49-F238E27FC236}">
                  <a16:creationId xmlns:a16="http://schemas.microsoft.com/office/drawing/2014/main" id="{93F7977A-BD91-4B0D-9A8D-372DB67AD8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7">
              <a:extLst>
                <a:ext uri="{FF2B5EF4-FFF2-40B4-BE49-F238E27FC236}">
                  <a16:creationId xmlns:a16="http://schemas.microsoft.com/office/drawing/2014/main" id="{9FEE6A56-01A1-404D-864E-1C2587C9AF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8">
              <a:extLst>
                <a:ext uri="{FF2B5EF4-FFF2-40B4-BE49-F238E27FC236}">
                  <a16:creationId xmlns:a16="http://schemas.microsoft.com/office/drawing/2014/main" id="{E74DBBF2-EF6F-4E3E-B183-F8EEE7609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9">
              <a:extLst>
                <a:ext uri="{FF2B5EF4-FFF2-40B4-BE49-F238E27FC236}">
                  <a16:creationId xmlns:a16="http://schemas.microsoft.com/office/drawing/2014/main" id="{ABCF0F27-B056-474C-A0FB-1DB747A92F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10">
              <a:extLst>
                <a:ext uri="{FF2B5EF4-FFF2-40B4-BE49-F238E27FC236}">
                  <a16:creationId xmlns:a16="http://schemas.microsoft.com/office/drawing/2014/main" id="{0A0A5B7B-BA2A-45CC-AABE-9D5B08A5D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Freeform 11">
              <a:extLst>
                <a:ext uri="{FF2B5EF4-FFF2-40B4-BE49-F238E27FC236}">
                  <a16:creationId xmlns:a16="http://schemas.microsoft.com/office/drawing/2014/main" id="{3C9A5D2B-1787-4954-9108-B9D497A87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2" name="Freeform 12">
              <a:extLst>
                <a:ext uri="{FF2B5EF4-FFF2-40B4-BE49-F238E27FC236}">
                  <a16:creationId xmlns:a16="http://schemas.microsoft.com/office/drawing/2014/main" id="{818C4F8B-7556-49A7-83C6-C8F631F6A9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3" name="Freeform 13">
              <a:extLst>
                <a:ext uri="{FF2B5EF4-FFF2-40B4-BE49-F238E27FC236}">
                  <a16:creationId xmlns:a16="http://schemas.microsoft.com/office/drawing/2014/main" id="{22BED614-D078-47EA-9C72-190217FDD5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4" name="Freeform 14">
              <a:extLst>
                <a:ext uri="{FF2B5EF4-FFF2-40B4-BE49-F238E27FC236}">
                  <a16:creationId xmlns:a16="http://schemas.microsoft.com/office/drawing/2014/main" id="{73DE0BF2-86D7-4038-AC4B-AF0F116A5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5" name="Freeform 15">
              <a:extLst>
                <a:ext uri="{FF2B5EF4-FFF2-40B4-BE49-F238E27FC236}">
                  <a16:creationId xmlns:a16="http://schemas.microsoft.com/office/drawing/2014/main" id="{11D8BB55-D027-420C-9EF9-49B3BA79DC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6" name="Line 16">
              <a:extLst>
                <a:ext uri="{FF2B5EF4-FFF2-40B4-BE49-F238E27FC236}">
                  <a16:creationId xmlns:a16="http://schemas.microsoft.com/office/drawing/2014/main" id="{3FAEF5CE-07ED-46A7-9777-D86C7071958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57" name="Freeform 17">
              <a:extLst>
                <a:ext uri="{FF2B5EF4-FFF2-40B4-BE49-F238E27FC236}">
                  <a16:creationId xmlns:a16="http://schemas.microsoft.com/office/drawing/2014/main" id="{29CAFB1A-357C-4313-B734-1CD4E4F9D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8" name="Freeform 18">
              <a:extLst>
                <a:ext uri="{FF2B5EF4-FFF2-40B4-BE49-F238E27FC236}">
                  <a16:creationId xmlns:a16="http://schemas.microsoft.com/office/drawing/2014/main" id="{653161D3-8634-4BB7-A2BC-028C4EAA1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9" name="Freeform 19">
              <a:extLst>
                <a:ext uri="{FF2B5EF4-FFF2-40B4-BE49-F238E27FC236}">
                  <a16:creationId xmlns:a16="http://schemas.microsoft.com/office/drawing/2014/main" id="{9537546A-6FF1-408B-AFE2-BBF7D3482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0" name="Freeform 20">
              <a:extLst>
                <a:ext uri="{FF2B5EF4-FFF2-40B4-BE49-F238E27FC236}">
                  <a16:creationId xmlns:a16="http://schemas.microsoft.com/office/drawing/2014/main" id="{F73EE662-79B7-404B-B1B8-0E096BE4CD6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1" name="Rectangle 21">
              <a:extLst>
                <a:ext uri="{FF2B5EF4-FFF2-40B4-BE49-F238E27FC236}">
                  <a16:creationId xmlns:a16="http://schemas.microsoft.com/office/drawing/2014/main" id="{B6DDB906-1F52-4D64-8493-4816EDDD34C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62" name="Freeform 22">
              <a:extLst>
                <a:ext uri="{FF2B5EF4-FFF2-40B4-BE49-F238E27FC236}">
                  <a16:creationId xmlns:a16="http://schemas.microsoft.com/office/drawing/2014/main" id="{4FA472A5-ABEA-4961-897B-7EB96AF09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3" name="Freeform 23">
              <a:extLst>
                <a:ext uri="{FF2B5EF4-FFF2-40B4-BE49-F238E27FC236}">
                  <a16:creationId xmlns:a16="http://schemas.microsoft.com/office/drawing/2014/main" id="{54226E99-C38F-4456-A1F8-8897483FD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4" name="Freeform 24">
              <a:extLst>
                <a:ext uri="{FF2B5EF4-FFF2-40B4-BE49-F238E27FC236}">
                  <a16:creationId xmlns:a16="http://schemas.microsoft.com/office/drawing/2014/main" id="{0A4A0196-A383-4629-B9A5-9C87E846C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5" name="Freeform 25">
              <a:extLst>
                <a:ext uri="{FF2B5EF4-FFF2-40B4-BE49-F238E27FC236}">
                  <a16:creationId xmlns:a16="http://schemas.microsoft.com/office/drawing/2014/main" id="{BA5E608D-2E7B-4662-A9A0-18D4E0F0DC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6" name="Freeform 26">
              <a:extLst>
                <a:ext uri="{FF2B5EF4-FFF2-40B4-BE49-F238E27FC236}">
                  <a16:creationId xmlns:a16="http://schemas.microsoft.com/office/drawing/2014/main" id="{5E211F37-790F-4BD7-B055-022AE0C2E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7" name="Freeform 27">
              <a:extLst>
                <a:ext uri="{FF2B5EF4-FFF2-40B4-BE49-F238E27FC236}">
                  <a16:creationId xmlns:a16="http://schemas.microsoft.com/office/drawing/2014/main" id="{96F375D0-232A-490A-9499-CB5FBA3F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8" name="Freeform 28">
              <a:extLst>
                <a:ext uri="{FF2B5EF4-FFF2-40B4-BE49-F238E27FC236}">
                  <a16:creationId xmlns:a16="http://schemas.microsoft.com/office/drawing/2014/main" id="{6B33B423-FD0F-4780-A0D6-32FC040B37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9" name="Freeform 29">
              <a:extLst>
                <a:ext uri="{FF2B5EF4-FFF2-40B4-BE49-F238E27FC236}">
                  <a16:creationId xmlns:a16="http://schemas.microsoft.com/office/drawing/2014/main" id="{B6BD1710-838F-4CDD-A000-C6C710A6A0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0" name="Freeform 30">
              <a:extLst>
                <a:ext uri="{FF2B5EF4-FFF2-40B4-BE49-F238E27FC236}">
                  <a16:creationId xmlns:a16="http://schemas.microsoft.com/office/drawing/2014/main" id="{0BB93533-1C95-4B0A-B0E2-168602B08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1" name="Freeform 31">
              <a:extLst>
                <a:ext uri="{FF2B5EF4-FFF2-40B4-BE49-F238E27FC236}">
                  <a16:creationId xmlns:a16="http://schemas.microsoft.com/office/drawing/2014/main" id="{CB0B113D-1987-4D89-A475-511E092FE1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73" name="Picture 2">
            <a:extLst>
              <a:ext uri="{FF2B5EF4-FFF2-40B4-BE49-F238E27FC236}">
                <a16:creationId xmlns:a16="http://schemas.microsoft.com/office/drawing/2014/main" id="{9BE36DBF-0333-4D36-A5BF-81FDA2406F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2" name="Title 1"/>
          <p:cNvSpPr>
            <a:spLocks noGrp="1"/>
          </p:cNvSpPr>
          <p:nvPr>
            <p:ph type="title"/>
          </p:nvPr>
        </p:nvSpPr>
        <p:spPr>
          <a:xfrm>
            <a:off x="853330" y="1134681"/>
            <a:ext cx="2743310" cy="4255025"/>
          </a:xfrm>
        </p:spPr>
        <p:txBody>
          <a:bodyPr>
            <a:normAutofit/>
          </a:bodyPr>
          <a:lstStyle/>
          <a:p>
            <a:r>
              <a:rPr lang="en-US">
                <a:solidFill>
                  <a:srgbClr val="FFFFFF"/>
                </a:solidFill>
              </a:rPr>
              <a:t>Q&amp;A</a:t>
            </a:r>
          </a:p>
        </p:txBody>
      </p:sp>
      <p:graphicFrame>
        <p:nvGraphicFramePr>
          <p:cNvPr id="5" name="Content Placeholder 2">
            <a:extLst>
              <a:ext uri="{FF2B5EF4-FFF2-40B4-BE49-F238E27FC236}">
                <a16:creationId xmlns:a16="http://schemas.microsoft.com/office/drawing/2014/main" id="{776C9C44-A3F1-8DA2-7DD8-AE0819415CE4}"/>
              </a:ext>
            </a:extLst>
          </p:cNvPr>
          <p:cNvGraphicFramePr>
            <a:graphicFrameLocks noGrp="1"/>
          </p:cNvGraphicFramePr>
          <p:nvPr>
            <p:ph idx="1"/>
            <p:extLst>
              <p:ext uri="{D42A27DB-BD31-4B8C-83A1-F6EECF244321}">
                <p14:modId xmlns:p14="http://schemas.microsoft.com/office/powerpoint/2010/main" val="2735802487"/>
              </p:ext>
            </p:extLst>
          </p:nvPr>
        </p:nvGraphicFramePr>
        <p:xfrm>
          <a:off x="4662189" y="1134682"/>
          <a:ext cx="6692748" cy="42550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241</TotalTime>
  <Words>32377</Words>
  <Application>Microsoft Macintosh PowerPoint</Application>
  <PresentationFormat>Widescreen</PresentationFormat>
  <Paragraphs>1508</Paragraphs>
  <Slides>47</Slides>
  <Notes>47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Aptos</vt:lpstr>
      <vt:lpstr>Arial</vt:lpstr>
      <vt:lpstr>Tw Cen MT</vt:lpstr>
      <vt:lpstr>Circuit</vt:lpstr>
      <vt:lpstr>Domain-Driven Design (DDD)</vt:lpstr>
      <vt:lpstr>Why DDD?</vt:lpstr>
      <vt:lpstr>When DDD is a good fit</vt:lpstr>
      <vt:lpstr>When DDD can be overkill</vt:lpstr>
      <vt:lpstr>DDD in one sentence</vt:lpstr>
      <vt:lpstr>Strategic vs Tactical DDD</vt:lpstr>
      <vt:lpstr>Key idea: the 'Model'</vt:lpstr>
      <vt:lpstr>Ubiquitous Language</vt:lpstr>
      <vt:lpstr>How to build Ubiquitous Language</vt:lpstr>
      <vt:lpstr>Subdomains</vt:lpstr>
      <vt:lpstr>Core vs Supporting vs Generic</vt:lpstr>
      <vt:lpstr>Bounded Context</vt:lpstr>
      <vt:lpstr>Signals you need a boundary</vt:lpstr>
      <vt:lpstr>Context Mapping (integration view)</vt:lpstr>
      <vt:lpstr>Customer/Supplier &amp; Conformist</vt:lpstr>
      <vt:lpstr>Shared Kernel &amp; Published Language</vt:lpstr>
      <vt:lpstr>Anti-Corruption Layer (ACL)</vt:lpstr>
      <vt:lpstr>Architecture: where DDD fits</vt:lpstr>
      <vt:lpstr>Application layer vs Domain layer</vt:lpstr>
      <vt:lpstr>Tactical DDD building blocks</vt:lpstr>
      <vt:lpstr>Entity</vt:lpstr>
      <vt:lpstr>Value Object (VO)</vt:lpstr>
      <vt:lpstr>Value Objects reduce bugs</vt:lpstr>
      <vt:lpstr>Aggregate</vt:lpstr>
      <vt:lpstr>Aggregate rules (important!)</vt:lpstr>
      <vt:lpstr>Aggregate Root</vt:lpstr>
      <vt:lpstr>Repository</vt:lpstr>
      <vt:lpstr>Factory</vt:lpstr>
      <vt:lpstr>Domain Service</vt:lpstr>
      <vt:lpstr>Domain Event</vt:lpstr>
      <vt:lpstr>Command vs Event</vt:lpstr>
      <vt:lpstr>Event Storming (quick intro)</vt:lpstr>
      <vt:lpstr>Workflow across steps: Saga / Process Manager</vt:lpstr>
      <vt:lpstr>Worked example: Bank Transfer (context)</vt:lpstr>
      <vt:lpstr>Example Aggregate: Account (rules)</vt:lpstr>
      <vt:lpstr>Application service: Transfer Money (role)</vt:lpstr>
      <vt:lpstr>Consistency &amp; concurrency</vt:lpstr>
      <vt:lpstr>Integration between contexts</vt:lpstr>
      <vt:lpstr>CQRS (optional)</vt:lpstr>
      <vt:lpstr>Read model vs Write model</vt:lpstr>
      <vt:lpstr>Event Sourcing (optional)</vt:lpstr>
      <vt:lpstr>Testing in DDD</vt:lpstr>
      <vt:lpstr>Common pitfalls</vt:lpstr>
      <vt:lpstr>Team practices that make DDD work</vt:lpstr>
      <vt:lpstr>Adoption roadmap (low-drama)</vt:lpstr>
      <vt:lpstr>Further reading</vt:lpstr>
      <vt:lpstr>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Miodrag Vujkovic</cp:lastModifiedBy>
  <cp:revision>54</cp:revision>
  <dcterms:created xsi:type="dcterms:W3CDTF">2013-01-27T09:14:16Z</dcterms:created>
  <dcterms:modified xsi:type="dcterms:W3CDTF">2025-12-04T18:02:23Z</dcterms:modified>
  <cp:category/>
</cp:coreProperties>
</file>